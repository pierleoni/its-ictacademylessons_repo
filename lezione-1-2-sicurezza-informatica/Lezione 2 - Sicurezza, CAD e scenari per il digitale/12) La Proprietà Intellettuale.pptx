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4"/>
  </p:sldMasterIdLst>
  <p:notesMasterIdLst>
    <p:notesMasterId r:id="rId37"/>
  </p:notesMasterIdLst>
  <p:handoutMasterIdLst>
    <p:handoutMasterId r:id="rId38"/>
  </p:handoutMasterIdLst>
  <p:sldIdLst>
    <p:sldId id="302" r:id="rId5"/>
    <p:sldId id="304" r:id="rId6"/>
    <p:sldId id="305" r:id="rId7"/>
    <p:sldId id="306"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20" r:id="rId22"/>
    <p:sldId id="321" r:id="rId23"/>
    <p:sldId id="322" r:id="rId24"/>
    <p:sldId id="323" r:id="rId25"/>
    <p:sldId id="324" r:id="rId26"/>
    <p:sldId id="325" r:id="rId27"/>
    <p:sldId id="327" r:id="rId28"/>
    <p:sldId id="328" r:id="rId29"/>
    <p:sldId id="329" r:id="rId30"/>
    <p:sldId id="330" r:id="rId31"/>
    <p:sldId id="331" r:id="rId32"/>
    <p:sldId id="332" r:id="rId33"/>
    <p:sldId id="333" r:id="rId34"/>
    <p:sldId id="334" r:id="rId35"/>
    <p:sldId id="335" r:id="rId36"/>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29" autoAdjust="0"/>
    <p:restoredTop sz="83274" autoAdjust="0"/>
  </p:normalViewPr>
  <p:slideViewPr>
    <p:cSldViewPr snapToGrid="0">
      <p:cViewPr>
        <p:scale>
          <a:sx n="60" d="100"/>
          <a:sy n="60" d="100"/>
        </p:scale>
        <p:origin x="-774" y="-72"/>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Lst>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s>
</file>

<file path=ppt/_rels/viewProps.xml.rels><?xml version="1.0" encoding="UTF-8" standalone="yes"?>
<Relationships xmlns="http://schemas.openxmlformats.org/package/2006/relationships"><Relationship Id="rId8" Type="http://schemas.openxmlformats.org/officeDocument/2006/relationships/slide" Target="slides/slide25.xml"/><Relationship Id="rId13" Type="http://schemas.openxmlformats.org/officeDocument/2006/relationships/slide" Target="slides/slide30.xml"/><Relationship Id="rId3" Type="http://schemas.openxmlformats.org/officeDocument/2006/relationships/slide" Target="slides/slide20.xml"/><Relationship Id="rId7" Type="http://schemas.openxmlformats.org/officeDocument/2006/relationships/slide" Target="slides/slide24.xml"/><Relationship Id="rId12" Type="http://schemas.openxmlformats.org/officeDocument/2006/relationships/slide" Target="slides/slide29.xml"/><Relationship Id="rId2" Type="http://schemas.openxmlformats.org/officeDocument/2006/relationships/slide" Target="slides/slide19.xml"/><Relationship Id="rId1" Type="http://schemas.openxmlformats.org/officeDocument/2006/relationships/slide" Target="slides/slide18.xml"/><Relationship Id="rId6" Type="http://schemas.openxmlformats.org/officeDocument/2006/relationships/slide" Target="slides/slide23.xml"/><Relationship Id="rId11" Type="http://schemas.openxmlformats.org/officeDocument/2006/relationships/slide" Target="slides/slide28.xml"/><Relationship Id="rId5" Type="http://schemas.openxmlformats.org/officeDocument/2006/relationships/slide" Target="slides/slide22.xml"/><Relationship Id="rId10" Type="http://schemas.openxmlformats.org/officeDocument/2006/relationships/slide" Target="slides/slide27.xml"/><Relationship Id="rId4" Type="http://schemas.openxmlformats.org/officeDocument/2006/relationships/slide" Target="slides/slide21.xml"/><Relationship Id="rId9" Type="http://schemas.openxmlformats.org/officeDocument/2006/relationships/slide" Target="slides/slide26.xml"/><Relationship Id="rId14" Type="http://schemas.openxmlformats.org/officeDocument/2006/relationships/slide" Target="slides/slide3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C4052BAE-439A-4FC8-8655-99AAAEB01D21}" type="datetimeFigureOut">
              <a:rPr lang="it-IT" smtClean="0"/>
              <a:t>16/11/2022</a:t>
            </a:fld>
            <a:endParaRPr lang="it-IT"/>
          </a:p>
        </p:txBody>
      </p:sp>
      <p:sp>
        <p:nvSpPr>
          <p:cNvPr id="4" name="Segnaposto piè di pagina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DB3C176B-96D9-4935-94ED-396780CCE3E5}" type="slidenum">
              <a:rPr lang="it-IT" smtClean="0"/>
              <a:t>‹N›</a:t>
            </a:fld>
            <a:endParaRPr lang="it-IT"/>
          </a:p>
        </p:txBody>
      </p:sp>
    </p:spTree>
    <p:extLst>
      <p:ext uri="{BB962C8B-B14F-4D97-AF65-F5344CB8AC3E}">
        <p14:creationId xmlns:p14="http://schemas.microsoft.com/office/powerpoint/2010/main" val="39743739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E7B651B7-D1FD-484D-9665-DAAE23E1A784}" type="datetimeFigureOut">
              <a:rPr lang="it-IT" smtClean="0"/>
              <a:t>16/11/2022</a:t>
            </a:fld>
            <a:endParaRPr lang="it-IT"/>
          </a:p>
        </p:txBody>
      </p:sp>
      <p:sp>
        <p:nvSpPr>
          <p:cNvPr id="4" name="Segnaposto immagine diapositiva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30096FAA-A9DD-444E-AAB0-7E9234A0C1F6}" type="slidenum">
              <a:rPr lang="it-IT" smtClean="0"/>
              <a:t>‹N›</a:t>
            </a:fld>
            <a:endParaRPr lang="it-IT"/>
          </a:p>
        </p:txBody>
      </p:sp>
    </p:spTree>
    <p:extLst>
      <p:ext uri="{BB962C8B-B14F-4D97-AF65-F5344CB8AC3E}">
        <p14:creationId xmlns:p14="http://schemas.microsoft.com/office/powerpoint/2010/main" val="3879642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lvl1pPr eaLnBrk="0" hangingPunct="0">
              <a:defRPr sz="4800">
                <a:solidFill>
                  <a:schemeClr val="folHlink"/>
                </a:solidFill>
                <a:latin typeface="Tahoma" pitchFamily="34" charset="0"/>
              </a:defRPr>
            </a:lvl1pPr>
            <a:lvl2pPr marL="742950" indent="-285750" eaLnBrk="0" hangingPunct="0">
              <a:defRPr sz="4800">
                <a:solidFill>
                  <a:schemeClr val="folHlink"/>
                </a:solidFill>
                <a:latin typeface="Tahoma" pitchFamily="34" charset="0"/>
              </a:defRPr>
            </a:lvl2pPr>
            <a:lvl3pPr marL="1143000" indent="-228600" eaLnBrk="0" hangingPunct="0">
              <a:defRPr sz="4800">
                <a:solidFill>
                  <a:schemeClr val="folHlink"/>
                </a:solidFill>
                <a:latin typeface="Tahoma" pitchFamily="34" charset="0"/>
              </a:defRPr>
            </a:lvl3pPr>
            <a:lvl4pPr marL="1600200" indent="-228600" eaLnBrk="0" hangingPunct="0">
              <a:defRPr sz="4800">
                <a:solidFill>
                  <a:schemeClr val="folHlink"/>
                </a:solidFill>
                <a:latin typeface="Tahoma" pitchFamily="34" charset="0"/>
              </a:defRPr>
            </a:lvl4pPr>
            <a:lvl5pPr marL="2057400" indent="-228600" eaLnBrk="0" hangingPunct="0">
              <a:defRPr sz="4800">
                <a:solidFill>
                  <a:schemeClr val="folHlink"/>
                </a:solidFill>
                <a:latin typeface="Tahoma" pitchFamily="34" charset="0"/>
              </a:defRPr>
            </a:lvl5pPr>
            <a:lvl6pPr marL="2514600" indent="-228600" eaLnBrk="0" fontAlgn="base" hangingPunct="0">
              <a:spcBef>
                <a:spcPct val="0"/>
              </a:spcBef>
              <a:spcAft>
                <a:spcPct val="0"/>
              </a:spcAft>
              <a:defRPr sz="4800">
                <a:solidFill>
                  <a:schemeClr val="folHlink"/>
                </a:solidFill>
                <a:latin typeface="Tahoma" pitchFamily="34" charset="0"/>
              </a:defRPr>
            </a:lvl6pPr>
            <a:lvl7pPr marL="2971800" indent="-228600" eaLnBrk="0" fontAlgn="base" hangingPunct="0">
              <a:spcBef>
                <a:spcPct val="0"/>
              </a:spcBef>
              <a:spcAft>
                <a:spcPct val="0"/>
              </a:spcAft>
              <a:defRPr sz="4800">
                <a:solidFill>
                  <a:schemeClr val="folHlink"/>
                </a:solidFill>
                <a:latin typeface="Tahoma" pitchFamily="34" charset="0"/>
              </a:defRPr>
            </a:lvl7pPr>
            <a:lvl8pPr marL="3429000" indent="-228600" eaLnBrk="0" fontAlgn="base" hangingPunct="0">
              <a:spcBef>
                <a:spcPct val="0"/>
              </a:spcBef>
              <a:spcAft>
                <a:spcPct val="0"/>
              </a:spcAft>
              <a:defRPr sz="4800">
                <a:solidFill>
                  <a:schemeClr val="folHlink"/>
                </a:solidFill>
                <a:latin typeface="Tahoma" pitchFamily="34" charset="0"/>
              </a:defRPr>
            </a:lvl8pPr>
            <a:lvl9pPr marL="3886200" indent="-228600" eaLnBrk="0" fontAlgn="base" hangingPunct="0">
              <a:spcBef>
                <a:spcPct val="0"/>
              </a:spcBef>
              <a:spcAft>
                <a:spcPct val="0"/>
              </a:spcAft>
              <a:defRPr sz="4800">
                <a:solidFill>
                  <a:schemeClr val="folHlink"/>
                </a:solidFill>
                <a:latin typeface="Tahoma" pitchFamily="34" charset="0"/>
              </a:defRPr>
            </a:lvl9pPr>
          </a:lstStyle>
          <a:p>
            <a:pPr eaLnBrk="1" hangingPunct="1"/>
            <a:fld id="{248180FC-C5E1-4A0F-B0EB-8279324FF716}" type="slidenum">
              <a:rPr lang="it-IT" altLang="it-IT" sz="1200">
                <a:solidFill>
                  <a:schemeClr val="tx1"/>
                </a:solidFill>
              </a:rPr>
              <a:pPr eaLnBrk="1" hangingPunct="1"/>
              <a:t>18</a:t>
            </a:fld>
            <a:endParaRPr lang="it-IT" altLang="it-IT" sz="1200">
              <a:solidFill>
                <a:schemeClr val="tx1"/>
              </a:solidFill>
            </a:endParaRPr>
          </a:p>
        </p:txBody>
      </p:sp>
      <p:sp>
        <p:nvSpPr>
          <p:cNvPr id="37891" name="Rectangle 2"/>
          <p:cNvSpPr>
            <a:spLocks noChangeArrowheads="1" noTextEdit="1"/>
          </p:cNvSpPr>
          <p:nvPr>
            <p:ph type="sldImg"/>
          </p:nvPr>
        </p:nvSpPr>
        <p:spPr>
          <a:xfrm>
            <a:off x="2514600" y="857250"/>
            <a:ext cx="4114800" cy="2314575"/>
          </a:xfrm>
          <a:solidFill>
            <a:srgbClr val="FFFFFF"/>
          </a:solidFill>
          <a:ln/>
        </p:spPr>
      </p:sp>
      <p:sp>
        <p:nvSpPr>
          <p:cNvPr id="37892" name="Rectangle 3"/>
          <p:cNvSpPr>
            <a:spLocks noChangeArrowheads="1"/>
          </p:cNvSpPr>
          <p:nvPr>
            <p:ph type="body" idx="1"/>
          </p:nvPr>
        </p:nvSpPr>
        <p:spPr>
          <a:solidFill>
            <a:srgbClr val="FFFFFF"/>
          </a:solidFill>
          <a:ln>
            <a:solidFill>
              <a:srgbClr val="000000"/>
            </a:solidFill>
            <a:miter lim="800000"/>
            <a:headEnd/>
            <a:tailEnd/>
          </a:ln>
        </p:spPr>
        <p:txBody>
          <a:bodyPr/>
          <a:lstStyle/>
          <a:p>
            <a:pPr eaLnBrk="1" hangingPunct="1"/>
            <a:endParaRPr lang="it-IT" altLang="it-IT"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sp>
        <p:nvSpPr>
          <p:cNvPr id="10" name="Triangolo rettangolo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olo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it-IT" smtClean="0"/>
              <a:t>Fare clic per modificare lo stile del titolo</a:t>
            </a:r>
            <a:endParaRPr kumimoji="0" lang="en-US"/>
          </a:p>
        </p:txBody>
      </p:sp>
      <p:sp>
        <p:nvSpPr>
          <p:cNvPr id="17" name="Sottotitolo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it-IT" smtClean="0"/>
              <a:t>Fare clic per modificare lo stile del sottotitolo dello schema</a:t>
            </a:r>
            <a:endParaRPr kumimoji="0" lang="en-US"/>
          </a:p>
        </p:txBody>
      </p:sp>
      <p:grpSp>
        <p:nvGrpSpPr>
          <p:cNvPr id="2" name="Gruppo 1"/>
          <p:cNvGrpSpPr/>
          <p:nvPr/>
        </p:nvGrpSpPr>
        <p:grpSpPr>
          <a:xfrm>
            <a:off x="-5019" y="4953000"/>
            <a:ext cx="12197020" cy="1912088"/>
            <a:chOff x="-3765" y="4832896"/>
            <a:chExt cx="9147765" cy="2032192"/>
          </a:xfrm>
        </p:grpSpPr>
        <p:sp>
          <p:nvSpPr>
            <p:cNvPr id="7" name="Figura a mano libera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igura a mano libera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igura a mano libera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Connettore 1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Segnaposto data 29"/>
          <p:cNvSpPr>
            <a:spLocks noGrp="1"/>
          </p:cNvSpPr>
          <p:nvPr>
            <p:ph type="dt" sz="half" idx="10"/>
          </p:nvPr>
        </p:nvSpPr>
        <p:spPr/>
        <p:txBody>
          <a:bodyPr/>
          <a:lstStyle>
            <a:lvl1pPr>
              <a:defRPr>
                <a:solidFill>
                  <a:srgbClr val="FFFFFF"/>
                </a:solidFill>
              </a:defRPr>
            </a:lvl1pPr>
            <a:extLst/>
          </a:lstStyle>
          <a:p>
            <a:fld id="{F70D8EC6-05AF-42E8-967A-AAD7AD80F81C}" type="datetime1">
              <a:rPr lang="it-IT" smtClean="0"/>
              <a:t>16/11/2022</a:t>
            </a:fld>
            <a:endParaRPr lang="it-IT"/>
          </a:p>
        </p:txBody>
      </p:sp>
      <p:sp>
        <p:nvSpPr>
          <p:cNvPr id="19" name="Segnaposto piè di pagina 18"/>
          <p:cNvSpPr>
            <a:spLocks noGrp="1"/>
          </p:cNvSpPr>
          <p:nvPr>
            <p:ph type="ftr" sz="quarter" idx="11"/>
          </p:nvPr>
        </p:nvSpPr>
        <p:spPr/>
        <p:txBody>
          <a:bodyPr/>
          <a:lstStyle>
            <a:lvl1pPr>
              <a:defRPr>
                <a:solidFill>
                  <a:schemeClr val="accent1">
                    <a:tint val="20000"/>
                  </a:schemeClr>
                </a:solidFill>
              </a:defRPr>
            </a:lvl1pPr>
            <a:extLst/>
          </a:lstStyle>
          <a:p>
            <a:endParaRPr lang="it-IT"/>
          </a:p>
        </p:txBody>
      </p:sp>
      <p:sp>
        <p:nvSpPr>
          <p:cNvPr id="27" name="Segnaposto numero diapositiva 26"/>
          <p:cNvSpPr>
            <a:spLocks noGrp="1"/>
          </p:cNvSpPr>
          <p:nvPr>
            <p:ph type="sldNum" sz="quarter" idx="12"/>
          </p:nvPr>
        </p:nvSpPr>
        <p:spPr/>
        <p:txBody>
          <a:bodyPr/>
          <a:lstStyle>
            <a:lvl1pPr>
              <a:defRPr>
                <a:solidFill>
                  <a:srgbClr val="FFFFFF"/>
                </a:solidFill>
              </a:defRPr>
            </a:lvl1pPr>
            <a:extLst/>
          </a:lstStyle>
          <a:p>
            <a:fld id="{3A03E66D-A13A-4C27-A19D-D7B0DBB2617F}" type="slidenum">
              <a:rPr lang="it-IT" smtClean="0"/>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3" name="Segnaposto contenuto 2"/>
          <p:cNvSpPr>
            <a:spLocks noGrp="1"/>
          </p:cNvSpPr>
          <p:nvPr>
            <p:ph idx="1"/>
          </p:nvPr>
        </p:nvSpPr>
        <p:spPr/>
        <p:txBody>
          <a:bodyPr/>
          <a:lstStyle>
            <a:extLst/>
          </a:lstStyle>
          <a:p>
            <a:pPr lvl="0" eaLnBrk="1" latinLnBrk="0" hangingPunct="1"/>
            <a:r>
              <a:rPr lang="it-IT" smtClean="0"/>
              <a:t>Fare clic per modificare stili del testo dello schema</a:t>
            </a:r>
          </a:p>
          <a:p>
            <a:pPr lvl="1" eaLnBrk="1" latinLnBrk="0" hangingPunct="1"/>
            <a:r>
              <a:rPr lang="it-IT" smtClean="0"/>
              <a:t>Secondo livello</a:t>
            </a:r>
          </a:p>
          <a:p>
            <a:pPr lvl="2" eaLnBrk="1" latinLnBrk="0" hangingPunct="1"/>
            <a:r>
              <a:rPr lang="it-IT" smtClean="0"/>
              <a:t>Terzo livello</a:t>
            </a:r>
          </a:p>
          <a:p>
            <a:pPr lvl="3" eaLnBrk="1" latinLnBrk="0" hangingPunct="1"/>
            <a:r>
              <a:rPr lang="it-IT" smtClean="0"/>
              <a:t>Quarto livello</a:t>
            </a:r>
          </a:p>
          <a:p>
            <a:pPr lvl="4" eaLnBrk="1" latinLnBrk="0" hangingPunct="1"/>
            <a:r>
              <a:rPr lang="it-IT" smtClean="0"/>
              <a:t>Quinto livello</a:t>
            </a:r>
            <a:endParaRPr kumimoji="0" lang="en-US"/>
          </a:p>
        </p:txBody>
      </p:sp>
      <p:sp>
        <p:nvSpPr>
          <p:cNvPr id="4" name="Segnaposto data 3"/>
          <p:cNvSpPr>
            <a:spLocks noGrp="1"/>
          </p:cNvSpPr>
          <p:nvPr>
            <p:ph type="dt" sz="half" idx="10"/>
          </p:nvPr>
        </p:nvSpPr>
        <p:spPr/>
        <p:txBody>
          <a:bodyPr/>
          <a:lstStyle>
            <a:extLst/>
          </a:lstStyle>
          <a:p>
            <a:fld id="{0048CE15-04C7-4618-95DB-ED79C8E3A217}" type="datetime1">
              <a:rPr lang="it-IT" smtClean="0"/>
              <a:t>16/11/2022</a:t>
            </a:fld>
            <a:endParaRPr lang="it-IT"/>
          </a:p>
        </p:txBody>
      </p:sp>
      <p:sp>
        <p:nvSpPr>
          <p:cNvPr id="5" name="Segnaposto piè di pagina 4"/>
          <p:cNvSpPr>
            <a:spLocks noGrp="1"/>
          </p:cNvSpPr>
          <p:nvPr>
            <p:ph type="ftr" sz="quarter" idx="11"/>
          </p:nvPr>
        </p:nvSpPr>
        <p:spPr/>
        <p:txBody>
          <a:bodyPr/>
          <a:lstStyle>
            <a:extLst/>
          </a:lstStyle>
          <a:p>
            <a:endParaRPr lang="it-IT"/>
          </a:p>
        </p:txBody>
      </p:sp>
      <p:sp>
        <p:nvSpPr>
          <p:cNvPr id="6" name="Segnaposto numero diapositiva 5"/>
          <p:cNvSpPr>
            <a:spLocks noGrp="1"/>
          </p:cNvSpPr>
          <p:nvPr>
            <p:ph type="sldNum" sz="quarter" idx="12"/>
          </p:nvPr>
        </p:nvSpPr>
        <p:spPr/>
        <p:txBody>
          <a:bodyPr/>
          <a:lstStyle>
            <a:extLst/>
          </a:lstStyle>
          <a:p>
            <a:fld id="{3A03E66D-A13A-4C27-A19D-D7B0DBB2617F}" type="slidenum">
              <a:rPr lang="it-IT" smtClean="0"/>
              <a:t>‹N›</a:t>
            </a:fld>
            <a:endParaRPr lang="it-IT"/>
          </a:p>
        </p:txBody>
      </p:sp>
      <p:sp>
        <p:nvSpPr>
          <p:cNvPr id="7" name="Titolo 6"/>
          <p:cNvSpPr>
            <a:spLocks noGrp="1"/>
          </p:cNvSpPr>
          <p:nvPr>
            <p:ph type="title"/>
          </p:nvPr>
        </p:nvSpPr>
        <p:spPr/>
        <p:txBody>
          <a:bodyPr rtlCol="0"/>
          <a:lstStyle>
            <a:extLst/>
          </a:lstStyle>
          <a:p>
            <a:r>
              <a:rPr kumimoji="0" lang="it-IT" smtClean="0"/>
              <a:t>Fare clic per modificare lo stile del titolo</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bg>
      <p:bgRef idx="1002">
        <a:schemeClr val="bg1"/>
      </p:bgRef>
    </p:bg>
    <p:spTree>
      <p:nvGrpSpPr>
        <p:cNvPr id="1" name=""/>
        <p:cNvGrpSpPr/>
        <p:nvPr/>
      </p:nvGrpSpPr>
      <p:grpSpPr>
        <a:xfrm>
          <a:off x="0" y="0"/>
          <a:ext cx="0" cy="0"/>
          <a:chOff x="0" y="0"/>
          <a:chExt cx="0" cy="0"/>
        </a:xfrm>
      </p:grpSpPr>
      <p:sp>
        <p:nvSpPr>
          <p:cNvPr id="2" name="Titolo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it-IT" smtClean="0"/>
              <a:t>Fare clic per modificare lo stile del titolo</a:t>
            </a:r>
            <a:endParaRPr kumimoji="0" lang="en-US"/>
          </a:p>
        </p:txBody>
      </p:sp>
      <p:sp>
        <p:nvSpPr>
          <p:cNvPr id="3" name="Segnaposto testo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it-IT" smtClean="0"/>
              <a:t>Fare clic per modificare stili del testo dello schema</a:t>
            </a:r>
          </a:p>
        </p:txBody>
      </p:sp>
      <p:sp>
        <p:nvSpPr>
          <p:cNvPr id="4" name="Segnaposto data 3"/>
          <p:cNvSpPr>
            <a:spLocks noGrp="1"/>
          </p:cNvSpPr>
          <p:nvPr>
            <p:ph type="dt" sz="half" idx="10"/>
          </p:nvPr>
        </p:nvSpPr>
        <p:spPr/>
        <p:txBody>
          <a:bodyPr/>
          <a:lstStyle>
            <a:extLst/>
          </a:lstStyle>
          <a:p>
            <a:fld id="{AE666418-C66F-482C-A2AE-8C47E252DB0C}" type="datetime1">
              <a:rPr lang="it-IT" smtClean="0"/>
              <a:t>16/11/2022</a:t>
            </a:fld>
            <a:endParaRPr lang="it-IT"/>
          </a:p>
        </p:txBody>
      </p:sp>
      <p:sp>
        <p:nvSpPr>
          <p:cNvPr id="5" name="Segnaposto piè di pagina 4"/>
          <p:cNvSpPr>
            <a:spLocks noGrp="1"/>
          </p:cNvSpPr>
          <p:nvPr>
            <p:ph type="ftr" sz="quarter" idx="11"/>
          </p:nvPr>
        </p:nvSpPr>
        <p:spPr/>
        <p:txBody>
          <a:bodyPr/>
          <a:lstStyle>
            <a:extLst/>
          </a:lstStyle>
          <a:p>
            <a:endParaRPr lang="it-IT"/>
          </a:p>
        </p:txBody>
      </p:sp>
      <p:sp>
        <p:nvSpPr>
          <p:cNvPr id="6" name="Segnaposto numero diapositiva 5"/>
          <p:cNvSpPr>
            <a:spLocks noGrp="1"/>
          </p:cNvSpPr>
          <p:nvPr>
            <p:ph type="sldNum" sz="quarter" idx="12"/>
          </p:nvPr>
        </p:nvSpPr>
        <p:spPr/>
        <p:txBody>
          <a:bodyPr/>
          <a:lstStyle>
            <a:extLst/>
          </a:lstStyle>
          <a:p>
            <a:fld id="{3A03E66D-A13A-4C27-A19D-D7B0DBB2617F}" type="slidenum">
              <a:rPr lang="it-IT" smtClean="0"/>
              <a:t>‹N›</a:t>
            </a:fld>
            <a:endParaRPr lang="it-IT"/>
          </a:p>
        </p:txBody>
      </p:sp>
      <p:sp>
        <p:nvSpPr>
          <p:cNvPr id="7" name="Gallone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Gallone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bg>
      <p:bgRef idx="1002">
        <a:schemeClr val="bg1"/>
      </p:bgRef>
    </p:bg>
    <p:spTree>
      <p:nvGrpSpPr>
        <p:cNvPr id="1" name=""/>
        <p:cNvGrpSpPr/>
        <p:nvPr/>
      </p:nvGrpSpPr>
      <p:grpSpPr>
        <a:xfrm>
          <a:off x="0" y="0"/>
          <a:ext cx="0" cy="0"/>
          <a:chOff x="0" y="0"/>
          <a:chExt cx="0" cy="0"/>
        </a:xfrm>
      </p:grpSpPr>
      <p:sp>
        <p:nvSpPr>
          <p:cNvPr id="3" name="Segnaposto contenuto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it-IT" smtClean="0"/>
              <a:t>Fare clic per modificare stili del testo dello schema</a:t>
            </a:r>
          </a:p>
          <a:p>
            <a:pPr lvl="1" eaLnBrk="1" latinLnBrk="0" hangingPunct="1"/>
            <a:r>
              <a:rPr lang="it-IT" smtClean="0"/>
              <a:t>Secondo livello</a:t>
            </a:r>
          </a:p>
          <a:p>
            <a:pPr lvl="2" eaLnBrk="1" latinLnBrk="0" hangingPunct="1"/>
            <a:r>
              <a:rPr lang="it-IT" smtClean="0"/>
              <a:t>Terzo livello</a:t>
            </a:r>
          </a:p>
          <a:p>
            <a:pPr lvl="3" eaLnBrk="1" latinLnBrk="0" hangingPunct="1"/>
            <a:r>
              <a:rPr lang="it-IT" smtClean="0"/>
              <a:t>Quarto livello</a:t>
            </a:r>
          </a:p>
          <a:p>
            <a:pPr lvl="4" eaLnBrk="1" latinLnBrk="0" hangingPunct="1"/>
            <a:r>
              <a:rPr lang="it-IT" smtClean="0"/>
              <a:t>Quinto livello</a:t>
            </a:r>
            <a:endParaRPr kumimoji="0" lang="en-US"/>
          </a:p>
        </p:txBody>
      </p:sp>
      <p:sp>
        <p:nvSpPr>
          <p:cNvPr id="4" name="Segnaposto contenuto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it-IT" smtClean="0"/>
              <a:t>Fare clic per modificare stili del testo dello schema</a:t>
            </a:r>
          </a:p>
          <a:p>
            <a:pPr lvl="1" eaLnBrk="1" latinLnBrk="0" hangingPunct="1"/>
            <a:r>
              <a:rPr lang="it-IT" smtClean="0"/>
              <a:t>Secondo livello</a:t>
            </a:r>
          </a:p>
          <a:p>
            <a:pPr lvl="2" eaLnBrk="1" latinLnBrk="0" hangingPunct="1"/>
            <a:r>
              <a:rPr lang="it-IT" smtClean="0"/>
              <a:t>Terzo livello</a:t>
            </a:r>
          </a:p>
          <a:p>
            <a:pPr lvl="3" eaLnBrk="1" latinLnBrk="0" hangingPunct="1"/>
            <a:r>
              <a:rPr lang="it-IT" smtClean="0"/>
              <a:t>Quarto livello</a:t>
            </a:r>
          </a:p>
          <a:p>
            <a:pPr lvl="4" eaLnBrk="1" latinLnBrk="0" hangingPunct="1"/>
            <a:r>
              <a:rPr lang="it-IT" smtClean="0"/>
              <a:t>Quinto livello</a:t>
            </a:r>
            <a:endParaRPr kumimoji="0" lang="en-US"/>
          </a:p>
        </p:txBody>
      </p:sp>
      <p:sp>
        <p:nvSpPr>
          <p:cNvPr id="5" name="Segnaposto data 4"/>
          <p:cNvSpPr>
            <a:spLocks noGrp="1"/>
          </p:cNvSpPr>
          <p:nvPr>
            <p:ph type="dt" sz="half" idx="10"/>
          </p:nvPr>
        </p:nvSpPr>
        <p:spPr/>
        <p:txBody>
          <a:bodyPr/>
          <a:lstStyle>
            <a:extLst/>
          </a:lstStyle>
          <a:p>
            <a:fld id="{2BA94234-F74D-49AA-A11A-76052BA5687A}" type="datetime1">
              <a:rPr lang="it-IT" smtClean="0"/>
              <a:t>16/11/2022</a:t>
            </a:fld>
            <a:endParaRPr lang="it-IT"/>
          </a:p>
        </p:txBody>
      </p:sp>
      <p:sp>
        <p:nvSpPr>
          <p:cNvPr id="6" name="Segnaposto piè di pagina 5"/>
          <p:cNvSpPr>
            <a:spLocks noGrp="1"/>
          </p:cNvSpPr>
          <p:nvPr>
            <p:ph type="ftr" sz="quarter" idx="11"/>
          </p:nvPr>
        </p:nvSpPr>
        <p:spPr/>
        <p:txBody>
          <a:bodyPr/>
          <a:lstStyle>
            <a:extLst/>
          </a:lstStyle>
          <a:p>
            <a:endParaRPr lang="it-IT"/>
          </a:p>
        </p:txBody>
      </p:sp>
      <p:sp>
        <p:nvSpPr>
          <p:cNvPr id="7" name="Segnaposto numero diapositiva 6"/>
          <p:cNvSpPr>
            <a:spLocks noGrp="1"/>
          </p:cNvSpPr>
          <p:nvPr>
            <p:ph type="sldNum" sz="quarter" idx="12"/>
          </p:nvPr>
        </p:nvSpPr>
        <p:spPr/>
        <p:txBody>
          <a:bodyPr/>
          <a:lstStyle>
            <a:extLst/>
          </a:lstStyle>
          <a:p>
            <a:fld id="{3A03E66D-A13A-4C27-A19D-D7B0DBB2617F}" type="slidenum">
              <a:rPr lang="it-IT" smtClean="0"/>
              <a:t>‹N›</a:t>
            </a:fld>
            <a:endParaRPr lang="it-IT"/>
          </a:p>
        </p:txBody>
      </p:sp>
      <p:sp>
        <p:nvSpPr>
          <p:cNvPr id="8" name="Titolo 7"/>
          <p:cNvSpPr>
            <a:spLocks noGrp="1"/>
          </p:cNvSpPr>
          <p:nvPr>
            <p:ph type="title"/>
          </p:nvPr>
        </p:nvSpPr>
        <p:spPr/>
        <p:txBody>
          <a:bodyPr rtlCol="0"/>
          <a:lstStyle>
            <a:extLst/>
          </a:lstStyle>
          <a:p>
            <a:r>
              <a:rPr kumimoji="0" lang="it-IT" smtClean="0"/>
              <a:t>Fare clic per modificare lo stile del titolo</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nfronto">
    <p:bg>
      <p:bgRef idx="1003">
        <a:schemeClr val="bg1"/>
      </p:bgRef>
    </p:bg>
    <p:spTree>
      <p:nvGrpSpPr>
        <p:cNvPr id="1" name=""/>
        <p:cNvGrpSpPr/>
        <p:nvPr/>
      </p:nvGrpSpPr>
      <p:grpSpPr>
        <a:xfrm>
          <a:off x="0" y="0"/>
          <a:ext cx="0" cy="0"/>
          <a:chOff x="0" y="0"/>
          <a:chExt cx="0" cy="0"/>
        </a:xfrm>
      </p:grpSpPr>
      <p:sp>
        <p:nvSpPr>
          <p:cNvPr id="2" name="Titolo 1"/>
          <p:cNvSpPr>
            <a:spLocks noGrp="1"/>
          </p:cNvSpPr>
          <p:nvPr>
            <p:ph type="title"/>
          </p:nvPr>
        </p:nvSpPr>
        <p:spPr>
          <a:xfrm>
            <a:off x="609600" y="273050"/>
            <a:ext cx="10972800" cy="1143000"/>
          </a:xfrm>
        </p:spPr>
        <p:txBody>
          <a:bodyPr anchor="ctr"/>
          <a:lstStyle>
            <a:lvl1pPr>
              <a:defRPr/>
            </a:lvl1pPr>
            <a:extLst/>
          </a:lstStyle>
          <a:p>
            <a:r>
              <a:rPr kumimoji="0" lang="it-IT" smtClean="0"/>
              <a:t>Fare clic per modificare lo stile del titolo</a:t>
            </a:r>
            <a:endParaRPr kumimoji="0" lang="en-US"/>
          </a:p>
        </p:txBody>
      </p:sp>
      <p:sp>
        <p:nvSpPr>
          <p:cNvPr id="3" name="Segnaposto testo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it-IT" smtClean="0"/>
              <a:t>Fare clic per modificare stili del testo dello schema</a:t>
            </a:r>
          </a:p>
        </p:txBody>
      </p:sp>
      <p:sp>
        <p:nvSpPr>
          <p:cNvPr id="4" name="Segnaposto testo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it-IT" smtClean="0"/>
              <a:t>Fare clic per modificare stili del testo dello schema</a:t>
            </a:r>
          </a:p>
        </p:txBody>
      </p:sp>
      <p:sp>
        <p:nvSpPr>
          <p:cNvPr id="5" name="Segnaposto contenuto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it-IT" smtClean="0"/>
              <a:t>Fare clic per modificare stili del testo dello schema</a:t>
            </a:r>
          </a:p>
          <a:p>
            <a:pPr lvl="1" eaLnBrk="1" latinLnBrk="0" hangingPunct="1"/>
            <a:r>
              <a:rPr lang="it-IT" smtClean="0"/>
              <a:t>Secondo livello</a:t>
            </a:r>
          </a:p>
          <a:p>
            <a:pPr lvl="2" eaLnBrk="1" latinLnBrk="0" hangingPunct="1"/>
            <a:r>
              <a:rPr lang="it-IT" smtClean="0"/>
              <a:t>Terzo livello</a:t>
            </a:r>
          </a:p>
          <a:p>
            <a:pPr lvl="3" eaLnBrk="1" latinLnBrk="0" hangingPunct="1"/>
            <a:r>
              <a:rPr lang="it-IT" smtClean="0"/>
              <a:t>Quarto livello</a:t>
            </a:r>
          </a:p>
          <a:p>
            <a:pPr lvl="4" eaLnBrk="1" latinLnBrk="0" hangingPunct="1"/>
            <a:r>
              <a:rPr lang="it-IT" smtClean="0"/>
              <a:t>Quinto livello</a:t>
            </a:r>
            <a:endParaRPr kumimoji="0" lang="en-US"/>
          </a:p>
        </p:txBody>
      </p:sp>
      <p:sp>
        <p:nvSpPr>
          <p:cNvPr id="6" name="Segnaposto contenuto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it-IT" smtClean="0"/>
              <a:t>Fare clic per modificare stili del testo dello schema</a:t>
            </a:r>
          </a:p>
          <a:p>
            <a:pPr lvl="1" eaLnBrk="1" latinLnBrk="0" hangingPunct="1"/>
            <a:r>
              <a:rPr lang="it-IT" smtClean="0"/>
              <a:t>Secondo livello</a:t>
            </a:r>
          </a:p>
          <a:p>
            <a:pPr lvl="2" eaLnBrk="1" latinLnBrk="0" hangingPunct="1"/>
            <a:r>
              <a:rPr lang="it-IT" smtClean="0"/>
              <a:t>Terzo livello</a:t>
            </a:r>
          </a:p>
          <a:p>
            <a:pPr lvl="3" eaLnBrk="1" latinLnBrk="0" hangingPunct="1"/>
            <a:r>
              <a:rPr lang="it-IT" smtClean="0"/>
              <a:t>Quarto livello</a:t>
            </a:r>
          </a:p>
          <a:p>
            <a:pPr lvl="4" eaLnBrk="1" latinLnBrk="0" hangingPunct="1"/>
            <a:r>
              <a:rPr lang="it-IT" smtClean="0"/>
              <a:t>Quinto livello</a:t>
            </a:r>
            <a:endParaRPr kumimoji="0" lang="en-US"/>
          </a:p>
        </p:txBody>
      </p:sp>
      <p:sp>
        <p:nvSpPr>
          <p:cNvPr id="7" name="Segnaposto data 6"/>
          <p:cNvSpPr>
            <a:spLocks noGrp="1"/>
          </p:cNvSpPr>
          <p:nvPr>
            <p:ph type="dt" sz="half" idx="10"/>
          </p:nvPr>
        </p:nvSpPr>
        <p:spPr/>
        <p:txBody>
          <a:bodyPr/>
          <a:lstStyle>
            <a:extLst/>
          </a:lstStyle>
          <a:p>
            <a:fld id="{EEA7E194-C971-4739-81F1-E8777D881483}" type="datetime1">
              <a:rPr lang="it-IT" smtClean="0"/>
              <a:t>16/11/2022</a:t>
            </a:fld>
            <a:endParaRPr lang="it-IT"/>
          </a:p>
        </p:txBody>
      </p:sp>
      <p:sp>
        <p:nvSpPr>
          <p:cNvPr id="8" name="Segnaposto piè di pagina 7"/>
          <p:cNvSpPr>
            <a:spLocks noGrp="1"/>
          </p:cNvSpPr>
          <p:nvPr>
            <p:ph type="ftr" sz="quarter" idx="11"/>
          </p:nvPr>
        </p:nvSpPr>
        <p:spPr/>
        <p:txBody>
          <a:bodyPr/>
          <a:lstStyle>
            <a:extLst/>
          </a:lstStyle>
          <a:p>
            <a:endParaRPr lang="it-IT"/>
          </a:p>
        </p:txBody>
      </p:sp>
      <p:sp>
        <p:nvSpPr>
          <p:cNvPr id="9" name="Segnaposto numero diapositiva 8"/>
          <p:cNvSpPr>
            <a:spLocks noGrp="1"/>
          </p:cNvSpPr>
          <p:nvPr>
            <p:ph type="sldNum" sz="quarter" idx="12"/>
          </p:nvPr>
        </p:nvSpPr>
        <p:spPr/>
        <p:txBody>
          <a:bodyPr/>
          <a:lstStyle>
            <a:extLst/>
          </a:lstStyle>
          <a:p>
            <a:fld id="{3A03E66D-A13A-4C27-A19D-D7B0DBB2617F}" type="slidenum">
              <a:rPr lang="it-IT" smtClean="0"/>
              <a:t>‹N›</a:t>
            </a:fld>
            <a:endParaRPr lang="it-IT"/>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bg>
      <p:bgRef idx="1002">
        <a:schemeClr val="bg1"/>
      </p:bgRef>
    </p:bg>
    <p:spTree>
      <p:nvGrpSpPr>
        <p:cNvPr id="1" name=""/>
        <p:cNvGrpSpPr/>
        <p:nvPr/>
      </p:nvGrpSpPr>
      <p:grpSpPr>
        <a:xfrm>
          <a:off x="0" y="0"/>
          <a:ext cx="0" cy="0"/>
          <a:chOff x="0" y="0"/>
          <a:chExt cx="0" cy="0"/>
        </a:xfrm>
      </p:grpSpPr>
      <p:sp>
        <p:nvSpPr>
          <p:cNvPr id="3" name="Segnaposto data 2"/>
          <p:cNvSpPr>
            <a:spLocks noGrp="1"/>
          </p:cNvSpPr>
          <p:nvPr>
            <p:ph type="dt" sz="half" idx="10"/>
          </p:nvPr>
        </p:nvSpPr>
        <p:spPr/>
        <p:txBody>
          <a:bodyPr/>
          <a:lstStyle>
            <a:extLst/>
          </a:lstStyle>
          <a:p>
            <a:fld id="{B42226A4-72B2-441B-A754-36D12F008D9C}" type="datetime1">
              <a:rPr lang="it-IT" smtClean="0"/>
              <a:t>16/11/2022</a:t>
            </a:fld>
            <a:endParaRPr lang="it-IT"/>
          </a:p>
        </p:txBody>
      </p:sp>
      <p:sp>
        <p:nvSpPr>
          <p:cNvPr id="4" name="Segnaposto piè di pagina 3"/>
          <p:cNvSpPr>
            <a:spLocks noGrp="1"/>
          </p:cNvSpPr>
          <p:nvPr>
            <p:ph type="ftr" sz="quarter" idx="11"/>
          </p:nvPr>
        </p:nvSpPr>
        <p:spPr/>
        <p:txBody>
          <a:bodyPr/>
          <a:lstStyle>
            <a:extLst/>
          </a:lstStyle>
          <a:p>
            <a:endParaRPr lang="it-IT"/>
          </a:p>
        </p:txBody>
      </p:sp>
      <p:sp>
        <p:nvSpPr>
          <p:cNvPr id="5" name="Segnaposto numero diapositiva 4"/>
          <p:cNvSpPr>
            <a:spLocks noGrp="1"/>
          </p:cNvSpPr>
          <p:nvPr>
            <p:ph type="sldNum" sz="quarter" idx="12"/>
          </p:nvPr>
        </p:nvSpPr>
        <p:spPr/>
        <p:txBody>
          <a:bodyPr/>
          <a:lstStyle>
            <a:extLst/>
          </a:lstStyle>
          <a:p>
            <a:fld id="{3A03E66D-A13A-4C27-A19D-D7B0DBB2617F}" type="slidenum">
              <a:rPr lang="it-IT" smtClean="0"/>
              <a:t>‹N›</a:t>
            </a:fld>
            <a:endParaRPr lang="it-IT"/>
          </a:p>
        </p:txBody>
      </p:sp>
      <p:sp>
        <p:nvSpPr>
          <p:cNvPr id="6" name="Titolo 5"/>
          <p:cNvSpPr>
            <a:spLocks noGrp="1"/>
          </p:cNvSpPr>
          <p:nvPr>
            <p:ph type="title"/>
          </p:nvPr>
        </p:nvSpPr>
        <p:spPr/>
        <p:txBody>
          <a:bodyPr rtlCol="0"/>
          <a:lstStyle>
            <a:extLst/>
          </a:lstStyle>
          <a:p>
            <a:r>
              <a:rPr kumimoji="0" lang="it-IT" smtClean="0"/>
              <a:t>Fare clic per modificare lo stile del titolo</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extLst/>
          </a:lstStyle>
          <a:p>
            <a:fld id="{7A064A30-5C7A-4441-B5D7-70720E734D76}" type="datetime1">
              <a:rPr lang="it-IT" smtClean="0"/>
              <a:t>16/11/2022</a:t>
            </a:fld>
            <a:endParaRPr lang="it-IT"/>
          </a:p>
        </p:txBody>
      </p:sp>
      <p:sp>
        <p:nvSpPr>
          <p:cNvPr id="3" name="Segnaposto piè di pagina 2"/>
          <p:cNvSpPr>
            <a:spLocks noGrp="1"/>
          </p:cNvSpPr>
          <p:nvPr>
            <p:ph type="ftr" sz="quarter" idx="11"/>
          </p:nvPr>
        </p:nvSpPr>
        <p:spPr/>
        <p:txBody>
          <a:bodyPr/>
          <a:lstStyle>
            <a:extLst/>
          </a:lstStyle>
          <a:p>
            <a:endParaRPr lang="it-IT"/>
          </a:p>
        </p:txBody>
      </p:sp>
      <p:sp>
        <p:nvSpPr>
          <p:cNvPr id="4" name="Segnaposto numero diapositiva 3"/>
          <p:cNvSpPr>
            <a:spLocks noGrp="1"/>
          </p:cNvSpPr>
          <p:nvPr>
            <p:ph type="sldNum" sz="quarter" idx="12"/>
          </p:nvPr>
        </p:nvSpPr>
        <p:spPr/>
        <p:txBody>
          <a:bodyPr/>
          <a:lstStyle>
            <a:extLst/>
          </a:lstStyle>
          <a:p>
            <a:fld id="{3A03E66D-A13A-4C27-A19D-D7B0DBB2617F}" type="slidenum">
              <a:rPr lang="it-IT" smtClean="0"/>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to con didascalia">
    <p:bg>
      <p:bgRef idx="1003">
        <a:schemeClr val="bg1"/>
      </p:bgRef>
    </p:bg>
    <p:spTree>
      <p:nvGrpSpPr>
        <p:cNvPr id="1" name=""/>
        <p:cNvGrpSpPr/>
        <p:nvPr/>
      </p:nvGrpSpPr>
      <p:grpSpPr>
        <a:xfrm>
          <a:off x="0" y="0"/>
          <a:ext cx="0" cy="0"/>
          <a:chOff x="0" y="0"/>
          <a:chExt cx="0" cy="0"/>
        </a:xfrm>
      </p:grpSpPr>
      <p:sp>
        <p:nvSpPr>
          <p:cNvPr id="2" name="Titolo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it-IT" smtClean="0"/>
              <a:t>Fare clic per modificare lo stile del titolo</a:t>
            </a:r>
            <a:endParaRPr kumimoji="0" lang="en-US"/>
          </a:p>
        </p:txBody>
      </p:sp>
      <p:sp>
        <p:nvSpPr>
          <p:cNvPr id="3" name="Segnaposto testo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it-IT" smtClean="0"/>
              <a:t>Fare clic per modificare stili del testo dello schema</a:t>
            </a:r>
          </a:p>
        </p:txBody>
      </p:sp>
      <p:sp>
        <p:nvSpPr>
          <p:cNvPr id="4" name="Segnaposto contenuto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it-IT" smtClean="0"/>
              <a:t>Fare clic per modificare stili del testo dello schema</a:t>
            </a:r>
          </a:p>
          <a:p>
            <a:pPr lvl="1" eaLnBrk="1" latinLnBrk="0" hangingPunct="1"/>
            <a:r>
              <a:rPr lang="it-IT" smtClean="0"/>
              <a:t>Secondo livello</a:t>
            </a:r>
          </a:p>
          <a:p>
            <a:pPr lvl="2" eaLnBrk="1" latinLnBrk="0" hangingPunct="1"/>
            <a:r>
              <a:rPr lang="it-IT" smtClean="0"/>
              <a:t>Terzo livello</a:t>
            </a:r>
          </a:p>
          <a:p>
            <a:pPr lvl="3" eaLnBrk="1" latinLnBrk="0" hangingPunct="1"/>
            <a:r>
              <a:rPr lang="it-IT" smtClean="0"/>
              <a:t>Quarto livello</a:t>
            </a:r>
          </a:p>
          <a:p>
            <a:pPr lvl="4" eaLnBrk="1" latinLnBrk="0" hangingPunct="1"/>
            <a:r>
              <a:rPr lang="it-IT" smtClean="0"/>
              <a:t>Quinto livello</a:t>
            </a:r>
            <a:endParaRPr kumimoji="0" lang="en-US"/>
          </a:p>
        </p:txBody>
      </p:sp>
      <p:sp>
        <p:nvSpPr>
          <p:cNvPr id="5" name="Segnaposto data 4"/>
          <p:cNvSpPr>
            <a:spLocks noGrp="1"/>
          </p:cNvSpPr>
          <p:nvPr>
            <p:ph type="dt" sz="half" idx="10"/>
          </p:nvPr>
        </p:nvSpPr>
        <p:spPr>
          <a:xfrm>
            <a:off x="8969376" y="6407944"/>
            <a:ext cx="2560320" cy="365760"/>
          </a:xfrm>
        </p:spPr>
        <p:txBody>
          <a:bodyPr/>
          <a:lstStyle>
            <a:extLst/>
          </a:lstStyle>
          <a:p>
            <a:fld id="{0CFFD286-1E23-4496-AB18-A7DF5C8CE213}" type="datetime1">
              <a:rPr lang="it-IT" smtClean="0"/>
              <a:t>16/11/2022</a:t>
            </a:fld>
            <a:endParaRPr lang="it-IT"/>
          </a:p>
        </p:txBody>
      </p:sp>
      <p:sp>
        <p:nvSpPr>
          <p:cNvPr id="6" name="Segnaposto piè di pagina 5"/>
          <p:cNvSpPr>
            <a:spLocks noGrp="1"/>
          </p:cNvSpPr>
          <p:nvPr>
            <p:ph type="ftr" sz="quarter" idx="11"/>
          </p:nvPr>
        </p:nvSpPr>
        <p:spPr/>
        <p:txBody>
          <a:bodyPr/>
          <a:lstStyle>
            <a:extLst/>
          </a:lstStyle>
          <a:p>
            <a:endParaRPr lang="it-IT"/>
          </a:p>
        </p:txBody>
      </p:sp>
      <p:sp>
        <p:nvSpPr>
          <p:cNvPr id="7" name="Segnaposto numero diapositiva 6"/>
          <p:cNvSpPr>
            <a:spLocks noGrp="1"/>
          </p:cNvSpPr>
          <p:nvPr>
            <p:ph type="sldNum" sz="quarter" idx="12"/>
          </p:nvPr>
        </p:nvSpPr>
        <p:spPr/>
        <p:txBody>
          <a:bodyPr/>
          <a:lstStyle>
            <a:extLst/>
          </a:lstStyle>
          <a:p>
            <a:fld id="{3A03E66D-A13A-4C27-A19D-D7B0DBB2617F}" type="slidenum">
              <a:rPr lang="it-IT" smtClean="0"/>
              <a:t>‹N›</a:t>
            </a:fld>
            <a:endParaRPr lang="it-IT"/>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magine con didascalia">
    <p:bg>
      <p:bgRef idx="1002">
        <a:schemeClr val="bg1"/>
      </p:bgRef>
    </p:bg>
    <p:spTree>
      <p:nvGrpSpPr>
        <p:cNvPr id="1" name=""/>
        <p:cNvGrpSpPr/>
        <p:nvPr/>
      </p:nvGrpSpPr>
      <p:grpSpPr>
        <a:xfrm>
          <a:off x="0" y="0"/>
          <a:ext cx="0" cy="0"/>
          <a:chOff x="0" y="0"/>
          <a:chExt cx="0" cy="0"/>
        </a:xfrm>
      </p:grpSpPr>
      <p:sp>
        <p:nvSpPr>
          <p:cNvPr id="4" name="Segnaposto testo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it-IT" smtClean="0"/>
              <a:t>Fare clic per modificare stili del testo dello schema</a:t>
            </a:r>
          </a:p>
        </p:txBody>
      </p:sp>
      <p:sp>
        <p:nvSpPr>
          <p:cNvPr id="3" name="Segnaposto immagine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it-IT" smtClean="0"/>
              <a:t>Fare clic sull'icona per inserire un'immagine</a:t>
            </a:r>
            <a:endParaRPr kumimoji="0" lang="en-US" dirty="0"/>
          </a:p>
        </p:txBody>
      </p:sp>
      <p:sp>
        <p:nvSpPr>
          <p:cNvPr id="5" name="Segnaposto data 4"/>
          <p:cNvSpPr>
            <a:spLocks noGrp="1"/>
          </p:cNvSpPr>
          <p:nvPr>
            <p:ph type="dt" sz="half" idx="10"/>
          </p:nvPr>
        </p:nvSpPr>
        <p:spPr/>
        <p:txBody>
          <a:bodyPr/>
          <a:lstStyle>
            <a:lvl1pPr>
              <a:defRPr>
                <a:solidFill>
                  <a:schemeClr val="tx1"/>
                </a:solidFill>
              </a:defRPr>
            </a:lvl1pPr>
            <a:extLst/>
          </a:lstStyle>
          <a:p>
            <a:fld id="{FE70EBD2-745A-4FFD-9F97-D0274C7E853B}" type="datetime1">
              <a:rPr lang="it-IT" smtClean="0"/>
              <a:t>16/11/2022</a:t>
            </a:fld>
            <a:endParaRPr lang="it-IT"/>
          </a:p>
        </p:txBody>
      </p:sp>
      <p:sp>
        <p:nvSpPr>
          <p:cNvPr id="6" name="Segnaposto piè di pagina 5"/>
          <p:cNvSpPr>
            <a:spLocks noGrp="1"/>
          </p:cNvSpPr>
          <p:nvPr>
            <p:ph type="ftr" sz="quarter" idx="11"/>
          </p:nvPr>
        </p:nvSpPr>
        <p:spPr>
          <a:xfrm>
            <a:off x="5840097" y="6407945"/>
            <a:ext cx="3134241" cy="365125"/>
          </a:xfrm>
        </p:spPr>
        <p:txBody>
          <a:bodyPr/>
          <a:lstStyle>
            <a:lvl1pPr>
              <a:defRPr>
                <a:solidFill>
                  <a:schemeClr val="tx1"/>
                </a:solidFill>
              </a:defRPr>
            </a:lvl1pPr>
            <a:extLst/>
          </a:lstStyle>
          <a:p>
            <a:endParaRPr lang="it-IT"/>
          </a:p>
        </p:txBody>
      </p:sp>
      <p:sp>
        <p:nvSpPr>
          <p:cNvPr id="7" name="Segnaposto numero diapositiva 6"/>
          <p:cNvSpPr>
            <a:spLocks noGrp="1"/>
          </p:cNvSpPr>
          <p:nvPr>
            <p:ph type="sldNum" sz="quarter" idx="12"/>
          </p:nvPr>
        </p:nvSpPr>
        <p:spPr/>
        <p:txBody>
          <a:bodyPr/>
          <a:lstStyle>
            <a:lvl1pPr>
              <a:defRPr>
                <a:solidFill>
                  <a:schemeClr val="tx1"/>
                </a:solidFill>
              </a:defRPr>
            </a:lvl1pPr>
            <a:extLst/>
          </a:lstStyle>
          <a:p>
            <a:fld id="{3A03E66D-A13A-4C27-A19D-D7B0DBB2617F}" type="slidenum">
              <a:rPr lang="it-IT" smtClean="0"/>
              <a:t>‹N›</a:t>
            </a:fld>
            <a:endParaRPr lang="it-IT"/>
          </a:p>
        </p:txBody>
      </p:sp>
      <p:sp>
        <p:nvSpPr>
          <p:cNvPr id="2" name="Titolo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it-IT" smtClean="0"/>
              <a:t>Fare clic per modificare lo stile del titolo</a:t>
            </a:r>
            <a:endParaRPr kumimoji="0" lang="en-US"/>
          </a:p>
        </p:txBody>
      </p:sp>
      <p:sp>
        <p:nvSpPr>
          <p:cNvPr id="8" name="Figura a mano libera 7"/>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igura a mano libera 8"/>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Triangolo rettangolo 9"/>
          <p:cNvSpPr>
            <a:spLocks/>
          </p:cNvSpPr>
          <p:nvPr/>
        </p:nvSpPr>
        <p:spPr bwMode="auto">
          <a:xfrm>
            <a:off x="-8056" y="5791253"/>
            <a:ext cx="4536419"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Connettore 1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Gallone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Gallone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extLst/>
          </a:lstStyle>
          <a:p>
            <a:r>
              <a:rPr kumimoji="0" lang="it-IT" smtClean="0"/>
              <a:t>Fare clic per modificare lo stile del titolo</a:t>
            </a:r>
            <a:endParaRPr kumimoji="0" lang="en-US"/>
          </a:p>
        </p:txBody>
      </p:sp>
      <p:sp>
        <p:nvSpPr>
          <p:cNvPr id="3" name="Segnaposto testo verticale 2"/>
          <p:cNvSpPr>
            <a:spLocks noGrp="1"/>
          </p:cNvSpPr>
          <p:nvPr>
            <p:ph type="body" orient="vert" idx="1"/>
          </p:nvPr>
        </p:nvSpPr>
        <p:spPr>
          <a:xfrm>
            <a:off x="609600" y="1481330"/>
            <a:ext cx="10972800" cy="4386071"/>
          </a:xfrm>
        </p:spPr>
        <p:txBody>
          <a:bodyPr vert="eaVert"/>
          <a:lstStyle>
            <a:extLst/>
          </a:lstStyle>
          <a:p>
            <a:pPr lvl="0" eaLnBrk="1" latinLnBrk="0" hangingPunct="1"/>
            <a:r>
              <a:rPr lang="it-IT" smtClean="0"/>
              <a:t>Fare clic per modificare stili del testo dello schema</a:t>
            </a:r>
          </a:p>
          <a:p>
            <a:pPr lvl="1" eaLnBrk="1" latinLnBrk="0" hangingPunct="1"/>
            <a:r>
              <a:rPr lang="it-IT" smtClean="0"/>
              <a:t>Secondo livello</a:t>
            </a:r>
          </a:p>
          <a:p>
            <a:pPr lvl="2" eaLnBrk="1" latinLnBrk="0" hangingPunct="1"/>
            <a:r>
              <a:rPr lang="it-IT" smtClean="0"/>
              <a:t>Terzo livello</a:t>
            </a:r>
          </a:p>
          <a:p>
            <a:pPr lvl="3" eaLnBrk="1" latinLnBrk="0" hangingPunct="1"/>
            <a:r>
              <a:rPr lang="it-IT" smtClean="0"/>
              <a:t>Quarto livello</a:t>
            </a:r>
          </a:p>
          <a:p>
            <a:pPr lvl="4" eaLnBrk="1" latinLnBrk="0" hangingPunct="1"/>
            <a:r>
              <a:rPr lang="it-IT" smtClean="0"/>
              <a:t>Quinto livello</a:t>
            </a:r>
            <a:endParaRPr kumimoji="0" lang="en-US"/>
          </a:p>
        </p:txBody>
      </p:sp>
      <p:sp>
        <p:nvSpPr>
          <p:cNvPr id="4" name="Segnaposto data 3"/>
          <p:cNvSpPr>
            <a:spLocks noGrp="1"/>
          </p:cNvSpPr>
          <p:nvPr>
            <p:ph type="dt" sz="half" idx="10"/>
          </p:nvPr>
        </p:nvSpPr>
        <p:spPr/>
        <p:txBody>
          <a:bodyPr/>
          <a:lstStyle>
            <a:extLst/>
          </a:lstStyle>
          <a:p>
            <a:fld id="{39B35E3A-8505-46E3-8727-03942588E388}" type="datetime1">
              <a:rPr lang="it-IT" smtClean="0"/>
              <a:t>16/11/2022</a:t>
            </a:fld>
            <a:endParaRPr lang="it-IT"/>
          </a:p>
        </p:txBody>
      </p:sp>
      <p:sp>
        <p:nvSpPr>
          <p:cNvPr id="5" name="Segnaposto piè di pagina 4"/>
          <p:cNvSpPr>
            <a:spLocks noGrp="1"/>
          </p:cNvSpPr>
          <p:nvPr>
            <p:ph type="ftr" sz="quarter" idx="11"/>
          </p:nvPr>
        </p:nvSpPr>
        <p:spPr/>
        <p:txBody>
          <a:bodyPr/>
          <a:lstStyle>
            <a:extLst/>
          </a:lstStyle>
          <a:p>
            <a:endParaRPr lang="it-IT"/>
          </a:p>
        </p:txBody>
      </p:sp>
      <p:sp>
        <p:nvSpPr>
          <p:cNvPr id="6" name="Segnaposto numero diapositiva 5"/>
          <p:cNvSpPr>
            <a:spLocks noGrp="1"/>
          </p:cNvSpPr>
          <p:nvPr>
            <p:ph type="sldNum" sz="quarter" idx="12"/>
          </p:nvPr>
        </p:nvSpPr>
        <p:spPr/>
        <p:txBody>
          <a:bodyPr/>
          <a:lstStyle>
            <a:extLst/>
          </a:lstStyle>
          <a:p>
            <a:fld id="{3A03E66D-A13A-4C27-A19D-D7B0DBB2617F}" type="slidenum">
              <a:rPr lang="it-IT" smtClean="0"/>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9125351" y="274641"/>
            <a:ext cx="2369960" cy="5592761"/>
          </a:xfrm>
        </p:spPr>
        <p:txBody>
          <a:bodyPr vert="eaVert"/>
          <a:lstStyle>
            <a:extLst/>
          </a:lstStyle>
          <a:p>
            <a:r>
              <a:rPr kumimoji="0" lang="it-IT" smtClean="0"/>
              <a:t>Fare clic per modificare lo stile del titolo</a:t>
            </a:r>
            <a:endParaRPr kumimoji="0" lang="en-US"/>
          </a:p>
        </p:txBody>
      </p:sp>
      <p:sp>
        <p:nvSpPr>
          <p:cNvPr id="3" name="Segnaposto testo verticale 2"/>
          <p:cNvSpPr>
            <a:spLocks noGrp="1"/>
          </p:cNvSpPr>
          <p:nvPr>
            <p:ph type="body" orient="vert" idx="1"/>
          </p:nvPr>
        </p:nvSpPr>
        <p:spPr>
          <a:xfrm>
            <a:off x="609600" y="274641"/>
            <a:ext cx="8432800" cy="5592760"/>
          </a:xfrm>
        </p:spPr>
        <p:txBody>
          <a:bodyPr vert="eaVert"/>
          <a:lstStyle>
            <a:extLst/>
          </a:lstStyle>
          <a:p>
            <a:pPr lvl="0" eaLnBrk="1" latinLnBrk="0" hangingPunct="1"/>
            <a:r>
              <a:rPr lang="it-IT" smtClean="0"/>
              <a:t>Fare clic per modificare stili del testo dello schema</a:t>
            </a:r>
          </a:p>
          <a:p>
            <a:pPr lvl="1" eaLnBrk="1" latinLnBrk="0" hangingPunct="1"/>
            <a:r>
              <a:rPr lang="it-IT" smtClean="0"/>
              <a:t>Secondo livello</a:t>
            </a:r>
          </a:p>
          <a:p>
            <a:pPr lvl="2" eaLnBrk="1" latinLnBrk="0" hangingPunct="1"/>
            <a:r>
              <a:rPr lang="it-IT" smtClean="0"/>
              <a:t>Terzo livello</a:t>
            </a:r>
          </a:p>
          <a:p>
            <a:pPr lvl="3" eaLnBrk="1" latinLnBrk="0" hangingPunct="1"/>
            <a:r>
              <a:rPr lang="it-IT" smtClean="0"/>
              <a:t>Quarto livello</a:t>
            </a:r>
          </a:p>
          <a:p>
            <a:pPr lvl="4" eaLnBrk="1" latinLnBrk="0" hangingPunct="1"/>
            <a:r>
              <a:rPr lang="it-IT" smtClean="0"/>
              <a:t>Quinto livello</a:t>
            </a:r>
            <a:endParaRPr kumimoji="0" lang="en-US"/>
          </a:p>
        </p:txBody>
      </p:sp>
      <p:sp>
        <p:nvSpPr>
          <p:cNvPr id="4" name="Segnaposto data 3"/>
          <p:cNvSpPr>
            <a:spLocks noGrp="1"/>
          </p:cNvSpPr>
          <p:nvPr>
            <p:ph type="dt" sz="half" idx="10"/>
          </p:nvPr>
        </p:nvSpPr>
        <p:spPr/>
        <p:txBody>
          <a:bodyPr/>
          <a:lstStyle>
            <a:extLst/>
          </a:lstStyle>
          <a:p>
            <a:fld id="{93379863-396D-43E8-A741-75AB7B866696}" type="datetime1">
              <a:rPr lang="it-IT" smtClean="0"/>
              <a:t>16/11/2022</a:t>
            </a:fld>
            <a:endParaRPr lang="it-IT"/>
          </a:p>
        </p:txBody>
      </p:sp>
      <p:sp>
        <p:nvSpPr>
          <p:cNvPr id="5" name="Segnaposto piè di pagina 4"/>
          <p:cNvSpPr>
            <a:spLocks noGrp="1"/>
          </p:cNvSpPr>
          <p:nvPr>
            <p:ph type="ftr" sz="quarter" idx="11"/>
          </p:nvPr>
        </p:nvSpPr>
        <p:spPr/>
        <p:txBody>
          <a:bodyPr/>
          <a:lstStyle>
            <a:extLst/>
          </a:lstStyle>
          <a:p>
            <a:endParaRPr lang="it-IT"/>
          </a:p>
        </p:txBody>
      </p:sp>
      <p:sp>
        <p:nvSpPr>
          <p:cNvPr id="6" name="Segnaposto numero diapositiva 5"/>
          <p:cNvSpPr>
            <a:spLocks noGrp="1"/>
          </p:cNvSpPr>
          <p:nvPr>
            <p:ph type="sldNum" sz="quarter" idx="12"/>
          </p:nvPr>
        </p:nvSpPr>
        <p:spPr/>
        <p:txBody>
          <a:bodyPr/>
          <a:lstStyle>
            <a:extLst/>
          </a:lstStyle>
          <a:p>
            <a:fld id="{3A03E66D-A13A-4C27-A19D-D7B0DBB2617F}" type="slidenum">
              <a:rPr lang="it-IT" smtClean="0"/>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igura a mano libera 12"/>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igura a mano libera 11"/>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Triangolo rettangolo 13"/>
          <p:cNvSpPr>
            <a:spLocks/>
          </p:cNvSpPr>
          <p:nvPr/>
        </p:nvSpPr>
        <p:spPr bwMode="auto">
          <a:xfrm>
            <a:off x="-8056" y="5791253"/>
            <a:ext cx="4536419"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Connettore 1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Segnaposto titolo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it-IT" smtClean="0"/>
              <a:t>Fare clic per modificare lo stile del titolo</a:t>
            </a:r>
            <a:endParaRPr kumimoji="0" lang="en-US"/>
          </a:p>
        </p:txBody>
      </p:sp>
      <p:sp>
        <p:nvSpPr>
          <p:cNvPr id="30" name="Segnaposto testo 29"/>
          <p:cNvSpPr>
            <a:spLocks noGrp="1"/>
          </p:cNvSpPr>
          <p:nvPr>
            <p:ph type="body" idx="1"/>
          </p:nvPr>
        </p:nvSpPr>
        <p:spPr>
          <a:xfrm>
            <a:off x="609600" y="1481329"/>
            <a:ext cx="10972800" cy="4525963"/>
          </a:xfrm>
          <a:prstGeom prst="rect">
            <a:avLst/>
          </a:prstGeom>
        </p:spPr>
        <p:txBody>
          <a:bodyPr vert="horz">
            <a:normAutofit/>
          </a:bodyPr>
          <a:lstStyle>
            <a:extLst/>
          </a:lstStyle>
          <a:p>
            <a:pPr lvl="0" eaLnBrk="1" latinLnBrk="0" hangingPunct="1"/>
            <a:r>
              <a:rPr kumimoji="0" lang="it-IT" smtClean="0"/>
              <a:t>Fare clic per modificare stili del testo dello schema</a:t>
            </a:r>
          </a:p>
          <a:p>
            <a:pPr lvl="1" eaLnBrk="1" latinLnBrk="0" hangingPunct="1"/>
            <a:r>
              <a:rPr kumimoji="0" lang="it-IT" smtClean="0"/>
              <a:t>Secondo livello</a:t>
            </a:r>
          </a:p>
          <a:p>
            <a:pPr lvl="2" eaLnBrk="1" latinLnBrk="0" hangingPunct="1"/>
            <a:r>
              <a:rPr kumimoji="0" lang="it-IT" smtClean="0"/>
              <a:t>Terzo livello</a:t>
            </a:r>
          </a:p>
          <a:p>
            <a:pPr lvl="3" eaLnBrk="1" latinLnBrk="0" hangingPunct="1"/>
            <a:r>
              <a:rPr kumimoji="0" lang="it-IT" smtClean="0"/>
              <a:t>Quarto livello</a:t>
            </a:r>
          </a:p>
          <a:p>
            <a:pPr lvl="4" eaLnBrk="1" latinLnBrk="0" hangingPunct="1"/>
            <a:r>
              <a:rPr kumimoji="0" lang="it-IT" smtClean="0"/>
              <a:t>Quinto livello</a:t>
            </a:r>
            <a:endParaRPr kumimoji="0" lang="en-US"/>
          </a:p>
        </p:txBody>
      </p:sp>
      <p:sp>
        <p:nvSpPr>
          <p:cNvPr id="10" name="Segnaposto data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5CD3B760-DED4-4157-BBB8-83F0E672D44A}" type="datetime1">
              <a:rPr lang="it-IT" smtClean="0"/>
              <a:t>16/11/2022</a:t>
            </a:fld>
            <a:endParaRPr lang="it-IT"/>
          </a:p>
        </p:txBody>
      </p:sp>
      <p:sp>
        <p:nvSpPr>
          <p:cNvPr id="22" name="Segnaposto piè di pagina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endParaRPr lang="it-IT"/>
          </a:p>
        </p:txBody>
      </p:sp>
      <p:sp>
        <p:nvSpPr>
          <p:cNvPr id="18" name="Segnaposto numero diapositiva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3A03E66D-A13A-4C27-A19D-D7B0DBB2617F}" type="slidenum">
              <a:rPr lang="it-IT" smtClean="0"/>
              <a:t>‹N›</a:t>
            </a:fld>
            <a:endParaRPr lang="it-IT"/>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audio" Target="file:///C:\Programmi\Microsoft%20Office\Clipart\MMedia\Merengue.wav" TargetMode="Externa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264696" y="364789"/>
            <a:ext cx="11927304" cy="2387600"/>
          </a:xfrm>
        </p:spPr>
        <p:txBody>
          <a:bodyPr>
            <a:normAutofit/>
          </a:bodyPr>
          <a:lstStyle/>
          <a:p>
            <a:pPr algn="ctr"/>
            <a:r>
              <a:rPr lang="en-US" sz="6000" b="1" dirty="0"/>
              <a:t>Fondazione ITS </a:t>
            </a:r>
            <a:r>
              <a:rPr lang="en-US" sz="6000" b="1" dirty="0" smtClean="0"/>
              <a:t/>
            </a:r>
            <a:br>
              <a:rPr lang="en-US" sz="6000" b="1" dirty="0" smtClean="0"/>
            </a:br>
            <a:r>
              <a:rPr lang="en-US" sz="1300" b="1" dirty="0" smtClean="0"/>
              <a:t/>
            </a:r>
            <a:br>
              <a:rPr lang="en-US" sz="1300" b="1" dirty="0" smtClean="0"/>
            </a:br>
            <a:r>
              <a:rPr lang="en-US" sz="3200" b="1" dirty="0" smtClean="0"/>
              <a:t>Information &amp; </a:t>
            </a:r>
            <a:r>
              <a:rPr lang="en-US" sz="3200" b="1" dirty="0"/>
              <a:t>Communications Technology </a:t>
            </a:r>
            <a:r>
              <a:rPr lang="en-US" sz="3200" b="1" dirty="0" smtClean="0"/>
              <a:t>Academy</a:t>
            </a:r>
            <a:endParaRPr lang="it-IT" sz="3200" b="1" dirty="0"/>
          </a:p>
        </p:txBody>
      </p:sp>
      <p:sp>
        <p:nvSpPr>
          <p:cNvPr id="4" name="Rectangle 2"/>
          <p:cNvSpPr txBox="1">
            <a:spLocks noChangeArrowheads="1"/>
          </p:cNvSpPr>
          <p:nvPr/>
        </p:nvSpPr>
        <p:spPr>
          <a:xfrm>
            <a:off x="1103586" y="2903866"/>
            <a:ext cx="9853448" cy="188885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it-IT" altLang="it-IT" b="1" dirty="0" smtClean="0">
                <a:solidFill>
                  <a:srgbClr val="FFC000"/>
                </a:solidFill>
              </a:rPr>
              <a:t>Protezione della Proprietà Intellettuale</a:t>
            </a:r>
            <a:endParaRPr lang="it-IT" altLang="it-IT" b="1" dirty="0" smtClean="0">
              <a:solidFill>
                <a:srgbClr val="FFC000"/>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7986" y="4093725"/>
            <a:ext cx="9380484" cy="2341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32610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1027"/>
          <p:cNvSpPr>
            <a:spLocks noGrp="1" noChangeArrowheads="1"/>
          </p:cNvSpPr>
          <p:nvPr>
            <p:ph idx="1"/>
          </p:nvPr>
        </p:nvSpPr>
        <p:spPr/>
        <p:txBody>
          <a:bodyPr/>
          <a:lstStyle/>
          <a:p>
            <a:pPr eaLnBrk="1" hangingPunct="1">
              <a:lnSpc>
                <a:spcPct val="90000"/>
              </a:lnSpc>
            </a:pPr>
            <a:r>
              <a:rPr lang="it-IT" altLang="it-IT" smtClean="0"/>
              <a:t>Perché inventare costa fatica</a:t>
            </a:r>
          </a:p>
          <a:p>
            <a:pPr eaLnBrk="1" hangingPunct="1">
              <a:lnSpc>
                <a:spcPct val="90000"/>
              </a:lnSpc>
            </a:pPr>
            <a:r>
              <a:rPr lang="it-IT" altLang="it-IT" smtClean="0"/>
              <a:t>L’originalità va premiata</a:t>
            </a:r>
          </a:p>
          <a:p>
            <a:pPr eaLnBrk="1" hangingPunct="1">
              <a:lnSpc>
                <a:spcPct val="90000"/>
              </a:lnSpc>
            </a:pPr>
            <a:r>
              <a:rPr lang="it-IT" altLang="it-IT" smtClean="0"/>
              <a:t>Gli sforzi personali richiedono un ritorno economico e morale</a:t>
            </a:r>
          </a:p>
          <a:p>
            <a:pPr eaLnBrk="1" hangingPunct="1">
              <a:lnSpc>
                <a:spcPct val="90000"/>
              </a:lnSpc>
            </a:pPr>
            <a:r>
              <a:rPr lang="it-IT" altLang="it-IT" smtClean="0"/>
              <a:t>La proprietà intellettuale su una innovazione va riconosciuta per un certo tempo, per poi diventare patrimonio dell’umanità</a:t>
            </a:r>
          </a:p>
        </p:txBody>
      </p:sp>
      <p:sp>
        <p:nvSpPr>
          <p:cNvPr id="4098" name="Rectangle 1026"/>
          <p:cNvSpPr>
            <a:spLocks noGrp="1" noChangeArrowheads="1"/>
          </p:cNvSpPr>
          <p:nvPr>
            <p:ph type="title"/>
          </p:nvPr>
        </p:nvSpPr>
        <p:spPr/>
        <p:txBody>
          <a:bodyPr/>
          <a:lstStyle/>
          <a:p>
            <a:pPr eaLnBrk="1" hangingPunct="1"/>
            <a:r>
              <a:rPr lang="it-IT" altLang="it-IT" smtClean="0"/>
              <a:t>Perché ?</a:t>
            </a:r>
          </a:p>
        </p:txBody>
      </p:sp>
      <p:pic>
        <p:nvPicPr>
          <p:cNvPr id="4100" name="Picture 1028" descr="C:\Programmi\Microsoft Office\Clipart\standard\stddir4\PE02384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10233" y="5181600"/>
            <a:ext cx="1905000"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1141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p:txBody>
          <a:bodyPr>
            <a:normAutofit/>
          </a:bodyPr>
          <a:lstStyle/>
          <a:p>
            <a:pPr eaLnBrk="1" hangingPunct="1">
              <a:lnSpc>
                <a:spcPct val="90000"/>
              </a:lnSpc>
            </a:pPr>
            <a:r>
              <a:rPr lang="it-IT" altLang="it-IT" sz="2800" smtClean="0"/>
              <a:t>Diritto d’Autore: copre elementi immateriali quali testi, immagini, suoni, video, ecc. </a:t>
            </a:r>
          </a:p>
          <a:p>
            <a:pPr eaLnBrk="1" hangingPunct="1">
              <a:lnSpc>
                <a:spcPct val="90000"/>
              </a:lnSpc>
            </a:pPr>
            <a:r>
              <a:rPr lang="it-IT" altLang="it-IT" sz="2800" smtClean="0"/>
              <a:t>Brevetto: copre oggetti materiali, processi, disegni, piante, semiconduttori…</a:t>
            </a:r>
          </a:p>
          <a:p>
            <a:pPr eaLnBrk="1" hangingPunct="1">
              <a:lnSpc>
                <a:spcPct val="90000"/>
              </a:lnSpc>
            </a:pPr>
            <a:r>
              <a:rPr lang="it-IT" altLang="it-IT" sz="2800" smtClean="0"/>
              <a:t>Marchi di Fabbrica (nomi, titoli, frasi brevi)</a:t>
            </a:r>
          </a:p>
          <a:p>
            <a:pPr eaLnBrk="1" hangingPunct="1">
              <a:lnSpc>
                <a:spcPct val="90000"/>
              </a:lnSpc>
            </a:pPr>
            <a:r>
              <a:rPr lang="it-IT" altLang="it-IT" sz="2800" smtClean="0"/>
              <a:t>Segreti Commerciali (per idee, parole scritte,...) </a:t>
            </a:r>
          </a:p>
          <a:p>
            <a:pPr eaLnBrk="1" hangingPunct="1">
              <a:lnSpc>
                <a:spcPct val="90000"/>
              </a:lnSpc>
            </a:pPr>
            <a:r>
              <a:rPr lang="it-IT" altLang="it-IT" sz="2800" smtClean="0"/>
              <a:t>Altre forme di protezione esistono, per esempio attraverso contratti specifici.</a:t>
            </a:r>
          </a:p>
        </p:txBody>
      </p:sp>
      <p:sp>
        <p:nvSpPr>
          <p:cNvPr id="5122" name="Rectangle 2"/>
          <p:cNvSpPr>
            <a:spLocks noGrp="1" noChangeArrowheads="1"/>
          </p:cNvSpPr>
          <p:nvPr>
            <p:ph type="title"/>
          </p:nvPr>
        </p:nvSpPr>
        <p:spPr/>
        <p:txBody>
          <a:bodyPr/>
          <a:lstStyle/>
          <a:p>
            <a:pPr eaLnBrk="1" hangingPunct="1"/>
            <a:r>
              <a:rPr lang="it-IT" altLang="it-IT" smtClean="0"/>
              <a:t>Cosa protegge ? </a:t>
            </a:r>
          </a:p>
        </p:txBody>
      </p:sp>
    </p:spTree>
    <p:extLst>
      <p:ext uri="{BB962C8B-B14F-4D97-AF65-F5344CB8AC3E}">
        <p14:creationId xmlns:p14="http://schemas.microsoft.com/office/powerpoint/2010/main" val="2023468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idx="1"/>
          </p:nvPr>
        </p:nvSpPr>
        <p:spPr>
          <a:xfrm>
            <a:off x="711200" y="2057400"/>
            <a:ext cx="10464800" cy="4191000"/>
          </a:xfrm>
        </p:spPr>
        <p:txBody>
          <a:bodyPr/>
          <a:lstStyle/>
          <a:p>
            <a:pPr eaLnBrk="1" hangingPunct="1"/>
            <a:r>
              <a:rPr lang="it-IT" altLang="it-IT" sz="2400" smtClean="0">
                <a:solidFill>
                  <a:srgbClr val="000000"/>
                </a:solidFill>
                <a:ea typeface="Arial Unicode MS" pitchFamily="34" charset="-128"/>
                <a:cs typeface="Arial Unicode MS" pitchFamily="34" charset="-128"/>
              </a:rPr>
              <a:t>In principio, ogni diritto era del Sovrano</a:t>
            </a:r>
          </a:p>
          <a:p>
            <a:pPr eaLnBrk="1" hangingPunct="1"/>
            <a:r>
              <a:rPr lang="it-IT" altLang="it-IT" sz="2400" smtClean="0">
                <a:solidFill>
                  <a:srgbClr val="000000"/>
                </a:solidFill>
                <a:cs typeface="Times New Roman" charset="0"/>
              </a:rPr>
              <a:t>Dopo l'invenzione della stampa a caratteri mobili la produzione letteraria e scientifica si accrebbe enormemente e l'autore chiese sempre più al Sovrano il diritto di esclusiva sulle proprie opere. </a:t>
            </a:r>
            <a:endParaRPr lang="it-IT" altLang="it-IT" sz="2400" smtClean="0">
              <a:solidFill>
                <a:srgbClr val="000000"/>
              </a:solidFill>
              <a:ea typeface="Arial Unicode MS" pitchFamily="34" charset="-128"/>
              <a:cs typeface="Arial Unicode MS" pitchFamily="34" charset="-128"/>
            </a:endParaRPr>
          </a:p>
          <a:p>
            <a:pPr eaLnBrk="1" hangingPunct="1"/>
            <a:r>
              <a:rPr lang="it-IT" altLang="it-IT" sz="2400" smtClean="0">
                <a:solidFill>
                  <a:srgbClr val="000000"/>
                </a:solidFill>
                <a:ea typeface="Arial Unicode MS" pitchFamily="34" charset="-128"/>
                <a:cs typeface="Arial Unicode MS" pitchFamily="34" charset="-128"/>
              </a:rPr>
              <a:t>Per diverso tempo questo diritto fu riconosciuto attraverso dei privilegi concessi dal Sovrano alle singole opere. Si trattava, pertanto,di riconoscimenti discrezionali.</a:t>
            </a:r>
            <a:br>
              <a:rPr lang="it-IT" altLang="it-IT" sz="2400" smtClean="0">
                <a:solidFill>
                  <a:srgbClr val="000000"/>
                </a:solidFill>
                <a:ea typeface="Arial Unicode MS" pitchFamily="34" charset="-128"/>
                <a:cs typeface="Arial Unicode MS" pitchFamily="34" charset="-128"/>
              </a:rPr>
            </a:br>
            <a:endParaRPr lang="it-IT" altLang="it-IT" sz="2400" smtClean="0">
              <a:solidFill>
                <a:srgbClr val="000000"/>
              </a:solidFill>
              <a:ea typeface="Arial Unicode MS" pitchFamily="34" charset="-128"/>
              <a:cs typeface="Arial Unicode MS" pitchFamily="34" charset="-128"/>
            </a:endParaRPr>
          </a:p>
        </p:txBody>
      </p:sp>
      <p:sp>
        <p:nvSpPr>
          <p:cNvPr id="6146" name="Rectangle 2"/>
          <p:cNvSpPr>
            <a:spLocks noGrp="1" noChangeArrowheads="1"/>
          </p:cNvSpPr>
          <p:nvPr>
            <p:ph type="title"/>
          </p:nvPr>
        </p:nvSpPr>
        <p:spPr>
          <a:xfrm>
            <a:off x="609600" y="457200"/>
            <a:ext cx="11074400" cy="1143000"/>
          </a:xfrm>
        </p:spPr>
        <p:txBody>
          <a:bodyPr/>
          <a:lstStyle/>
          <a:p>
            <a:pPr eaLnBrk="1" hangingPunct="1"/>
            <a:r>
              <a:rPr lang="it-IT" altLang="it-IT" smtClean="0"/>
              <a:t>Breve storia del Diritto d’Autore</a:t>
            </a:r>
          </a:p>
        </p:txBody>
      </p:sp>
      <p:pic>
        <p:nvPicPr>
          <p:cNvPr id="6148" name="Picture 7" descr="C:\Programmi\Microsoft Office\Clipart\standard\stddir1\BD05034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50401" y="5029201"/>
            <a:ext cx="2393951" cy="156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0175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p:txBody>
          <a:bodyPr/>
          <a:lstStyle/>
          <a:p>
            <a:pPr eaLnBrk="1" hangingPunct="1">
              <a:lnSpc>
                <a:spcPct val="90000"/>
              </a:lnSpc>
            </a:pPr>
            <a:r>
              <a:rPr lang="it-IT" altLang="it-IT" sz="2000" smtClean="0"/>
              <a:t>Il Diritto d’Autore viene inventato nella Repubblica Veneta nel ‘500</a:t>
            </a:r>
          </a:p>
          <a:p>
            <a:pPr eaLnBrk="1" hangingPunct="1">
              <a:lnSpc>
                <a:spcPct val="90000"/>
              </a:lnSpc>
            </a:pPr>
            <a:r>
              <a:rPr lang="it-IT" altLang="it-IT" sz="2000" smtClean="0"/>
              <a:t>A partire dal XVIII secolo il diritto d'autore si diffonde nel mondo sotto forma di norme generali ed astratte che prevedevano il diritto esclusivo dell'autore sulle sue opere. Pertanto, cadde il regime dei privilegi come concessioni discrezionali del Sovrano sulla singola opera. </a:t>
            </a:r>
          </a:p>
          <a:p>
            <a:pPr eaLnBrk="1" hangingPunct="1">
              <a:lnSpc>
                <a:spcPct val="90000"/>
              </a:lnSpc>
            </a:pPr>
            <a:r>
              <a:rPr lang="it-IT" altLang="it-IT" sz="2000" smtClean="0"/>
              <a:t>In particolare venne riconosciuto in:</a:t>
            </a:r>
            <a:br>
              <a:rPr lang="it-IT" altLang="it-IT" sz="2000" smtClean="0"/>
            </a:br>
            <a:r>
              <a:rPr lang="it-IT" altLang="it-IT" sz="2000" smtClean="0"/>
              <a:t>-Inghilterra: Atto del 1709</a:t>
            </a:r>
            <a:br>
              <a:rPr lang="it-IT" altLang="it-IT" sz="2000" smtClean="0"/>
            </a:br>
            <a:r>
              <a:rPr lang="it-IT" altLang="it-IT" sz="2000" smtClean="0"/>
              <a:t>-Stati Uniti d'America: legge federale del 1790</a:t>
            </a:r>
            <a:br>
              <a:rPr lang="it-IT" altLang="it-IT" sz="2000" smtClean="0"/>
            </a:br>
            <a:r>
              <a:rPr lang="it-IT" altLang="it-IT" sz="2000" smtClean="0"/>
              <a:t>-Francia: leggi del 1791 e del 1793</a:t>
            </a:r>
            <a:br>
              <a:rPr lang="it-IT" altLang="it-IT" sz="2000" smtClean="0"/>
            </a:br>
            <a:r>
              <a:rPr lang="it-IT" altLang="it-IT" sz="2000" smtClean="0"/>
              <a:t>-Italia: legge del 1865</a:t>
            </a:r>
          </a:p>
          <a:p>
            <a:pPr eaLnBrk="1" hangingPunct="1">
              <a:lnSpc>
                <a:spcPct val="90000"/>
              </a:lnSpc>
            </a:pPr>
            <a:r>
              <a:rPr lang="it-IT" altLang="it-IT" sz="2000" smtClean="0"/>
              <a:t>Con le Convenzioni di Berna e Ginevra di fine ‘800  vengono poste le basi per l’armonizzazione delle legislazioni</a:t>
            </a:r>
          </a:p>
        </p:txBody>
      </p:sp>
      <p:sp>
        <p:nvSpPr>
          <p:cNvPr id="7170" name="Rectangle 2"/>
          <p:cNvSpPr>
            <a:spLocks noGrp="1" noChangeArrowheads="1"/>
          </p:cNvSpPr>
          <p:nvPr>
            <p:ph type="title"/>
          </p:nvPr>
        </p:nvSpPr>
        <p:spPr/>
        <p:txBody>
          <a:bodyPr/>
          <a:lstStyle/>
          <a:p>
            <a:pPr eaLnBrk="1" hangingPunct="1"/>
            <a:r>
              <a:rPr lang="it-IT" altLang="it-IT" smtClean="0"/>
              <a:t>Il Diritto d’Autore</a:t>
            </a:r>
          </a:p>
        </p:txBody>
      </p:sp>
      <p:pic>
        <p:nvPicPr>
          <p:cNvPr id="7172" name="Picture 4" descr="C:\Programmi\File comuni\Microsoft Shared\Clipart\cagcat50\EN00354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09725" y="4676775"/>
            <a:ext cx="2952751"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1855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3"/>
          <p:cNvSpPr>
            <a:spLocks noGrp="1" noChangeArrowheads="1"/>
          </p:cNvSpPr>
          <p:nvPr>
            <p:ph idx="1"/>
          </p:nvPr>
        </p:nvSpPr>
        <p:spPr>
          <a:xfrm>
            <a:off x="203200" y="1981200"/>
            <a:ext cx="11582400" cy="4114800"/>
          </a:xfrm>
        </p:spPr>
        <p:txBody>
          <a:bodyPr/>
          <a:lstStyle/>
          <a:p>
            <a:pPr algn="just" eaLnBrk="1" hangingPunct="1"/>
            <a:r>
              <a:rPr lang="it-IT" altLang="it-IT" sz="2100" smtClean="0">
                <a:cs typeface="Times New Roman" charset="0"/>
              </a:rPr>
              <a:t>Oggi in Italia il diritto d'autore è regolato da una serie di disposizioni di cui la più importante è la Legge 633 del 1941. </a:t>
            </a:r>
          </a:p>
          <a:p>
            <a:pPr algn="just" eaLnBrk="1" hangingPunct="1"/>
            <a:r>
              <a:rPr lang="it-IT" altLang="it-IT" sz="2100" smtClean="0">
                <a:cs typeface="Times New Roman" charset="0"/>
              </a:rPr>
              <a:t>L'oggetto del diritto d'autore riguarda un bene molto particolare che rientra nei beni immateriali : l'opera dell'ingegno nella sua </a:t>
            </a:r>
            <a:r>
              <a:rPr lang="it-IT" altLang="it-IT" sz="2100" u="sng" smtClean="0">
                <a:cs typeface="Times New Roman" charset="0"/>
              </a:rPr>
              <a:t>originalità</a:t>
            </a:r>
            <a:r>
              <a:rPr lang="it-IT" altLang="it-IT" sz="2100" smtClean="0">
                <a:cs typeface="Times New Roman" charset="0"/>
              </a:rPr>
              <a:t>. </a:t>
            </a:r>
          </a:p>
          <a:p>
            <a:pPr algn="just" eaLnBrk="1" hangingPunct="1"/>
            <a:r>
              <a:rPr lang="it-IT" altLang="it-IT" sz="2100" smtClean="0">
                <a:cs typeface="Times New Roman" charset="0"/>
              </a:rPr>
              <a:t>Vengono tutelati:</a:t>
            </a:r>
          </a:p>
          <a:p>
            <a:pPr lvl="1" algn="just" eaLnBrk="1" hangingPunct="1"/>
            <a:r>
              <a:rPr lang="it-IT" altLang="it-IT" sz="1900" smtClean="0">
                <a:cs typeface="Times New Roman" charset="0"/>
              </a:rPr>
              <a:t>ll  diritto dell’autore sul suo lavoro (diritto morale), che non può essere trasferito a qualcun altro.</a:t>
            </a:r>
          </a:p>
          <a:p>
            <a:pPr lvl="1" algn="just" eaLnBrk="1" hangingPunct="1"/>
            <a:r>
              <a:rPr lang="it-IT" altLang="it-IT" sz="1900" smtClean="0">
                <a:cs typeface="Times New Roman" charset="0"/>
              </a:rPr>
              <a:t>I diritti economici relativi alla riproduzione, traduzione, diffusione, adattamento del lavoro originale. Questi diritti possono anche essere dati o venduti a terze parti. </a:t>
            </a:r>
          </a:p>
        </p:txBody>
      </p:sp>
      <p:sp>
        <p:nvSpPr>
          <p:cNvPr id="286722" name="Rectangle 2"/>
          <p:cNvSpPr>
            <a:spLocks noGrp="1" noChangeArrowheads="1"/>
          </p:cNvSpPr>
          <p:nvPr>
            <p:ph type="title"/>
          </p:nvPr>
        </p:nvSpPr>
        <p:spPr>
          <a:xfrm>
            <a:off x="304800" y="228600"/>
            <a:ext cx="10363200" cy="1143000"/>
          </a:xfrm>
        </p:spPr>
        <p:txBody>
          <a:bodyPr/>
          <a:lstStyle/>
          <a:p>
            <a:pPr eaLnBrk="1" hangingPunct="1"/>
            <a:r>
              <a:rPr lang="it-IT" altLang="it-IT" sz="4000" smtClean="0"/>
              <a:t>Il diritto d’autore in</a:t>
            </a:r>
            <a:r>
              <a:rPr lang="it-IT" altLang="it-IT" smtClean="0"/>
              <a:t> Italia</a:t>
            </a:r>
          </a:p>
        </p:txBody>
      </p:sp>
      <p:sp>
        <p:nvSpPr>
          <p:cNvPr id="8196" name="Text Box 6"/>
          <p:cNvSpPr txBox="1">
            <a:spLocks noChangeArrowheads="1"/>
          </p:cNvSpPr>
          <p:nvPr/>
        </p:nvSpPr>
        <p:spPr bwMode="auto">
          <a:xfrm>
            <a:off x="4572000" y="6172201"/>
            <a:ext cx="2641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4800">
                <a:solidFill>
                  <a:schemeClr val="folHlink"/>
                </a:solidFill>
                <a:latin typeface="Tahoma" pitchFamily="34" charset="0"/>
              </a:defRPr>
            </a:lvl1pPr>
            <a:lvl2pPr marL="742950" indent="-285750" eaLnBrk="0" hangingPunct="0">
              <a:defRPr sz="4800">
                <a:solidFill>
                  <a:schemeClr val="folHlink"/>
                </a:solidFill>
                <a:latin typeface="Tahoma" pitchFamily="34" charset="0"/>
              </a:defRPr>
            </a:lvl2pPr>
            <a:lvl3pPr marL="1143000" indent="-228600" eaLnBrk="0" hangingPunct="0">
              <a:defRPr sz="4800">
                <a:solidFill>
                  <a:schemeClr val="folHlink"/>
                </a:solidFill>
                <a:latin typeface="Tahoma" pitchFamily="34" charset="0"/>
              </a:defRPr>
            </a:lvl3pPr>
            <a:lvl4pPr marL="1600200" indent="-228600" eaLnBrk="0" hangingPunct="0">
              <a:defRPr sz="4800">
                <a:solidFill>
                  <a:schemeClr val="folHlink"/>
                </a:solidFill>
                <a:latin typeface="Tahoma" pitchFamily="34" charset="0"/>
              </a:defRPr>
            </a:lvl4pPr>
            <a:lvl5pPr marL="2057400" indent="-228600" eaLnBrk="0" hangingPunct="0">
              <a:defRPr sz="4800">
                <a:solidFill>
                  <a:schemeClr val="folHlink"/>
                </a:solidFill>
                <a:latin typeface="Tahoma" pitchFamily="34" charset="0"/>
              </a:defRPr>
            </a:lvl5pPr>
            <a:lvl6pPr marL="2514600" indent="-228600" eaLnBrk="0" fontAlgn="base" hangingPunct="0">
              <a:spcBef>
                <a:spcPct val="0"/>
              </a:spcBef>
              <a:spcAft>
                <a:spcPct val="0"/>
              </a:spcAft>
              <a:defRPr sz="4800">
                <a:solidFill>
                  <a:schemeClr val="folHlink"/>
                </a:solidFill>
                <a:latin typeface="Tahoma" pitchFamily="34" charset="0"/>
              </a:defRPr>
            </a:lvl6pPr>
            <a:lvl7pPr marL="2971800" indent="-228600" eaLnBrk="0" fontAlgn="base" hangingPunct="0">
              <a:spcBef>
                <a:spcPct val="0"/>
              </a:spcBef>
              <a:spcAft>
                <a:spcPct val="0"/>
              </a:spcAft>
              <a:defRPr sz="4800">
                <a:solidFill>
                  <a:schemeClr val="folHlink"/>
                </a:solidFill>
                <a:latin typeface="Tahoma" pitchFamily="34" charset="0"/>
              </a:defRPr>
            </a:lvl7pPr>
            <a:lvl8pPr marL="3429000" indent="-228600" eaLnBrk="0" fontAlgn="base" hangingPunct="0">
              <a:spcBef>
                <a:spcPct val="0"/>
              </a:spcBef>
              <a:spcAft>
                <a:spcPct val="0"/>
              </a:spcAft>
              <a:defRPr sz="4800">
                <a:solidFill>
                  <a:schemeClr val="folHlink"/>
                </a:solidFill>
                <a:latin typeface="Tahoma" pitchFamily="34" charset="0"/>
              </a:defRPr>
            </a:lvl8pPr>
            <a:lvl9pPr marL="3886200" indent="-228600" eaLnBrk="0" fontAlgn="base" hangingPunct="0">
              <a:spcBef>
                <a:spcPct val="0"/>
              </a:spcBef>
              <a:spcAft>
                <a:spcPct val="0"/>
              </a:spcAft>
              <a:defRPr sz="4800">
                <a:solidFill>
                  <a:schemeClr val="folHlink"/>
                </a:solidFill>
                <a:latin typeface="Tahoma" pitchFamily="34" charset="0"/>
              </a:defRPr>
            </a:lvl9pPr>
          </a:lstStyle>
          <a:p>
            <a:pPr algn="ctr" eaLnBrk="1" hangingPunct="1">
              <a:spcBef>
                <a:spcPct val="50000"/>
              </a:spcBef>
            </a:pPr>
            <a:endParaRPr kumimoji="1" lang="it-IT" altLang="it-IT" sz="2000">
              <a:solidFill>
                <a:schemeClr val="tx1"/>
              </a:solidFill>
              <a:latin typeface="Times New Roman" charset="0"/>
              <a:ea typeface="PMingLiU" pitchFamily="18" charset="-120"/>
            </a:endParaRPr>
          </a:p>
        </p:txBody>
      </p:sp>
    </p:spTree>
    <p:extLst>
      <p:ext uri="{BB962C8B-B14F-4D97-AF65-F5344CB8AC3E}">
        <p14:creationId xmlns:p14="http://schemas.microsoft.com/office/powerpoint/2010/main" val="27679146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86722"/>
                                        </p:tgtEl>
                                        <p:attrNameLst>
                                          <p:attrName>style.visibility</p:attrName>
                                        </p:attrNameLst>
                                      </p:cBhvr>
                                      <p:to>
                                        <p:strVal val="visible"/>
                                      </p:to>
                                    </p:set>
                                    <p:anim calcmode="lin" valueType="num">
                                      <p:cBhvr additive="base">
                                        <p:cTn id="7" dur="500" fill="hold"/>
                                        <p:tgtEl>
                                          <p:spTgt spid="286722"/>
                                        </p:tgtEl>
                                        <p:attrNameLst>
                                          <p:attrName>ppt_x</p:attrName>
                                        </p:attrNameLst>
                                      </p:cBhvr>
                                      <p:tavLst>
                                        <p:tav tm="0">
                                          <p:val>
                                            <p:strVal val="1+#ppt_w/2"/>
                                          </p:val>
                                        </p:tav>
                                        <p:tav tm="100000">
                                          <p:val>
                                            <p:strVal val="#ppt_x"/>
                                          </p:val>
                                        </p:tav>
                                      </p:tavLst>
                                    </p:anim>
                                    <p:anim calcmode="lin" valueType="num">
                                      <p:cBhvr additive="base">
                                        <p:cTn id="8" dur="500" fill="hold"/>
                                        <p:tgtEl>
                                          <p:spTgt spid="2867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2"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a:xfrm>
            <a:off x="711200" y="2057400"/>
            <a:ext cx="10769600" cy="4114800"/>
          </a:xfrm>
        </p:spPr>
        <p:txBody>
          <a:bodyPr/>
          <a:lstStyle/>
          <a:p>
            <a:pPr>
              <a:spcBef>
                <a:spcPct val="50000"/>
              </a:spcBef>
            </a:pPr>
            <a:r>
              <a:rPr lang="it-IT" altLang="it-IT" sz="2000" smtClean="0">
                <a:cs typeface="Times New Roman" charset="0"/>
              </a:rPr>
              <a:t>Chi è autore dell'opera dell'ingegno? Chi è in essa indicato come tale. Questa è la regola generale. In altri casi particolari valgono delle regole specifiche. Ad esempio, nelle opere collettive ( riviste ) è autore chi dirige ed organizza la creazione dell'opera stessa. </a:t>
            </a:r>
          </a:p>
          <a:p>
            <a:pPr>
              <a:spcBef>
                <a:spcPct val="50000"/>
              </a:spcBef>
            </a:pPr>
            <a:r>
              <a:rPr lang="it-IT" altLang="it-IT" sz="2000" smtClean="0">
                <a:cs typeface="Times New Roman" charset="0"/>
              </a:rPr>
              <a:t>Le persone giuridiche private ( come le associazioni riconosciute ), lo Stato, le Province ed i Comuni possono essere autori quando si verificano determinate condizioni:</a:t>
            </a:r>
          </a:p>
          <a:p>
            <a:pPr lvl="1">
              <a:spcBef>
                <a:spcPct val="50000"/>
              </a:spcBef>
            </a:pPr>
            <a:r>
              <a:rPr lang="it-IT" altLang="it-IT" sz="1800" smtClean="0">
                <a:cs typeface="Times New Roman" charset="0"/>
              </a:rPr>
              <a:t>- l'opera deve riportare il nome della persona giuridica quale autore;</a:t>
            </a:r>
            <a:br>
              <a:rPr lang="it-IT" altLang="it-IT" sz="1800" smtClean="0">
                <a:cs typeface="Times New Roman" charset="0"/>
              </a:rPr>
            </a:br>
            <a:r>
              <a:rPr lang="it-IT" altLang="it-IT" sz="1800" smtClean="0">
                <a:cs typeface="Times New Roman" charset="0"/>
              </a:rPr>
              <a:t>- l'opera deve essere realizzata a spese della persona giuridica;</a:t>
            </a:r>
            <a:br>
              <a:rPr lang="it-IT" altLang="it-IT" sz="1800" smtClean="0">
                <a:cs typeface="Times New Roman" charset="0"/>
              </a:rPr>
            </a:br>
            <a:r>
              <a:rPr lang="it-IT" altLang="it-IT" sz="1800" smtClean="0">
                <a:cs typeface="Times New Roman" charset="0"/>
              </a:rPr>
              <a:t>- l'opera deve essere pubblicata.</a:t>
            </a:r>
          </a:p>
          <a:p>
            <a:pPr>
              <a:spcBef>
                <a:spcPct val="50000"/>
              </a:spcBef>
              <a:buFont typeface="Wingdings" pitchFamily="2" charset="2"/>
              <a:buNone/>
            </a:pPr>
            <a:endParaRPr lang="it-IT" altLang="it-IT" sz="2000" smtClean="0">
              <a:cs typeface="Times New Roman" charset="0"/>
            </a:endParaRPr>
          </a:p>
        </p:txBody>
      </p:sp>
      <p:sp>
        <p:nvSpPr>
          <p:cNvPr id="287746" name="Rectangle 2"/>
          <p:cNvSpPr>
            <a:spLocks noGrp="1" noChangeArrowheads="1"/>
          </p:cNvSpPr>
          <p:nvPr>
            <p:ph type="title"/>
          </p:nvPr>
        </p:nvSpPr>
        <p:spPr>
          <a:xfrm>
            <a:off x="711200" y="457200"/>
            <a:ext cx="10363200" cy="1143000"/>
          </a:xfrm>
        </p:spPr>
        <p:txBody>
          <a:bodyPr/>
          <a:lstStyle/>
          <a:p>
            <a:pPr eaLnBrk="1" hangingPunct="1"/>
            <a:r>
              <a:rPr lang="it-IT" altLang="it-IT" sz="4000" smtClean="0"/>
              <a:t>L’Autore</a:t>
            </a:r>
          </a:p>
        </p:txBody>
      </p:sp>
      <p:pic>
        <p:nvPicPr>
          <p:cNvPr id="9220" name="Picture 7" descr="C:\Programmi\Microsoft Office\Clipart\standard\stddir2\BS00979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31200" y="5141914"/>
            <a:ext cx="2144184" cy="171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86903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87746"/>
                                        </p:tgtEl>
                                        <p:attrNameLst>
                                          <p:attrName>style.visibility</p:attrName>
                                        </p:attrNameLst>
                                      </p:cBhvr>
                                      <p:to>
                                        <p:strVal val="visible"/>
                                      </p:to>
                                    </p:set>
                                    <p:anim calcmode="lin" valueType="num">
                                      <p:cBhvr additive="base">
                                        <p:cTn id="7" dur="500" fill="hold"/>
                                        <p:tgtEl>
                                          <p:spTgt spid="287746"/>
                                        </p:tgtEl>
                                        <p:attrNameLst>
                                          <p:attrName>ppt_x</p:attrName>
                                        </p:attrNameLst>
                                      </p:cBhvr>
                                      <p:tavLst>
                                        <p:tav tm="0">
                                          <p:val>
                                            <p:strVal val="1+#ppt_w/2"/>
                                          </p:val>
                                        </p:tav>
                                        <p:tav tm="100000">
                                          <p:val>
                                            <p:strVal val="#ppt_x"/>
                                          </p:val>
                                        </p:tav>
                                      </p:tavLst>
                                    </p:anim>
                                    <p:anim calcmode="lin" valueType="num">
                                      <p:cBhvr additive="base">
                                        <p:cTn id="8" dur="500" fill="hold"/>
                                        <p:tgtEl>
                                          <p:spTgt spid="2877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6"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1117600" y="533400"/>
            <a:ext cx="10363200" cy="1136650"/>
          </a:xfrm>
        </p:spPr>
        <p:txBody>
          <a:bodyPr/>
          <a:lstStyle/>
          <a:p>
            <a:pPr eaLnBrk="1" hangingPunct="1"/>
            <a:r>
              <a:rPr lang="it-IT" altLang="it-IT" smtClean="0">
                <a:cs typeface="Times New Roman" charset="0"/>
              </a:rPr>
              <a:t>Titolarità</a:t>
            </a:r>
            <a:r>
              <a:rPr lang="it-IT" altLang="it-IT" smtClean="0"/>
              <a:t> e Durata</a:t>
            </a:r>
          </a:p>
        </p:txBody>
      </p:sp>
      <p:sp>
        <p:nvSpPr>
          <p:cNvPr id="10243" name="Rectangle 3"/>
          <p:cNvSpPr>
            <a:spLocks noChangeArrowheads="1"/>
          </p:cNvSpPr>
          <p:nvPr/>
        </p:nvSpPr>
        <p:spPr bwMode="auto">
          <a:xfrm>
            <a:off x="1524000" y="2057400"/>
            <a:ext cx="10160000"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0163"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849313"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268413"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87513"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106613"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63813"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3021013"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78213"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935413"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buFont typeface="Wingdings" pitchFamily="2" charset="2"/>
              <a:buNone/>
            </a:pPr>
            <a:r>
              <a:rPr lang="it-IT" altLang="it-IT" sz="2400">
                <a:solidFill>
                  <a:srgbClr val="000000"/>
                </a:solidFill>
                <a:cs typeface="Times New Roman" charset="0"/>
              </a:rPr>
              <a:t>Il diritto d’autore si acquista in via originaria automaticamente nel momento stesso in cui viene creata l’opera, senza che a tal fine siano necessarie ulteriori attività quali il deposito o la registrazione dell’opera.</a:t>
            </a:r>
            <a:r>
              <a:rPr lang="it-IT" altLang="it-IT" sz="3000"/>
              <a:t> </a:t>
            </a:r>
          </a:p>
          <a:p>
            <a:pPr eaLnBrk="1" hangingPunct="1">
              <a:buFont typeface="Wingdings" pitchFamily="2" charset="2"/>
              <a:buNone/>
            </a:pPr>
            <a:r>
              <a:rPr lang="it-IT" altLang="it-IT" sz="2400"/>
              <a:t>Il diritto patrimoniale dura per tutta la vita dell’autore e per i settant’anni successivi alla sua morte.</a:t>
            </a:r>
          </a:p>
          <a:p>
            <a:pPr eaLnBrk="1" hangingPunct="1">
              <a:buFont typeface="Wingdings" pitchFamily="2" charset="2"/>
              <a:buNone/>
            </a:pPr>
            <a:r>
              <a:rPr lang="it-IT" altLang="it-IT" sz="2400"/>
              <a:t>Scaduto il termine di durata del diritto patrimoniale d’autore, l’opera cade in pubblico dominio, per cui chiunque può utilizzarla a fini economici.</a:t>
            </a:r>
          </a:p>
        </p:txBody>
      </p:sp>
    </p:spTree>
    <p:extLst>
      <p:ext uri="{BB962C8B-B14F-4D97-AF65-F5344CB8AC3E}">
        <p14:creationId xmlns:p14="http://schemas.microsoft.com/office/powerpoint/2010/main" val="23582928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78530"/>
                                        </p:tgtEl>
                                        <p:attrNameLst>
                                          <p:attrName>style.visibility</p:attrName>
                                        </p:attrNameLst>
                                      </p:cBhvr>
                                      <p:to>
                                        <p:strVal val="visible"/>
                                      </p:to>
                                    </p:set>
                                    <p:anim calcmode="lin" valueType="num">
                                      <p:cBhvr additive="base">
                                        <p:cTn id="7" dur="500" fill="hold"/>
                                        <p:tgtEl>
                                          <p:spTgt spid="278530"/>
                                        </p:tgtEl>
                                        <p:attrNameLst>
                                          <p:attrName>ppt_x</p:attrName>
                                        </p:attrNameLst>
                                      </p:cBhvr>
                                      <p:tavLst>
                                        <p:tav tm="0">
                                          <p:val>
                                            <p:strVal val="1+#ppt_w/2"/>
                                          </p:val>
                                        </p:tav>
                                        <p:tav tm="100000">
                                          <p:val>
                                            <p:strVal val="#ppt_x"/>
                                          </p:val>
                                        </p:tav>
                                      </p:tavLst>
                                    </p:anim>
                                    <p:anim calcmode="lin" valueType="num">
                                      <p:cBhvr additive="base">
                                        <p:cTn id="8" dur="500" fill="hold"/>
                                        <p:tgtEl>
                                          <p:spTgt spid="2785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0"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p:txBody>
          <a:bodyPr/>
          <a:lstStyle/>
          <a:p>
            <a:pPr eaLnBrk="1" hangingPunct="1"/>
            <a:r>
              <a:rPr lang="it-IT" altLang="it-IT" smtClean="0"/>
              <a:t>Il Diritto alla riproduzione concerne anche:</a:t>
            </a:r>
          </a:p>
          <a:p>
            <a:pPr lvl="1" eaLnBrk="1" hangingPunct="1"/>
            <a:r>
              <a:rPr lang="it-IT" altLang="it-IT" smtClean="0"/>
              <a:t>memorizzare parti di software nella memoria di un calcolatore</a:t>
            </a:r>
          </a:p>
          <a:p>
            <a:pPr lvl="1" eaLnBrk="1" hangingPunct="1"/>
            <a:r>
              <a:rPr lang="it-IT" altLang="it-IT" smtClean="0"/>
              <a:t>caricare o scaricare lavori da un server</a:t>
            </a:r>
          </a:p>
          <a:p>
            <a:pPr lvl="1" eaLnBrk="1" hangingPunct="1"/>
            <a:r>
              <a:rPr lang="it-IT" altLang="it-IT" smtClean="0"/>
              <a:t>copiare files</a:t>
            </a:r>
          </a:p>
          <a:p>
            <a:pPr eaLnBrk="1" hangingPunct="1"/>
            <a:endParaRPr lang="it-IT" altLang="it-IT" smtClean="0"/>
          </a:p>
        </p:txBody>
      </p:sp>
      <p:sp>
        <p:nvSpPr>
          <p:cNvPr id="11266" name="Rectangle 2"/>
          <p:cNvSpPr>
            <a:spLocks noGrp="1" noChangeArrowheads="1"/>
          </p:cNvSpPr>
          <p:nvPr>
            <p:ph type="title"/>
          </p:nvPr>
        </p:nvSpPr>
        <p:spPr/>
        <p:txBody>
          <a:bodyPr/>
          <a:lstStyle/>
          <a:p>
            <a:pPr eaLnBrk="1" hangingPunct="1"/>
            <a:r>
              <a:rPr lang="it-IT" altLang="it-IT" smtClean="0"/>
              <a:t>Diritto alla riproduzione</a:t>
            </a:r>
          </a:p>
        </p:txBody>
      </p:sp>
      <p:pic>
        <p:nvPicPr>
          <p:cNvPr id="11268" name="Picture 4" descr="C:\Programmi\Microsoft Office\Clipart\standard\stddir1\BD06935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39200" y="4800600"/>
            <a:ext cx="2305051" cy="181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0209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idx="1"/>
          </p:nvPr>
        </p:nvSpPr>
        <p:spPr/>
        <p:txBody>
          <a:bodyPr/>
          <a:lstStyle/>
          <a:p>
            <a:pPr eaLnBrk="1" hangingPunct="1">
              <a:lnSpc>
                <a:spcPct val="90000"/>
              </a:lnSpc>
            </a:pPr>
            <a:r>
              <a:rPr lang="it-IT" altLang="it-IT" sz="2800" smtClean="0"/>
              <a:t>Si può determinare se il proprio lavoro sarà diffuso e le maniere di diffonderlo,</a:t>
            </a:r>
          </a:p>
          <a:p>
            <a:pPr eaLnBrk="1" hangingPunct="1">
              <a:lnSpc>
                <a:spcPct val="90000"/>
              </a:lnSpc>
            </a:pPr>
            <a:r>
              <a:rPr lang="it-IT" altLang="it-IT" sz="2800" smtClean="0"/>
              <a:t>Si può usare il proprio nome, uno pseudonimo o un essere anonimo.</a:t>
            </a:r>
          </a:p>
          <a:p>
            <a:pPr eaLnBrk="1" hangingPunct="1">
              <a:lnSpc>
                <a:spcPct val="90000"/>
              </a:lnSpc>
            </a:pPr>
            <a:r>
              <a:rPr lang="it-IT" altLang="it-IT" sz="2800" smtClean="0"/>
              <a:t>Si può essere riconosciuti come autori.</a:t>
            </a:r>
          </a:p>
          <a:p>
            <a:pPr eaLnBrk="1" hangingPunct="1">
              <a:lnSpc>
                <a:spcPct val="90000"/>
              </a:lnSpc>
            </a:pPr>
            <a:r>
              <a:rPr lang="it-IT" altLang="it-IT" sz="2800" smtClean="0"/>
              <a:t>Si può mantenere l’integrità del lavoro o decidere di effettuare delle modifiche.</a:t>
            </a:r>
          </a:p>
          <a:p>
            <a:pPr eaLnBrk="1" hangingPunct="1">
              <a:lnSpc>
                <a:spcPct val="90000"/>
              </a:lnSpc>
            </a:pPr>
            <a:r>
              <a:rPr lang="it-IT" altLang="it-IT" sz="2800" smtClean="0"/>
              <a:t>Si può perfino fermare la diffusione del lavoro in seguito a una evoluzione dei propri principi morali o intellettuali.</a:t>
            </a:r>
          </a:p>
        </p:txBody>
      </p:sp>
      <p:sp>
        <p:nvSpPr>
          <p:cNvPr id="12290" name="Rectangle 2"/>
          <p:cNvSpPr>
            <a:spLocks noGrp="1" noChangeArrowheads="1"/>
          </p:cNvSpPr>
          <p:nvPr>
            <p:ph type="title"/>
          </p:nvPr>
        </p:nvSpPr>
        <p:spPr/>
        <p:txBody>
          <a:bodyPr/>
          <a:lstStyle/>
          <a:p>
            <a:pPr eaLnBrk="1" hangingPunct="1"/>
            <a:r>
              <a:rPr lang="it-IT" altLang="it-IT" smtClean="0"/>
              <a:t>Diritti Morali</a:t>
            </a:r>
          </a:p>
        </p:txBody>
      </p:sp>
    </p:spTree>
    <p:extLst>
      <p:ext uri="{BB962C8B-B14F-4D97-AF65-F5344CB8AC3E}">
        <p14:creationId xmlns:p14="http://schemas.microsoft.com/office/powerpoint/2010/main" val="1663154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p:txBody>
          <a:bodyPr/>
          <a:lstStyle/>
          <a:p>
            <a:pPr eaLnBrk="1" hangingPunct="1">
              <a:lnSpc>
                <a:spcPct val="90000"/>
              </a:lnSpc>
            </a:pPr>
            <a:r>
              <a:rPr lang="it-IT" altLang="it-IT" sz="2800" smtClean="0"/>
              <a:t>lavori letterari scritti o orali, articoli di giornale, lezioni, discorsi,.... </a:t>
            </a:r>
          </a:p>
          <a:p>
            <a:pPr eaLnBrk="1" hangingPunct="1">
              <a:lnSpc>
                <a:spcPct val="90000"/>
              </a:lnSpc>
            </a:pPr>
            <a:r>
              <a:rPr lang="it-IT" altLang="it-IT" sz="2800" smtClean="0"/>
              <a:t>lavori musicali. lavori teatrali generali. </a:t>
            </a:r>
          </a:p>
          <a:p>
            <a:pPr eaLnBrk="1" hangingPunct="1">
              <a:lnSpc>
                <a:spcPct val="90000"/>
              </a:lnSpc>
            </a:pPr>
            <a:r>
              <a:rPr lang="it-IT" altLang="it-IT" sz="2800" smtClean="0"/>
              <a:t>lavori audio-visivi e cinematografici. </a:t>
            </a:r>
          </a:p>
          <a:p>
            <a:pPr eaLnBrk="1" hangingPunct="1">
              <a:lnSpc>
                <a:spcPct val="90000"/>
              </a:lnSpc>
            </a:pPr>
            <a:r>
              <a:rPr lang="it-IT" altLang="it-IT" sz="2800" smtClean="0"/>
              <a:t>sculture, dipinti e altri lavori artistici</a:t>
            </a:r>
          </a:p>
          <a:p>
            <a:pPr eaLnBrk="1" hangingPunct="1">
              <a:lnSpc>
                <a:spcPct val="90000"/>
              </a:lnSpc>
            </a:pPr>
            <a:r>
              <a:rPr lang="it-IT" altLang="it-IT" sz="2800" smtClean="0"/>
              <a:t>programmi al calcolatore. </a:t>
            </a:r>
          </a:p>
          <a:p>
            <a:pPr eaLnBrk="1" hangingPunct="1">
              <a:lnSpc>
                <a:spcPct val="90000"/>
              </a:lnSpc>
            </a:pPr>
            <a:r>
              <a:rPr lang="it-IT" altLang="it-IT" sz="2800" smtClean="0"/>
              <a:t>piani architetturali, lavori fotografici. </a:t>
            </a:r>
          </a:p>
          <a:p>
            <a:pPr eaLnBrk="1" hangingPunct="1">
              <a:lnSpc>
                <a:spcPct val="90000"/>
              </a:lnSpc>
            </a:pPr>
            <a:r>
              <a:rPr lang="it-IT" altLang="it-IT" sz="2800" smtClean="0"/>
              <a:t>illustrazioni, mappe, piani e altro</a:t>
            </a:r>
          </a:p>
          <a:p>
            <a:pPr eaLnBrk="1" hangingPunct="1">
              <a:lnSpc>
                <a:spcPct val="90000"/>
              </a:lnSpc>
            </a:pPr>
            <a:r>
              <a:rPr lang="it-IT" altLang="it-IT" sz="2800" smtClean="0"/>
              <a:t>traduzioni, adattamenti, (lavori derivati).</a:t>
            </a:r>
          </a:p>
        </p:txBody>
      </p:sp>
      <p:sp>
        <p:nvSpPr>
          <p:cNvPr id="13314" name="Rectangle 2"/>
          <p:cNvSpPr>
            <a:spLocks noGrp="1" noChangeArrowheads="1"/>
          </p:cNvSpPr>
          <p:nvPr>
            <p:ph type="title"/>
          </p:nvPr>
        </p:nvSpPr>
        <p:spPr/>
        <p:txBody>
          <a:bodyPr/>
          <a:lstStyle/>
          <a:p>
            <a:pPr eaLnBrk="1" hangingPunct="1"/>
            <a:r>
              <a:rPr lang="it-IT" altLang="it-IT" smtClean="0"/>
              <a:t>Cosa può essere protetto ?</a:t>
            </a:r>
          </a:p>
        </p:txBody>
      </p:sp>
      <p:pic>
        <p:nvPicPr>
          <p:cNvPr id="13316" name="Picture 4" descr="C:\Programmi\File comuni\Microsoft Shared\Clipart\cagcat50\EN00500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49418" y="3352800"/>
            <a:ext cx="2042583"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1708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p:txBody>
          <a:bodyPr/>
          <a:lstStyle/>
          <a:p>
            <a:pPr eaLnBrk="1" hangingPunct="1">
              <a:lnSpc>
                <a:spcPct val="90000"/>
              </a:lnSpc>
            </a:pPr>
            <a:r>
              <a:rPr lang="it-IT" altLang="it-IT" sz="2800" smtClean="0"/>
              <a:t>per salvaguardare la libertà di informazione del pubblico  e la libertà di parola</a:t>
            </a:r>
          </a:p>
          <a:p>
            <a:pPr eaLnBrk="1" hangingPunct="1">
              <a:lnSpc>
                <a:spcPct val="90000"/>
              </a:lnSpc>
            </a:pPr>
            <a:r>
              <a:rPr lang="it-IT" altLang="it-IT" sz="2800" smtClean="0"/>
              <a:t>per scopi di ricerca, studio, critica, rapporto di novità e anche per parodia</a:t>
            </a:r>
          </a:p>
          <a:p>
            <a:pPr eaLnBrk="1" hangingPunct="1">
              <a:lnSpc>
                <a:spcPct val="90000"/>
              </a:lnSpc>
            </a:pPr>
            <a:r>
              <a:rPr lang="it-IT" altLang="it-IT" sz="2800" smtClean="0"/>
              <a:t>per citazioni, a condizione che :</a:t>
            </a:r>
          </a:p>
          <a:p>
            <a:pPr lvl="1" eaLnBrk="1" hangingPunct="1">
              <a:lnSpc>
                <a:spcPct val="90000"/>
              </a:lnSpc>
            </a:pPr>
            <a:r>
              <a:rPr lang="it-IT" altLang="it-IT" sz="2400" smtClean="0"/>
              <a:t>La parte di lavoro riusato sia breve,</a:t>
            </a:r>
          </a:p>
          <a:p>
            <a:pPr lvl="1" eaLnBrk="1" hangingPunct="1">
              <a:lnSpc>
                <a:spcPct val="90000"/>
              </a:lnSpc>
            </a:pPr>
            <a:r>
              <a:rPr lang="it-IT" altLang="it-IT" sz="2400" smtClean="0"/>
              <a:t>La citazione non e’ essenziale per il nuovo lavoro, ma sia giusto una illustrazione,</a:t>
            </a:r>
          </a:p>
          <a:p>
            <a:pPr lvl="1" eaLnBrk="1" hangingPunct="1">
              <a:lnSpc>
                <a:spcPct val="90000"/>
              </a:lnSpc>
            </a:pPr>
            <a:r>
              <a:rPr lang="it-IT" altLang="it-IT" sz="2400" smtClean="0"/>
              <a:t>L’autore o il lavoro originale sia chiaramente menzionato.</a:t>
            </a:r>
          </a:p>
        </p:txBody>
      </p:sp>
      <p:sp>
        <p:nvSpPr>
          <p:cNvPr id="14338" name="Rectangle 2"/>
          <p:cNvSpPr>
            <a:spLocks noGrp="1" noChangeArrowheads="1"/>
          </p:cNvSpPr>
          <p:nvPr>
            <p:ph type="title"/>
          </p:nvPr>
        </p:nvSpPr>
        <p:spPr/>
        <p:txBody>
          <a:bodyPr/>
          <a:lstStyle/>
          <a:p>
            <a:pPr eaLnBrk="1" hangingPunct="1"/>
            <a:r>
              <a:rPr lang="it-IT" altLang="it-IT" smtClean="0"/>
              <a:t>Limitazioni del Diritto d’Autore</a:t>
            </a:r>
          </a:p>
        </p:txBody>
      </p:sp>
    </p:spTree>
    <p:extLst>
      <p:ext uri="{BB962C8B-B14F-4D97-AF65-F5344CB8AC3E}">
        <p14:creationId xmlns:p14="http://schemas.microsoft.com/office/powerpoint/2010/main" val="2288317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p:txBody>
          <a:bodyPr/>
          <a:lstStyle/>
          <a:p>
            <a:pPr eaLnBrk="1" hangingPunct="1"/>
            <a:r>
              <a:rPr lang="it-IT" altLang="it-IT" smtClean="0"/>
              <a:t>La S.I.A.E. (Società Italiana Autori ed Editori) raccoglie dagli utenti e distribuisce agli autori i diritti economici</a:t>
            </a:r>
          </a:p>
          <a:p>
            <a:pPr eaLnBrk="1" hangingPunct="1"/>
            <a:r>
              <a:rPr lang="it-IT" altLang="it-IT" smtClean="0"/>
              <a:t>Provvede inoltre a gestire il Registro degli Autori e delle Opere</a:t>
            </a:r>
          </a:p>
        </p:txBody>
      </p:sp>
      <p:sp>
        <p:nvSpPr>
          <p:cNvPr id="15362" name="Rectangle 2"/>
          <p:cNvSpPr>
            <a:spLocks noGrp="1" noChangeArrowheads="1"/>
          </p:cNvSpPr>
          <p:nvPr>
            <p:ph type="title"/>
          </p:nvPr>
        </p:nvSpPr>
        <p:spPr/>
        <p:txBody>
          <a:bodyPr/>
          <a:lstStyle/>
          <a:p>
            <a:pPr eaLnBrk="1" hangingPunct="1"/>
            <a:r>
              <a:rPr lang="it-IT" altLang="it-IT" smtClean="0"/>
              <a:t>La S.I.A.E. in Italia</a:t>
            </a:r>
          </a:p>
        </p:txBody>
      </p:sp>
      <p:pic>
        <p:nvPicPr>
          <p:cNvPr id="15364" name="Picture 4" descr="C:\Programmi\Microsoft Office\Clipart\standard\stddir1\BD05108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24901" y="4267201"/>
            <a:ext cx="3045884" cy="230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45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p:txBody>
          <a:bodyPr/>
          <a:lstStyle/>
          <a:p>
            <a:pPr eaLnBrk="1" hangingPunct="1"/>
            <a:r>
              <a:rPr lang="it-IT" altLang="it-IT" sz="2000" smtClean="0"/>
              <a:t>Il brevetto è un titolo in forza del quale viene conferito un monopolio temporaneo di sfruttamento sul trovato oggetto del brevetto stesso consistente nel diritto esclusivo di realizzarlo, di disporne e di farne oggetto di commercio, nonché di vietare a terzi di produrlo, usarlo, metterlo in commercio, venderlo o importarlo. </a:t>
            </a:r>
          </a:p>
          <a:p>
            <a:pPr eaLnBrk="1" hangingPunct="1"/>
            <a:r>
              <a:rPr lang="it-IT" altLang="it-IT" sz="2000" smtClean="0"/>
              <a:t>Possono costituire oggetto di brevetto: </a:t>
            </a:r>
          </a:p>
          <a:p>
            <a:pPr lvl="1" eaLnBrk="1" hangingPunct="1"/>
            <a:r>
              <a:rPr lang="it-IT" altLang="it-IT" sz="1800" smtClean="0"/>
              <a:t>Le invenzioni industriali; </a:t>
            </a:r>
          </a:p>
          <a:p>
            <a:pPr lvl="1" eaLnBrk="1" hangingPunct="1"/>
            <a:r>
              <a:rPr lang="it-IT" altLang="it-IT" sz="1800" smtClean="0"/>
              <a:t>I modelli di utilità; </a:t>
            </a:r>
          </a:p>
          <a:p>
            <a:pPr lvl="1" eaLnBrk="1" hangingPunct="1"/>
            <a:r>
              <a:rPr lang="it-IT" altLang="it-IT" sz="1800" smtClean="0"/>
              <a:t>I modelli ornamentali; </a:t>
            </a:r>
          </a:p>
          <a:p>
            <a:pPr lvl="1" eaLnBrk="1" hangingPunct="1"/>
            <a:r>
              <a:rPr lang="it-IT" altLang="it-IT" sz="1800" smtClean="0"/>
              <a:t>Le nuove varietà vegetali; </a:t>
            </a:r>
          </a:p>
          <a:p>
            <a:pPr lvl="1" eaLnBrk="1" hangingPunct="1"/>
            <a:r>
              <a:rPr lang="it-IT" altLang="it-IT" sz="1800" smtClean="0"/>
              <a:t>Le topografie di prodotto a semiconduttori</a:t>
            </a:r>
          </a:p>
        </p:txBody>
      </p:sp>
      <p:sp>
        <p:nvSpPr>
          <p:cNvPr id="16386" name="Rectangle 2"/>
          <p:cNvSpPr>
            <a:spLocks noGrp="1" noChangeArrowheads="1"/>
          </p:cNvSpPr>
          <p:nvPr>
            <p:ph type="title"/>
          </p:nvPr>
        </p:nvSpPr>
        <p:spPr/>
        <p:txBody>
          <a:bodyPr/>
          <a:lstStyle/>
          <a:p>
            <a:pPr eaLnBrk="1" hangingPunct="1"/>
            <a:r>
              <a:rPr lang="it-IT" altLang="it-IT" smtClean="0"/>
              <a:t>Il Brevetto</a:t>
            </a:r>
          </a:p>
        </p:txBody>
      </p:sp>
    </p:spTree>
    <p:extLst>
      <p:ext uri="{BB962C8B-B14F-4D97-AF65-F5344CB8AC3E}">
        <p14:creationId xmlns:p14="http://schemas.microsoft.com/office/powerpoint/2010/main" val="1561225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7" name="Rectangle 3"/>
          <p:cNvSpPr>
            <a:spLocks noGrp="1" noChangeArrowheads="1"/>
          </p:cNvSpPr>
          <p:nvPr>
            <p:ph idx="1"/>
          </p:nvPr>
        </p:nvSpPr>
        <p:spPr>
          <a:xfrm>
            <a:off x="1007533" y="2017713"/>
            <a:ext cx="10932584" cy="4114800"/>
          </a:xfrm>
        </p:spPr>
        <p:txBody>
          <a:bodyPr/>
          <a:lstStyle/>
          <a:p>
            <a:pPr eaLnBrk="1" hangingPunct="1">
              <a:lnSpc>
                <a:spcPct val="90000"/>
              </a:lnSpc>
              <a:defRPr/>
            </a:pPr>
            <a:r>
              <a:rPr lang="it-IT" altLang="it-IT" sz="2400" dirty="0" smtClean="0"/>
              <a:t>20 anni per le invenzioni*; </a:t>
            </a:r>
          </a:p>
          <a:p>
            <a:pPr eaLnBrk="1" hangingPunct="1">
              <a:lnSpc>
                <a:spcPct val="90000"/>
              </a:lnSpc>
              <a:defRPr/>
            </a:pPr>
            <a:r>
              <a:rPr lang="it-IT" altLang="it-IT" sz="2400" dirty="0" smtClean="0"/>
              <a:t>15 anni per i modelli ornamentali*; </a:t>
            </a:r>
          </a:p>
          <a:p>
            <a:pPr eaLnBrk="1" hangingPunct="1">
              <a:lnSpc>
                <a:spcPct val="90000"/>
              </a:lnSpc>
              <a:defRPr/>
            </a:pPr>
            <a:r>
              <a:rPr lang="it-IT" altLang="it-IT" sz="2400" dirty="0" smtClean="0"/>
              <a:t>10 anni per i modelli di utilità*</a:t>
            </a:r>
            <a:br>
              <a:rPr lang="it-IT" altLang="it-IT" sz="2400" dirty="0" smtClean="0"/>
            </a:br>
            <a:r>
              <a:rPr lang="it-IT" altLang="it-IT" sz="2400" dirty="0" smtClean="0"/>
              <a:t>* dalla data di deposito della domanda</a:t>
            </a:r>
          </a:p>
          <a:p>
            <a:pPr eaLnBrk="1" hangingPunct="1">
              <a:lnSpc>
                <a:spcPct val="90000"/>
              </a:lnSpc>
              <a:defRPr/>
            </a:pPr>
            <a:r>
              <a:rPr lang="it-IT" altLang="it-IT" sz="2400" dirty="0" smtClean="0"/>
              <a:t>20 anni per le nuove varietà vegetali (30 nel caso di alberi e viti)*</a:t>
            </a:r>
            <a:br>
              <a:rPr lang="it-IT" altLang="it-IT" sz="2400" dirty="0" smtClean="0"/>
            </a:br>
            <a:r>
              <a:rPr lang="it-IT" altLang="it-IT" sz="2400" dirty="0" smtClean="0"/>
              <a:t>* dalla concessione del brevetto  </a:t>
            </a:r>
          </a:p>
          <a:p>
            <a:pPr marL="355600" indent="-355600" eaLnBrk="1" hangingPunct="1">
              <a:lnSpc>
                <a:spcPct val="90000"/>
              </a:lnSpc>
              <a:defRPr/>
            </a:pPr>
            <a:r>
              <a:rPr lang="it-IT" altLang="it-IT" sz="2400" dirty="0" smtClean="0"/>
              <a:t>10 anni per le topografie di prodotti a semiconduttori*</a:t>
            </a:r>
            <a:br>
              <a:rPr lang="it-IT" altLang="it-IT" sz="2400" dirty="0" smtClean="0"/>
            </a:br>
            <a:r>
              <a:rPr lang="it-IT" altLang="it-IT" sz="2400" dirty="0" smtClean="0"/>
              <a:t>* dalla domanda o dal 1° sfruttamento commerciale, se anteriore</a:t>
            </a:r>
          </a:p>
        </p:txBody>
      </p:sp>
      <p:sp>
        <p:nvSpPr>
          <p:cNvPr id="17410" name="Rectangle 2"/>
          <p:cNvSpPr>
            <a:spLocks noGrp="1" noChangeArrowheads="1"/>
          </p:cNvSpPr>
          <p:nvPr>
            <p:ph type="title"/>
          </p:nvPr>
        </p:nvSpPr>
        <p:spPr/>
        <p:txBody>
          <a:bodyPr/>
          <a:lstStyle/>
          <a:p>
            <a:pPr eaLnBrk="1" hangingPunct="1"/>
            <a:r>
              <a:rPr lang="it-IT" altLang="it-IT" smtClean="0"/>
              <a:t>Durata del brevetto</a:t>
            </a:r>
          </a:p>
        </p:txBody>
      </p:sp>
      <p:pic>
        <p:nvPicPr>
          <p:cNvPr id="17412" name="Picture 4" descr="C:\Programmi\Microsoft Office\Clipart\standard\stddir1\BD04899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65684" y="152400"/>
            <a:ext cx="2802467"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3831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p:txBody>
          <a:bodyPr/>
          <a:lstStyle/>
          <a:p>
            <a:pPr eaLnBrk="1" hangingPunct="1">
              <a:lnSpc>
                <a:spcPct val="90000"/>
              </a:lnSpc>
            </a:pPr>
            <a:r>
              <a:rPr lang="it-IT" altLang="it-IT" sz="2800" smtClean="0"/>
              <a:t>I requisiti per ottenere un brevetto di invenzione o di modello sono: </a:t>
            </a:r>
          </a:p>
          <a:p>
            <a:pPr lvl="1" eaLnBrk="1" hangingPunct="1">
              <a:lnSpc>
                <a:spcPct val="90000"/>
              </a:lnSpc>
            </a:pPr>
            <a:r>
              <a:rPr lang="it-IT" altLang="it-IT" sz="2000" smtClean="0"/>
              <a:t>novità</a:t>
            </a:r>
          </a:p>
          <a:p>
            <a:pPr lvl="1" eaLnBrk="1" hangingPunct="1">
              <a:lnSpc>
                <a:spcPct val="90000"/>
              </a:lnSpc>
            </a:pPr>
            <a:r>
              <a:rPr lang="it-IT" altLang="it-IT" sz="2000" smtClean="0"/>
              <a:t>risultato di attività inventiva</a:t>
            </a:r>
          </a:p>
          <a:p>
            <a:pPr lvl="1" eaLnBrk="1" hangingPunct="1">
              <a:lnSpc>
                <a:spcPct val="90000"/>
              </a:lnSpc>
            </a:pPr>
            <a:r>
              <a:rPr lang="it-IT" altLang="it-IT" sz="2000" smtClean="0"/>
              <a:t>industrialità  (suscettibile di essere realizzato) </a:t>
            </a:r>
          </a:p>
          <a:p>
            <a:pPr lvl="1" eaLnBrk="1" hangingPunct="1">
              <a:lnSpc>
                <a:spcPct val="90000"/>
              </a:lnSpc>
            </a:pPr>
            <a:r>
              <a:rPr lang="it-IT" altLang="it-IT" sz="2000" smtClean="0"/>
              <a:t>liceità (non deve essere contro la legge)</a:t>
            </a:r>
          </a:p>
          <a:p>
            <a:pPr eaLnBrk="1" hangingPunct="1">
              <a:lnSpc>
                <a:spcPct val="90000"/>
              </a:lnSpc>
            </a:pPr>
            <a:r>
              <a:rPr lang="it-IT" altLang="it-IT" sz="2800" smtClean="0"/>
              <a:t>Che cosa e' un' invenzione</a:t>
            </a:r>
            <a:br>
              <a:rPr lang="it-IT" altLang="it-IT" sz="2800" smtClean="0"/>
            </a:br>
            <a:r>
              <a:rPr lang="it-IT" altLang="it-IT" sz="2400" smtClean="0"/>
              <a:t>L'invenzione è una soluzione nuova ed originale di un problema tecnico, atta ad essere realizzata ed applicata in campo industriale. Essa può riguardare un prodotto o un procedimento. </a:t>
            </a:r>
          </a:p>
        </p:txBody>
      </p:sp>
      <p:sp>
        <p:nvSpPr>
          <p:cNvPr id="18434" name="Rectangle 2"/>
          <p:cNvSpPr>
            <a:spLocks noGrp="1" noChangeArrowheads="1"/>
          </p:cNvSpPr>
          <p:nvPr>
            <p:ph type="title"/>
          </p:nvPr>
        </p:nvSpPr>
        <p:spPr/>
        <p:txBody>
          <a:bodyPr/>
          <a:lstStyle/>
          <a:p>
            <a:pPr eaLnBrk="1" hangingPunct="1"/>
            <a:r>
              <a:rPr lang="it-IT" altLang="it-IT" smtClean="0"/>
              <a:t>Requisiti per il Brevetto</a:t>
            </a:r>
          </a:p>
        </p:txBody>
      </p:sp>
    </p:spTree>
    <p:extLst>
      <p:ext uri="{BB962C8B-B14F-4D97-AF65-F5344CB8AC3E}">
        <p14:creationId xmlns:p14="http://schemas.microsoft.com/office/powerpoint/2010/main" val="1503584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p:txBody>
          <a:bodyPr/>
          <a:lstStyle/>
          <a:p>
            <a:pPr eaLnBrk="1" hangingPunct="1">
              <a:lnSpc>
                <a:spcPct val="90000"/>
              </a:lnSpc>
            </a:pPr>
            <a:r>
              <a:rPr lang="it-IT" altLang="it-IT" sz="2000" smtClean="0"/>
              <a:t>Riceve e verbalizza le domande di brevetto nazionale</a:t>
            </a:r>
          </a:p>
          <a:p>
            <a:pPr eaLnBrk="1" hangingPunct="1">
              <a:lnSpc>
                <a:spcPct val="90000"/>
              </a:lnSpc>
            </a:pPr>
            <a:r>
              <a:rPr lang="it-IT" altLang="it-IT" sz="2000" smtClean="0"/>
              <a:t>Registra i marchi d'impresa</a:t>
            </a:r>
          </a:p>
          <a:p>
            <a:pPr eaLnBrk="1" hangingPunct="1">
              <a:lnSpc>
                <a:spcPct val="90000"/>
              </a:lnSpc>
            </a:pPr>
            <a:r>
              <a:rPr lang="it-IT" altLang="it-IT" sz="2000" smtClean="0"/>
              <a:t>Riconosce o rigetta le domande di brevetto</a:t>
            </a:r>
          </a:p>
          <a:p>
            <a:pPr eaLnBrk="1" hangingPunct="1">
              <a:lnSpc>
                <a:spcPct val="90000"/>
              </a:lnSpc>
            </a:pPr>
            <a:r>
              <a:rPr lang="it-IT" altLang="it-IT" sz="2000" smtClean="0"/>
              <a:t>Registra le modifiche della titolarità dei brevetti</a:t>
            </a:r>
          </a:p>
          <a:p>
            <a:pPr eaLnBrk="1" hangingPunct="1">
              <a:lnSpc>
                <a:spcPct val="90000"/>
              </a:lnSpc>
            </a:pPr>
            <a:r>
              <a:rPr lang="it-IT" altLang="it-IT" sz="2000" smtClean="0"/>
              <a:t>Processa i ricorsi contro provvedimenti di rigetto delle domande, le istanze di correzione, integrazione, ritiro, ecc.</a:t>
            </a:r>
          </a:p>
          <a:p>
            <a:pPr eaLnBrk="1" hangingPunct="1">
              <a:lnSpc>
                <a:spcPct val="90000"/>
              </a:lnSpc>
            </a:pPr>
            <a:r>
              <a:rPr lang="it-IT" altLang="it-IT" sz="2000" smtClean="0"/>
              <a:t>Riceve le attestazioni di pagamento delle tasse annuali di brevetto;</a:t>
            </a:r>
          </a:p>
          <a:p>
            <a:pPr eaLnBrk="1" hangingPunct="1">
              <a:lnSpc>
                <a:spcPct val="90000"/>
              </a:lnSpc>
            </a:pPr>
            <a:r>
              <a:rPr lang="it-IT" altLang="it-IT" sz="2000" smtClean="0"/>
              <a:t>Da’ informazioni inerenti i depositi effettuati presso l'Ufficio e i servizi di ricerca brevetti;</a:t>
            </a:r>
          </a:p>
          <a:p>
            <a:pPr eaLnBrk="1" hangingPunct="1">
              <a:lnSpc>
                <a:spcPct val="90000"/>
              </a:lnSpc>
            </a:pPr>
            <a:r>
              <a:rPr lang="it-IT" altLang="it-IT" sz="2000" smtClean="0"/>
              <a:t>Da’ informazioni e istruzioni per la compilazione della domanda di brevetto;</a:t>
            </a:r>
          </a:p>
          <a:p>
            <a:pPr eaLnBrk="1" hangingPunct="1">
              <a:lnSpc>
                <a:spcPct val="90000"/>
              </a:lnSpc>
            </a:pPr>
            <a:r>
              <a:rPr lang="it-IT" altLang="it-IT" sz="2000" smtClean="0"/>
              <a:t>Distribuisce guide informative, brochure ed elenchi degli iscritti all'Albo dei consulenti la proprietà industriale abilitati al deposito delle domande di brevetto per conto del titolare. </a:t>
            </a:r>
          </a:p>
        </p:txBody>
      </p:sp>
      <p:sp>
        <p:nvSpPr>
          <p:cNvPr id="19458" name="Rectangle 2"/>
          <p:cNvSpPr>
            <a:spLocks noGrp="1" noChangeArrowheads="1"/>
          </p:cNvSpPr>
          <p:nvPr>
            <p:ph type="title"/>
          </p:nvPr>
        </p:nvSpPr>
        <p:spPr/>
        <p:txBody>
          <a:bodyPr/>
          <a:lstStyle/>
          <a:p>
            <a:pPr eaLnBrk="1" hangingPunct="1"/>
            <a:r>
              <a:rPr lang="it-IT" altLang="it-IT" smtClean="0"/>
              <a:t>L’Ufficio Brevetti</a:t>
            </a:r>
          </a:p>
        </p:txBody>
      </p:sp>
      <p:pic>
        <p:nvPicPr>
          <p:cNvPr id="19460" name="Picture 4" descr="C:\Programmi\Microsoft Office\Clipart\smbusbas\BD07033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74251" y="228600"/>
            <a:ext cx="2008716"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6244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idx="1"/>
          </p:nvPr>
        </p:nvSpPr>
        <p:spPr/>
        <p:txBody>
          <a:bodyPr/>
          <a:lstStyle/>
          <a:p>
            <a:pPr eaLnBrk="1" hangingPunct="1"/>
            <a:r>
              <a:rPr lang="it-IT" altLang="it-IT" sz="2400" smtClean="0"/>
              <a:t>Il D.L. del 29.12. 92 n. 518 comprende 12 articoli che hanno aggiornato la legge 22 aprile 1941 n. 633 sul diritto d'autore.</a:t>
            </a:r>
          </a:p>
          <a:p>
            <a:pPr eaLnBrk="1" hangingPunct="1"/>
            <a:r>
              <a:rPr lang="it-IT" altLang="it-IT" sz="2400" smtClean="0"/>
              <a:t>Le maggiori novità della legge consistono nel riconoscimento del software come opera dell'ingegno e la conseguente protezione dei programmi per elaboratore nell'ambito delle norme sul diritto d’autore, nonché l'introduzione di sanzioni severe per le violazioni. </a:t>
            </a:r>
          </a:p>
          <a:p>
            <a:pPr eaLnBrk="1" hangingPunct="1">
              <a:buFont typeface="Wingdings" pitchFamily="2" charset="2"/>
              <a:buNone/>
            </a:pPr>
            <a:endParaRPr lang="it-IT" altLang="it-IT" sz="2400" smtClean="0"/>
          </a:p>
        </p:txBody>
      </p:sp>
      <p:sp>
        <p:nvSpPr>
          <p:cNvPr id="20484" name="Rectangle 7"/>
          <p:cNvSpPr>
            <a:spLocks noGrp="1" noChangeArrowheads="1"/>
          </p:cNvSpPr>
          <p:nvPr>
            <p:ph type="title"/>
          </p:nvPr>
        </p:nvSpPr>
        <p:spPr/>
        <p:txBody>
          <a:bodyPr/>
          <a:lstStyle/>
          <a:p>
            <a:pPr eaLnBrk="1" hangingPunct="1"/>
            <a:r>
              <a:rPr lang="it-IT" altLang="it-IT" smtClean="0"/>
              <a:t>Diritto d’Autore e Software</a:t>
            </a:r>
          </a:p>
        </p:txBody>
      </p:sp>
      <p:pic>
        <p:nvPicPr>
          <p:cNvPr id="302086" name="Merengue.wav">
            <a:hlinkClick r:id="" action="ppaction://media"/>
          </p:cNvPr>
          <p:cNvPicPr>
            <a:picLocks noChangeAspect="1" noChangeArrowheads="1"/>
          </p:cNvPicPr>
          <p:nvPr>
            <a:audioFile r:link="rId1"/>
          </p:nvPr>
        </p:nvPicPr>
        <p:blipFill>
          <a:blip r:embed="rId4">
            <a:extLst>
              <a:ext uri="{28A0092B-C50C-407E-A947-70E740481C1C}">
                <a14:useLocalDpi xmlns:a14="http://schemas.microsoft.com/office/drawing/2010/main" val="0"/>
              </a:ext>
            </a:extLst>
          </a:blip>
          <a:srcRect/>
          <a:stretch>
            <a:fillRect/>
          </a:stretch>
        </p:blipFill>
        <p:spPr bwMode="auto">
          <a:xfrm>
            <a:off x="-1625600" y="3124200"/>
            <a:ext cx="406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475551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1" fill="hold"/>
                                        <p:tgtEl>
                                          <p:spTgt spid="30208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100">
                <p:cTn id="7" repeatCount="indefinite" fill="hold" display="0">
                  <p:stCondLst>
                    <p:cond delay="indefinite"/>
                  </p:stCondLst>
                  <p:endCondLst>
                    <p:cond evt="onStopAudio" delay="0">
                      <p:tgtEl>
                        <p:sldTgt/>
                      </p:tgtEl>
                    </p:cond>
                  </p:endCondLst>
                </p:cTn>
                <p:tgtEl>
                  <p:spTgt spid="302086"/>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ChangeArrowheads="1"/>
          </p:cNvSpPr>
          <p:nvPr>
            <p:ph idx="1"/>
          </p:nvPr>
        </p:nvSpPr>
        <p:spPr/>
        <p:txBody>
          <a:bodyPr/>
          <a:lstStyle/>
          <a:p>
            <a:pPr marL="0" indent="0" eaLnBrk="1" hangingPunct="1">
              <a:buFont typeface="Wingdings" pitchFamily="2" charset="2"/>
              <a:buNone/>
              <a:defRPr/>
            </a:pPr>
            <a:r>
              <a:rPr lang="it-IT" altLang="it-IT" sz="2400" dirty="0" smtClean="0"/>
              <a:t>All'art. 1 della legge 22 aprile 1941, n. 633 è aggiunto il seguente comma: </a:t>
            </a:r>
          </a:p>
          <a:p>
            <a:pPr marL="177800" indent="-177800" eaLnBrk="1" hangingPunct="1">
              <a:buFont typeface="Wingdings" pitchFamily="2" charset="2"/>
              <a:buNone/>
              <a:defRPr/>
            </a:pPr>
            <a:r>
              <a:rPr lang="it-IT" altLang="it-IT" sz="2400" dirty="0" smtClean="0"/>
              <a:t>" Sono altresì protetti i programmi per l'elaboratore come opere letterarie ai sensi della Convenzione di Berna sulla protezione delle opere letterarie ed artistica ratificata e resa esecutiva con legge 20 giugno 1978, n. 399". </a:t>
            </a:r>
          </a:p>
          <a:p>
            <a:pPr eaLnBrk="1" hangingPunct="1">
              <a:buFont typeface="Wingdings" pitchFamily="2" charset="2"/>
              <a:buNone/>
              <a:defRPr/>
            </a:pPr>
            <a:endParaRPr lang="it-IT" altLang="it-IT" sz="2400" dirty="0" smtClean="0"/>
          </a:p>
        </p:txBody>
      </p:sp>
      <p:sp>
        <p:nvSpPr>
          <p:cNvPr id="21507" name="Rectangle 7"/>
          <p:cNvSpPr>
            <a:spLocks noGrp="1" noChangeArrowheads="1"/>
          </p:cNvSpPr>
          <p:nvPr>
            <p:ph type="title"/>
          </p:nvPr>
        </p:nvSpPr>
        <p:spPr/>
        <p:txBody>
          <a:bodyPr/>
          <a:lstStyle/>
          <a:p>
            <a:pPr eaLnBrk="1" hangingPunct="1"/>
            <a:r>
              <a:rPr lang="it-IT" altLang="it-IT" smtClean="0"/>
              <a:t>D.L. del 29.12. 92 n. 518 </a:t>
            </a:r>
          </a:p>
        </p:txBody>
      </p:sp>
      <p:pic>
        <p:nvPicPr>
          <p:cNvPr id="21508" name="Picture 8" descr="C:\Programmi\Microsoft Office\Clipart\standard\stddir1\BD05504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15200" y="4484688"/>
            <a:ext cx="4876800" cy="237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70971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idx="1"/>
          </p:nvPr>
        </p:nvSpPr>
        <p:spPr/>
        <p:txBody>
          <a:bodyPr/>
          <a:lstStyle/>
          <a:p>
            <a:pPr eaLnBrk="1" hangingPunct="1">
              <a:lnSpc>
                <a:spcPct val="90000"/>
              </a:lnSpc>
              <a:buFont typeface="Wingdings" pitchFamily="2" charset="2"/>
              <a:buNone/>
            </a:pPr>
            <a:r>
              <a:rPr lang="it-IT" altLang="it-IT" sz="2400" smtClean="0"/>
              <a:t>Dopo il n. 7) dell'art. 2 della legge 22 aprile 1941, n. 633 è aggiunto il seguente numero: </a:t>
            </a:r>
          </a:p>
          <a:p>
            <a:pPr eaLnBrk="1" hangingPunct="1">
              <a:lnSpc>
                <a:spcPct val="90000"/>
              </a:lnSpc>
              <a:buFont typeface="Wingdings" pitchFamily="2" charset="2"/>
              <a:buNone/>
            </a:pPr>
            <a:endParaRPr lang="it-IT" altLang="it-IT" sz="2400" smtClean="0"/>
          </a:p>
          <a:p>
            <a:pPr eaLnBrk="1" hangingPunct="1">
              <a:lnSpc>
                <a:spcPct val="90000"/>
              </a:lnSpc>
              <a:buFont typeface="Wingdings" pitchFamily="2" charset="2"/>
              <a:buNone/>
            </a:pPr>
            <a:r>
              <a:rPr lang="it-IT" altLang="it-IT" sz="2400" smtClean="0"/>
              <a:t>8) I programmi per l'elaboratore in qualsiasi forma espressi purché originali quali risultato di creazione intellettuale dell'autore. Restano esclusi dalla tutela accordata dalla presente legge le idee e i principi che stanno alla base di qualsiasi elemento di un programma, compresi quelli alla base delle sue interfacce. Il termine programma comprende anche il materiale preparatorio per la progettazione del programma stesso".</a:t>
            </a:r>
            <a:r>
              <a:rPr lang="it-IT" altLang="it-IT" sz="2000" smtClean="0">
                <a:latin typeface="Comic Sans MS" pitchFamily="66" charset="0"/>
              </a:rPr>
              <a:t> </a:t>
            </a:r>
          </a:p>
        </p:txBody>
      </p:sp>
      <p:sp>
        <p:nvSpPr>
          <p:cNvPr id="22531" name="Rectangle 7"/>
          <p:cNvSpPr>
            <a:spLocks noGrp="1" noChangeArrowheads="1"/>
          </p:cNvSpPr>
          <p:nvPr>
            <p:ph type="title"/>
          </p:nvPr>
        </p:nvSpPr>
        <p:spPr/>
        <p:txBody>
          <a:bodyPr/>
          <a:lstStyle/>
          <a:p>
            <a:pPr eaLnBrk="1" hangingPunct="1"/>
            <a:r>
              <a:rPr lang="it-IT" altLang="it-IT" smtClean="0"/>
              <a:t>Programmi, idee, principi</a:t>
            </a:r>
          </a:p>
        </p:txBody>
      </p:sp>
    </p:spTree>
    <p:extLst>
      <p:ext uri="{BB962C8B-B14F-4D97-AF65-F5344CB8AC3E}">
        <p14:creationId xmlns:p14="http://schemas.microsoft.com/office/powerpoint/2010/main" val="4106904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idx="1"/>
          </p:nvPr>
        </p:nvSpPr>
        <p:spPr/>
        <p:txBody>
          <a:bodyPr/>
          <a:lstStyle/>
          <a:p>
            <a:pPr eaLnBrk="1" hangingPunct="1">
              <a:buFont typeface="Wingdings" pitchFamily="2" charset="2"/>
              <a:buNone/>
            </a:pPr>
            <a:r>
              <a:rPr lang="it-IT" altLang="it-IT" sz="2400" smtClean="0"/>
              <a:t>Dopo l'art. 12 della legge 22 aprile 1941, n. 633, è inserito il seguente: </a:t>
            </a:r>
          </a:p>
          <a:p>
            <a:pPr eaLnBrk="1" hangingPunct="1">
              <a:buFont typeface="Wingdings" pitchFamily="2" charset="2"/>
              <a:buNone/>
            </a:pPr>
            <a:endParaRPr lang="it-IT" altLang="it-IT" sz="2400" smtClean="0"/>
          </a:p>
          <a:p>
            <a:pPr eaLnBrk="1" hangingPunct="1">
              <a:buFont typeface="Wingdings" pitchFamily="2" charset="2"/>
              <a:buNone/>
            </a:pPr>
            <a:r>
              <a:rPr lang="it-IT" altLang="it-IT" sz="2400" smtClean="0"/>
              <a:t>"Art. 12-bis - Salvo patto contrario, qualora un programma per l'elaboratore sia creato dal lavoratore dipendente nell'esecuzione delle sue mansioni o su istruzioni impartite dal suo datore di lavoro, questi è titolare dei diritti esclusivi di utilizzazione economica del programma creato". </a:t>
            </a:r>
          </a:p>
          <a:p>
            <a:pPr eaLnBrk="1" hangingPunct="1">
              <a:buFont typeface="Wingdings" pitchFamily="2" charset="2"/>
              <a:buNone/>
            </a:pPr>
            <a:endParaRPr lang="it-IT" altLang="it-IT" sz="2400" smtClean="0"/>
          </a:p>
        </p:txBody>
      </p:sp>
      <p:sp>
        <p:nvSpPr>
          <p:cNvPr id="23555" name="Rectangle 7"/>
          <p:cNvSpPr>
            <a:spLocks noGrp="1" noChangeArrowheads="1"/>
          </p:cNvSpPr>
          <p:nvPr>
            <p:ph type="title"/>
          </p:nvPr>
        </p:nvSpPr>
        <p:spPr/>
        <p:txBody>
          <a:bodyPr/>
          <a:lstStyle/>
          <a:p>
            <a:pPr eaLnBrk="1" hangingPunct="1"/>
            <a:r>
              <a:rPr lang="it-IT" altLang="it-IT" smtClean="0"/>
              <a:t>Autore lavoratore dipendente</a:t>
            </a:r>
          </a:p>
        </p:txBody>
      </p:sp>
      <p:pic>
        <p:nvPicPr>
          <p:cNvPr id="23556" name="Picture 8" descr="C:\Programmi\Microsoft Office\Clipart\standard\stddir1\BD05502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48800" y="5197476"/>
            <a:ext cx="2457451" cy="166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9878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idx="1"/>
          </p:nvPr>
        </p:nvSpPr>
        <p:spPr/>
        <p:txBody>
          <a:bodyPr>
            <a:normAutofit/>
          </a:bodyPr>
          <a:lstStyle/>
          <a:p>
            <a:pPr marL="95250" indent="14288" eaLnBrk="1" hangingPunct="1">
              <a:buFont typeface="Wingdings" pitchFamily="2" charset="2"/>
              <a:buNone/>
            </a:pPr>
            <a:r>
              <a:rPr lang="it-IT" altLang="it-IT" sz="2800" dirty="0" smtClean="0"/>
              <a:t>Dopo l'art. 27 della legge 22 aprile 1941, n. 633, è inserito il seguente: </a:t>
            </a:r>
          </a:p>
          <a:p>
            <a:pPr eaLnBrk="1" hangingPunct="1">
              <a:buFont typeface="Wingdings" pitchFamily="2" charset="2"/>
              <a:buNone/>
            </a:pPr>
            <a:endParaRPr lang="it-IT" altLang="it-IT" sz="2800" dirty="0" smtClean="0"/>
          </a:p>
          <a:p>
            <a:pPr marL="268288" indent="-158750" algn="just" eaLnBrk="1" hangingPunct="1">
              <a:buFont typeface="Wingdings" pitchFamily="2" charset="2"/>
              <a:buNone/>
            </a:pPr>
            <a:r>
              <a:rPr lang="it-IT" altLang="it-IT" sz="2800" dirty="0" smtClean="0"/>
              <a:t>«Art</a:t>
            </a:r>
            <a:r>
              <a:rPr lang="it-IT" altLang="it-IT" sz="2800" dirty="0" smtClean="0"/>
              <a:t>. 27-bis - La durata dei diritti di utilizzazione economica del programma per elaboratore prevista dalle disposizioni della presente Sezione si computa, nei rispettivi casi, a decorrere dal 1° gennaio dell'anno successivo a quello in cui si verifica l'evento considerato dalla </a:t>
            </a:r>
            <a:r>
              <a:rPr lang="it-IT" altLang="it-IT" sz="2800" dirty="0" smtClean="0"/>
              <a:t>norma». </a:t>
            </a:r>
            <a:endParaRPr lang="it-IT" altLang="it-IT" sz="2800" dirty="0" smtClean="0"/>
          </a:p>
          <a:p>
            <a:pPr eaLnBrk="1" hangingPunct="1">
              <a:buFont typeface="Wingdings" pitchFamily="2" charset="2"/>
              <a:buNone/>
            </a:pPr>
            <a:endParaRPr lang="it-IT" altLang="it-IT" sz="2800" dirty="0" smtClean="0"/>
          </a:p>
        </p:txBody>
      </p:sp>
      <p:sp>
        <p:nvSpPr>
          <p:cNvPr id="24579" name="Rectangle 7"/>
          <p:cNvSpPr>
            <a:spLocks noGrp="1" noChangeArrowheads="1"/>
          </p:cNvSpPr>
          <p:nvPr>
            <p:ph type="title"/>
          </p:nvPr>
        </p:nvSpPr>
        <p:spPr/>
        <p:txBody>
          <a:bodyPr/>
          <a:lstStyle/>
          <a:p>
            <a:pPr eaLnBrk="1" hangingPunct="1"/>
            <a:r>
              <a:rPr lang="it-IT" altLang="it-IT" smtClean="0"/>
              <a:t>Diritti economici</a:t>
            </a:r>
          </a:p>
        </p:txBody>
      </p:sp>
    </p:spTree>
    <p:extLst>
      <p:ext uri="{BB962C8B-B14F-4D97-AF65-F5344CB8AC3E}">
        <p14:creationId xmlns:p14="http://schemas.microsoft.com/office/powerpoint/2010/main" val="15557110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idx="1"/>
          </p:nvPr>
        </p:nvSpPr>
        <p:spPr>
          <a:xfrm>
            <a:off x="672663" y="1213315"/>
            <a:ext cx="10972800" cy="4525963"/>
          </a:xfrm>
        </p:spPr>
        <p:txBody>
          <a:bodyPr>
            <a:noAutofit/>
          </a:bodyPr>
          <a:lstStyle/>
          <a:p>
            <a:pPr marL="0" indent="0" eaLnBrk="1" hangingPunct="1">
              <a:lnSpc>
                <a:spcPct val="90000"/>
              </a:lnSpc>
              <a:buFont typeface="Wingdings" pitchFamily="2" charset="2"/>
              <a:buNone/>
            </a:pPr>
            <a:r>
              <a:rPr lang="it-IT" altLang="it-IT" sz="2000" dirty="0" smtClean="0"/>
              <a:t>Fatte </a:t>
            </a:r>
            <a:r>
              <a:rPr lang="it-IT" altLang="it-IT" sz="2000" dirty="0" smtClean="0"/>
              <a:t>salve le disposizioni dei successivi articoli 64-ter e 64 quater, i diritti esclusivi conferiti dalla seguente legge sui programmi per elaboratore comprendono il diritto di effettuare o autorizzare: </a:t>
            </a:r>
          </a:p>
          <a:p>
            <a:pPr marL="457200" indent="-457200" eaLnBrk="1" hangingPunct="1">
              <a:lnSpc>
                <a:spcPct val="90000"/>
              </a:lnSpc>
              <a:buFont typeface="+mj-lt"/>
              <a:buAutoNum type="alphaLcParenR"/>
            </a:pPr>
            <a:r>
              <a:rPr lang="it-IT" altLang="it-IT" sz="2000" dirty="0" smtClean="0"/>
              <a:t>la </a:t>
            </a:r>
            <a:r>
              <a:rPr lang="it-IT" altLang="it-IT" sz="2000" u="sng" dirty="0" smtClean="0"/>
              <a:t>riproduzione, permanente o temporanea, totale o parziale</a:t>
            </a:r>
            <a:r>
              <a:rPr lang="it-IT" altLang="it-IT" sz="2000" dirty="0" smtClean="0"/>
              <a:t>, del programma per elaboratore con qualsiasi mezzo o in qualsiasi forma. Nella misura in cui operazioni quali il </a:t>
            </a:r>
            <a:r>
              <a:rPr lang="it-IT" altLang="it-IT" sz="2000" u="sng" dirty="0" smtClean="0"/>
              <a:t>caricamento, la visualizzazione, l'esecuzione, la trasmissione o la memorizzazione</a:t>
            </a:r>
            <a:r>
              <a:rPr lang="it-IT" altLang="it-IT" sz="2000" dirty="0" smtClean="0"/>
              <a:t> del programma per elaboratore richieda una riproduzione, anche tali operazioni sono soggette all'autorizzazione del titolare dei diritti; </a:t>
            </a:r>
            <a:endParaRPr lang="it-IT" altLang="it-IT" sz="2000" dirty="0"/>
          </a:p>
          <a:p>
            <a:pPr marL="457200" indent="-457200" eaLnBrk="1" hangingPunct="1">
              <a:lnSpc>
                <a:spcPct val="90000"/>
              </a:lnSpc>
              <a:buFont typeface="+mj-lt"/>
              <a:buAutoNum type="alphaLcParenR"/>
            </a:pPr>
            <a:r>
              <a:rPr lang="it-IT" altLang="it-IT" sz="2000" dirty="0" smtClean="0"/>
              <a:t>la </a:t>
            </a:r>
            <a:r>
              <a:rPr lang="it-IT" altLang="it-IT" sz="2000" u="sng" dirty="0"/>
              <a:t>traduzione, l'adattamento, la trasformazione e ogni </a:t>
            </a:r>
            <a:r>
              <a:rPr lang="it-IT" altLang="it-IT" sz="2000" u="sng" dirty="0" smtClean="0"/>
              <a:t>altra modificazione</a:t>
            </a:r>
            <a:r>
              <a:rPr lang="it-IT" altLang="it-IT" sz="2000" dirty="0" smtClean="0"/>
              <a:t> </a:t>
            </a:r>
            <a:r>
              <a:rPr lang="it-IT" altLang="it-IT" sz="2000" dirty="0"/>
              <a:t>del programma per elaboratore, nonché </a:t>
            </a:r>
            <a:r>
              <a:rPr lang="it-IT" altLang="it-IT" sz="2000" dirty="0" smtClean="0"/>
              <a:t>la riproduzione </a:t>
            </a:r>
            <a:r>
              <a:rPr lang="it-IT" altLang="it-IT" sz="2000" dirty="0"/>
              <a:t>dell'opera che ne risulti, senza pregiudizio </a:t>
            </a:r>
            <a:r>
              <a:rPr lang="it-IT" altLang="it-IT" sz="2000" dirty="0" smtClean="0"/>
              <a:t>dei diritti </a:t>
            </a:r>
            <a:r>
              <a:rPr lang="it-IT" altLang="it-IT" sz="2000" dirty="0"/>
              <a:t>di chi modifica il programma; </a:t>
            </a:r>
            <a:endParaRPr lang="it-IT" altLang="it-IT" sz="2000" dirty="0" smtClean="0"/>
          </a:p>
          <a:p>
            <a:pPr marL="457200" indent="-457200" eaLnBrk="1" hangingPunct="1">
              <a:lnSpc>
                <a:spcPct val="90000"/>
              </a:lnSpc>
              <a:buFont typeface="+mj-lt"/>
              <a:buAutoNum type="alphaLcParenR"/>
            </a:pPr>
            <a:r>
              <a:rPr lang="it-IT" altLang="it-IT" sz="2000" u="sng" dirty="0" smtClean="0"/>
              <a:t>qualsiasi </a:t>
            </a:r>
            <a:r>
              <a:rPr lang="it-IT" altLang="it-IT" sz="2000" u="sng" dirty="0"/>
              <a:t>forma di distribuzione al pubblico, compresa </a:t>
            </a:r>
            <a:r>
              <a:rPr lang="it-IT" altLang="it-IT" sz="2000" u="sng" dirty="0" smtClean="0"/>
              <a:t>la locazione</a:t>
            </a:r>
            <a:r>
              <a:rPr lang="it-IT" altLang="it-IT" sz="2000" dirty="0"/>
              <a:t>, del programma per elaboratore originale o di </a:t>
            </a:r>
            <a:r>
              <a:rPr lang="it-IT" altLang="it-IT" sz="2000" dirty="0" smtClean="0"/>
              <a:t>copia dello </a:t>
            </a:r>
            <a:r>
              <a:rPr lang="it-IT" altLang="it-IT" sz="2000" dirty="0"/>
              <a:t>stesso. La prima vendita di una copia del programma </a:t>
            </a:r>
            <a:r>
              <a:rPr lang="it-IT" altLang="it-IT" sz="2000" dirty="0" smtClean="0"/>
              <a:t>nella Comunità </a:t>
            </a:r>
            <a:r>
              <a:rPr lang="it-IT" altLang="it-IT" sz="2000" dirty="0"/>
              <a:t>Economica Europea da parte del titolare dei diritti, </a:t>
            </a:r>
            <a:r>
              <a:rPr lang="it-IT" altLang="it-IT" sz="2000" dirty="0" smtClean="0"/>
              <a:t>o con </a:t>
            </a:r>
            <a:r>
              <a:rPr lang="it-IT" altLang="it-IT" sz="2000" dirty="0"/>
              <a:t>il suo consenso, esaurisce il diritto di distribuzione </a:t>
            </a:r>
            <a:r>
              <a:rPr lang="it-IT" altLang="it-IT" sz="2000" dirty="0" smtClean="0"/>
              <a:t>detta copia </a:t>
            </a:r>
            <a:r>
              <a:rPr lang="it-IT" altLang="it-IT" sz="2000" dirty="0"/>
              <a:t>all'interno della Comunità, ad eccezione del diritto </a:t>
            </a:r>
            <a:r>
              <a:rPr lang="it-IT" altLang="it-IT" sz="2000" dirty="0" smtClean="0"/>
              <a:t>di controllare </a:t>
            </a:r>
            <a:r>
              <a:rPr lang="it-IT" altLang="it-IT" sz="2000" dirty="0"/>
              <a:t>l'ulteriore locazione del programma o di una </a:t>
            </a:r>
            <a:r>
              <a:rPr lang="it-IT" altLang="it-IT" sz="2000" dirty="0" smtClean="0"/>
              <a:t>copia dello </a:t>
            </a:r>
            <a:r>
              <a:rPr lang="it-IT" altLang="it-IT" sz="2000" dirty="0"/>
              <a:t>stesso. </a:t>
            </a:r>
          </a:p>
          <a:p>
            <a:pPr marL="457200" indent="-457200" eaLnBrk="1" hangingPunct="1">
              <a:lnSpc>
                <a:spcPct val="90000"/>
              </a:lnSpc>
              <a:buFont typeface="Wingdings" pitchFamily="2" charset="2"/>
              <a:buAutoNum type="alphaLcParenR"/>
            </a:pPr>
            <a:endParaRPr lang="it-IT" altLang="it-IT" sz="2000" dirty="0" smtClean="0"/>
          </a:p>
        </p:txBody>
      </p:sp>
      <p:sp>
        <p:nvSpPr>
          <p:cNvPr id="25603" name="Rectangle 7"/>
          <p:cNvSpPr>
            <a:spLocks noGrp="1" noChangeArrowheads="1"/>
          </p:cNvSpPr>
          <p:nvPr>
            <p:ph type="title"/>
          </p:nvPr>
        </p:nvSpPr>
        <p:spPr/>
        <p:txBody>
          <a:bodyPr/>
          <a:lstStyle/>
          <a:p>
            <a:pPr eaLnBrk="1" hangingPunct="1"/>
            <a:r>
              <a:rPr lang="it-IT" altLang="it-IT" smtClean="0"/>
              <a:t>Operazioni coperte dal diritto</a:t>
            </a:r>
          </a:p>
        </p:txBody>
      </p:sp>
      <p:pic>
        <p:nvPicPr>
          <p:cNvPr id="25604" name="Picture 8" descr="C:\Programmi\Microsoft Office\Clipart\standard\stddir1\BD06892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3200" y="5419725"/>
            <a:ext cx="16256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9306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idx="1"/>
          </p:nvPr>
        </p:nvSpPr>
        <p:spPr/>
        <p:txBody>
          <a:bodyPr/>
          <a:lstStyle/>
          <a:p>
            <a:pPr eaLnBrk="1" hangingPunct="1">
              <a:lnSpc>
                <a:spcPct val="90000"/>
              </a:lnSpc>
            </a:pPr>
            <a:r>
              <a:rPr lang="it-IT" altLang="it-IT" sz="2400" smtClean="0"/>
              <a:t>Salvo patto contrario, non sono soggette all'autorizzazione del titolare dei diritti le attività indicate nell'art. 64-bis, lettere a) e b), allorché tali attività sono necessarie per l'uso del programma per elaboratore conformemente alla sua destinazione da parte del legittimo acquirente, inclusa la correzione degli errori. </a:t>
            </a:r>
          </a:p>
          <a:p>
            <a:pPr eaLnBrk="1" hangingPunct="1">
              <a:lnSpc>
                <a:spcPct val="90000"/>
              </a:lnSpc>
            </a:pPr>
            <a:r>
              <a:rPr lang="it-IT" altLang="it-IT" sz="2400" smtClean="0"/>
              <a:t>Non può essere impedito per contratto, a chi ha diritto di usare una copia del programma per elaboratore di effettuare una copia di riserva del programma, talora tale copia sia necessaria per l'uso. </a:t>
            </a:r>
          </a:p>
        </p:txBody>
      </p:sp>
      <p:sp>
        <p:nvSpPr>
          <p:cNvPr id="27651" name="Rectangle 7"/>
          <p:cNvSpPr>
            <a:spLocks noGrp="1" noChangeArrowheads="1"/>
          </p:cNvSpPr>
          <p:nvPr>
            <p:ph type="title"/>
          </p:nvPr>
        </p:nvSpPr>
        <p:spPr/>
        <p:txBody>
          <a:bodyPr/>
          <a:lstStyle/>
          <a:p>
            <a:pPr eaLnBrk="1" hangingPunct="1"/>
            <a:r>
              <a:rPr lang="it-IT" altLang="it-IT" smtClean="0"/>
              <a:t>Diritti dell’acquirente</a:t>
            </a:r>
          </a:p>
        </p:txBody>
      </p:sp>
      <p:pic>
        <p:nvPicPr>
          <p:cNvPr id="27652" name="Picture 8" descr="C:\Programmi\Microsoft Office\Clipart\smbusbas\BS00196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3201" y="5410200"/>
            <a:ext cx="1672167"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99380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idx="1"/>
          </p:nvPr>
        </p:nvSpPr>
        <p:spPr/>
        <p:txBody>
          <a:bodyPr/>
          <a:lstStyle/>
          <a:p>
            <a:pPr eaLnBrk="1" hangingPunct="1">
              <a:lnSpc>
                <a:spcPct val="90000"/>
              </a:lnSpc>
            </a:pPr>
            <a:r>
              <a:rPr lang="it-IT" altLang="it-IT" sz="2400" smtClean="0">
                <a:latin typeface="Comic Sans MS" pitchFamily="66" charset="0"/>
              </a:rPr>
              <a:t>Chi ha diritto di usare una copia del programma per elaboratore può, </a:t>
            </a:r>
            <a:r>
              <a:rPr lang="it-IT" altLang="it-IT" sz="2400" u="sng" smtClean="0">
                <a:latin typeface="Comic Sans MS" pitchFamily="66" charset="0"/>
              </a:rPr>
              <a:t>senza l'autorizzazione del titolare dei diritti osservare, studiare o sottoporre a prova</a:t>
            </a:r>
            <a:r>
              <a:rPr lang="it-IT" altLang="it-IT" sz="2400" smtClean="0">
                <a:latin typeface="Comic Sans MS" pitchFamily="66" charset="0"/>
              </a:rPr>
              <a:t> il funzionamento del programma, allo scopo di determinare le idee ed i principi su cui è basato ogni elemento del programma stesso, qualora  egli compia tali atti durante operazioni di caricamento, visualizzazione, esecuzione, trasmissione o memorizzazione del programma che egli ha il diritto di eseguire. Gli accordi contrattuali conclusi in violazione del presente comma sono nulli. </a:t>
            </a:r>
          </a:p>
          <a:p>
            <a:pPr eaLnBrk="1" hangingPunct="1">
              <a:lnSpc>
                <a:spcPct val="90000"/>
              </a:lnSpc>
            </a:pPr>
            <a:endParaRPr lang="it-IT" altLang="it-IT" sz="2400" smtClean="0">
              <a:latin typeface="Comic Sans MS" pitchFamily="66" charset="0"/>
            </a:endParaRPr>
          </a:p>
        </p:txBody>
      </p:sp>
      <p:sp>
        <p:nvSpPr>
          <p:cNvPr id="28675" name="Rectangle 7"/>
          <p:cNvSpPr>
            <a:spLocks noGrp="1" noChangeArrowheads="1"/>
          </p:cNvSpPr>
          <p:nvPr>
            <p:ph type="title"/>
          </p:nvPr>
        </p:nvSpPr>
        <p:spPr/>
        <p:txBody>
          <a:bodyPr/>
          <a:lstStyle/>
          <a:p>
            <a:pPr eaLnBrk="1" hangingPunct="1"/>
            <a:r>
              <a:rPr lang="it-IT" altLang="it-IT" smtClean="0"/>
              <a:t>Diritto di studio</a:t>
            </a:r>
          </a:p>
        </p:txBody>
      </p:sp>
    </p:spTree>
    <p:extLst>
      <p:ext uri="{BB962C8B-B14F-4D97-AF65-F5344CB8AC3E}">
        <p14:creationId xmlns:p14="http://schemas.microsoft.com/office/powerpoint/2010/main" val="29765188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idx="1"/>
          </p:nvPr>
        </p:nvSpPr>
        <p:spPr/>
        <p:txBody>
          <a:bodyPr/>
          <a:lstStyle/>
          <a:p>
            <a:pPr eaLnBrk="1" hangingPunct="1">
              <a:lnSpc>
                <a:spcPct val="90000"/>
              </a:lnSpc>
            </a:pPr>
            <a:r>
              <a:rPr lang="it-IT" altLang="it-IT" sz="2000" smtClean="0"/>
              <a:t>L'autorizzazione del titolare dei diritti non è richiesta qualora la riproduzione del codice del programma di elaboratore e la traduzione della sua forma ai sensi dell'art. 64-bis, lettere a) e b), compiute al fine di modificare la forma del codice, siano indispensabili per ottenere le informazioni necessarie per conseguire l'interoperabilità, con altri programmi, di un programma per elaboratore creato autonomamente purché siano soddisfatte le seguenti condizioni: </a:t>
            </a:r>
          </a:p>
          <a:p>
            <a:pPr lvl="1" eaLnBrk="1" hangingPunct="1">
              <a:lnSpc>
                <a:spcPct val="90000"/>
              </a:lnSpc>
            </a:pPr>
            <a:r>
              <a:rPr lang="it-IT" altLang="it-IT" sz="1800" smtClean="0"/>
              <a:t>le predette attività siano eseguite dal licenziatario o da altri che abbiano il diritto di usare una copia del programma oppure, per loro conto, da chi è autorizzato a tal fine; </a:t>
            </a:r>
          </a:p>
          <a:p>
            <a:pPr lvl="1" eaLnBrk="1" hangingPunct="1">
              <a:lnSpc>
                <a:spcPct val="90000"/>
              </a:lnSpc>
            </a:pPr>
            <a:r>
              <a:rPr lang="it-IT" altLang="it-IT" sz="1800" smtClean="0"/>
              <a:t>le informazioni necessarie per conseguire l'interoperatività non siano già facilmente e  rapidamente accessibili ai soggetti indicati alla lettera a); </a:t>
            </a:r>
          </a:p>
          <a:p>
            <a:pPr eaLnBrk="1" hangingPunct="1">
              <a:lnSpc>
                <a:spcPct val="90000"/>
              </a:lnSpc>
              <a:buFont typeface="Wingdings" pitchFamily="2" charset="2"/>
              <a:buNone/>
            </a:pPr>
            <a:endParaRPr lang="it-IT" altLang="it-IT" sz="2000" smtClean="0"/>
          </a:p>
        </p:txBody>
      </p:sp>
      <p:sp>
        <p:nvSpPr>
          <p:cNvPr id="29699" name="Rectangle 7"/>
          <p:cNvSpPr>
            <a:spLocks noGrp="1" noChangeArrowheads="1"/>
          </p:cNvSpPr>
          <p:nvPr>
            <p:ph type="title"/>
          </p:nvPr>
        </p:nvSpPr>
        <p:spPr/>
        <p:txBody>
          <a:bodyPr/>
          <a:lstStyle/>
          <a:p>
            <a:pPr eaLnBrk="1" hangingPunct="1"/>
            <a:r>
              <a:rPr lang="it-IT" altLang="it-IT" smtClean="0"/>
              <a:t>Disassemblaggio</a:t>
            </a:r>
          </a:p>
        </p:txBody>
      </p:sp>
      <p:pic>
        <p:nvPicPr>
          <p:cNvPr id="29700" name="Picture 8" descr="C:\Programmi\Microsoft Office\Clipart\corpbas\j00787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280026"/>
            <a:ext cx="2641600" cy="157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78923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idx="1"/>
          </p:nvPr>
        </p:nvSpPr>
        <p:spPr/>
        <p:txBody>
          <a:bodyPr/>
          <a:lstStyle/>
          <a:p>
            <a:pPr lvl="1" eaLnBrk="1" hangingPunct="1"/>
            <a:r>
              <a:rPr lang="it-IT" altLang="it-IT" sz="1800" smtClean="0"/>
              <a:t>le predette attività siano limitate alle parti del programma originale necessarie per conseguire l'interoperatività. </a:t>
            </a:r>
          </a:p>
          <a:p>
            <a:pPr eaLnBrk="1" hangingPunct="1">
              <a:buFont typeface="Wingdings" pitchFamily="2" charset="2"/>
              <a:buNone/>
            </a:pPr>
            <a:endParaRPr lang="it-IT" altLang="it-IT" sz="2000" smtClean="0"/>
          </a:p>
          <a:p>
            <a:pPr eaLnBrk="1" hangingPunct="1"/>
            <a:r>
              <a:rPr lang="it-IT" altLang="it-IT" sz="2000" smtClean="0"/>
              <a:t>Le disposizioni di cui al comma 1 non consentono che le informazioni ottenute in virtù della loro applicazione: </a:t>
            </a:r>
          </a:p>
          <a:p>
            <a:pPr lvl="1" eaLnBrk="1" hangingPunct="1"/>
            <a:r>
              <a:rPr lang="it-IT" altLang="it-IT" sz="1800" smtClean="0"/>
              <a:t>siano utilizzate a fini diversi dal conseguimento dell'interoperatività del programma creato autonomamente; </a:t>
            </a:r>
          </a:p>
          <a:p>
            <a:pPr lvl="1" eaLnBrk="1" hangingPunct="1"/>
            <a:r>
              <a:rPr lang="it-IT" altLang="it-IT" sz="1800" smtClean="0"/>
              <a:t>siano comunicate ai terzi, fatta salva la necessità di consentire l'interoperatività del programma creato autonomamente; </a:t>
            </a:r>
          </a:p>
          <a:p>
            <a:pPr lvl="1" eaLnBrk="1" hangingPunct="1"/>
            <a:r>
              <a:rPr lang="it-IT" altLang="it-IT" sz="1800" smtClean="0"/>
              <a:t>siano utilizzate per lo sviluppo, la produzione o la commercializzazione di un programma per elaboratore sostanzialmente simile nella sua forma espressiva, o per ogni altra attività che violi il diritto d'autore. </a:t>
            </a:r>
          </a:p>
          <a:p>
            <a:pPr lvl="1" eaLnBrk="1" hangingPunct="1"/>
            <a:endParaRPr lang="it-IT" altLang="it-IT" sz="1800" smtClean="0"/>
          </a:p>
          <a:p>
            <a:pPr eaLnBrk="1" hangingPunct="1">
              <a:buFont typeface="Wingdings" pitchFamily="2" charset="2"/>
              <a:buNone/>
            </a:pPr>
            <a:endParaRPr lang="it-IT" altLang="it-IT" sz="2000" smtClean="0">
              <a:latin typeface="Comic Sans MS" pitchFamily="66" charset="0"/>
            </a:endParaRPr>
          </a:p>
        </p:txBody>
      </p:sp>
      <p:sp>
        <p:nvSpPr>
          <p:cNvPr id="30723" name="Rectangle 7"/>
          <p:cNvSpPr>
            <a:spLocks noGrp="1" noChangeArrowheads="1"/>
          </p:cNvSpPr>
          <p:nvPr>
            <p:ph type="title"/>
          </p:nvPr>
        </p:nvSpPr>
        <p:spPr/>
        <p:txBody>
          <a:bodyPr/>
          <a:lstStyle/>
          <a:p>
            <a:pPr eaLnBrk="1" hangingPunct="1"/>
            <a:r>
              <a:rPr lang="it-IT" altLang="it-IT" smtClean="0"/>
              <a:t>Limiti al disassemblaggio</a:t>
            </a:r>
          </a:p>
        </p:txBody>
      </p:sp>
    </p:spTree>
    <p:extLst>
      <p:ext uri="{BB962C8B-B14F-4D97-AF65-F5344CB8AC3E}">
        <p14:creationId xmlns:p14="http://schemas.microsoft.com/office/powerpoint/2010/main" val="25864511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idx="1"/>
          </p:nvPr>
        </p:nvSpPr>
        <p:spPr/>
        <p:txBody>
          <a:bodyPr/>
          <a:lstStyle/>
          <a:p>
            <a:pPr eaLnBrk="1" hangingPunct="1"/>
            <a:r>
              <a:rPr lang="it-IT" altLang="it-IT" sz="2400" smtClean="0"/>
              <a:t>Alla società italiana degli degli autori ed editori è affidata, altresì, la tenuta di un registro pubblico speciale per i programmi per elaboratore. In tale registro viene registrato il nome del titolare dei diritti esclusivi di utilizzazione economica e la data di pubblicazione del programma, intendendosi per pubblicazione il primo atto di esercizio dei diritti esclusivi. </a:t>
            </a:r>
          </a:p>
          <a:p>
            <a:pPr eaLnBrk="1" hangingPunct="1"/>
            <a:r>
              <a:rPr lang="it-IT" altLang="it-IT" sz="2400" smtClean="0"/>
              <a:t>Per i programmi per elaboratore la registrazione è facoltativa ed onerosa. </a:t>
            </a:r>
          </a:p>
          <a:p>
            <a:pPr eaLnBrk="1" hangingPunct="1">
              <a:buFont typeface="Wingdings" pitchFamily="2" charset="2"/>
              <a:buNone/>
            </a:pPr>
            <a:endParaRPr lang="it-IT" altLang="it-IT" sz="2400" smtClean="0"/>
          </a:p>
          <a:p>
            <a:pPr eaLnBrk="1" hangingPunct="1">
              <a:buFont typeface="Wingdings" pitchFamily="2" charset="2"/>
              <a:buNone/>
            </a:pPr>
            <a:endParaRPr lang="it-IT" altLang="it-IT" sz="2400" smtClean="0"/>
          </a:p>
        </p:txBody>
      </p:sp>
      <p:sp>
        <p:nvSpPr>
          <p:cNvPr id="31747" name="Rectangle 7"/>
          <p:cNvSpPr>
            <a:spLocks noGrp="1" noChangeArrowheads="1"/>
          </p:cNvSpPr>
          <p:nvPr>
            <p:ph type="title"/>
          </p:nvPr>
        </p:nvSpPr>
        <p:spPr/>
        <p:txBody>
          <a:bodyPr/>
          <a:lstStyle/>
          <a:p>
            <a:pPr eaLnBrk="1" hangingPunct="1"/>
            <a:r>
              <a:rPr lang="it-IT" altLang="it-IT" smtClean="0"/>
              <a:t>La S.I.A.E.</a:t>
            </a:r>
          </a:p>
        </p:txBody>
      </p:sp>
      <p:pic>
        <p:nvPicPr>
          <p:cNvPr id="31748" name="Picture 8" descr="C:\Programmi\Microsoft Office\Clipart\standard\stddir4\PE03519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64801" y="5446714"/>
            <a:ext cx="1485900" cy="141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51744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idx="1"/>
          </p:nvPr>
        </p:nvSpPr>
        <p:spPr/>
        <p:txBody>
          <a:bodyPr/>
          <a:lstStyle/>
          <a:p>
            <a:pPr eaLnBrk="1" hangingPunct="1"/>
            <a:r>
              <a:rPr lang="it-IT" altLang="it-IT" sz="2400" smtClean="0"/>
              <a:t>All'art. 161 della legge 22 aprile 1941, n. 633, è aggiunto, in fine, il seguente comma: </a:t>
            </a:r>
          </a:p>
          <a:p>
            <a:pPr eaLnBrk="1" hangingPunct="1"/>
            <a:endParaRPr lang="it-IT" altLang="it-IT" sz="2400" smtClean="0"/>
          </a:p>
          <a:p>
            <a:pPr eaLnBrk="1" hangingPunct="1"/>
            <a:r>
              <a:rPr lang="it-IT" altLang="it-IT" sz="2400" smtClean="0"/>
              <a:t>"Le disposizioni di questa Sezione si applicano anche a chi mette in circolazione in qualsiasi modo, o detiene per scopi commerciali copie non autorizzate di programmi e qualsiasi mezzo inteso unicamente a consentire e facilitare la rimozione arbitraria o l'esclusione funzionale dei dispositivi applicati a protezione di un programma per elaboratore". </a:t>
            </a:r>
          </a:p>
          <a:p>
            <a:pPr eaLnBrk="1" hangingPunct="1">
              <a:buFont typeface="Wingdings" pitchFamily="2" charset="2"/>
              <a:buNone/>
            </a:pPr>
            <a:endParaRPr lang="it-IT" altLang="it-IT" sz="2400" smtClean="0"/>
          </a:p>
        </p:txBody>
      </p:sp>
      <p:sp>
        <p:nvSpPr>
          <p:cNvPr id="32771" name="Rectangle 7"/>
          <p:cNvSpPr>
            <a:spLocks noGrp="1" noChangeArrowheads="1"/>
          </p:cNvSpPr>
          <p:nvPr>
            <p:ph type="title"/>
          </p:nvPr>
        </p:nvSpPr>
        <p:spPr/>
        <p:txBody>
          <a:bodyPr/>
          <a:lstStyle/>
          <a:p>
            <a:pPr eaLnBrk="1" hangingPunct="1"/>
            <a:r>
              <a:rPr lang="it-IT" altLang="it-IT" smtClean="0"/>
              <a:t>Copie non autorizzate</a:t>
            </a:r>
          </a:p>
        </p:txBody>
      </p:sp>
    </p:spTree>
    <p:extLst>
      <p:ext uri="{BB962C8B-B14F-4D97-AF65-F5344CB8AC3E}">
        <p14:creationId xmlns:p14="http://schemas.microsoft.com/office/powerpoint/2010/main" val="1620851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idx="1"/>
          </p:nvPr>
        </p:nvSpPr>
        <p:spPr/>
        <p:txBody>
          <a:bodyPr/>
          <a:lstStyle/>
          <a:p>
            <a:pPr eaLnBrk="1" hangingPunct="1"/>
            <a:r>
              <a:rPr lang="it-IT" altLang="it-IT" sz="2000" smtClean="0"/>
              <a:t>Dopo l'art. 171 della legge 22 aprile 1941, n. 633, è inserito il seguente: </a:t>
            </a:r>
          </a:p>
          <a:p>
            <a:pPr eaLnBrk="1" hangingPunct="1"/>
            <a:r>
              <a:rPr lang="it-IT" altLang="it-IT" sz="2000" smtClean="0"/>
              <a:t>"Art. 171-bis - “Chiunque abusivamente duplica a fini di lucro, programmi per elaboratore, o, ai medesimi fini e sapendo o avendo motivo di sapere che si tratta di copie non autorizzate, importa, distrbuisce, vende, detiene a scopo commerciale, o concede in locazione i medesimi programmi, è soggetto alla pena della reclusione da tre mesi a tre anni e della multa da L. 500.000 a L. 600.000. Si applica la stessa pena se il fatto concerne qualsiasi mezzo inteso unicamente a consentire o facilitare la rimozione arbitraria o l'elusione funzionale dei dispositivi applicati a protezione di un programma per elaboratore. </a:t>
            </a:r>
          </a:p>
        </p:txBody>
      </p:sp>
      <p:sp>
        <p:nvSpPr>
          <p:cNvPr id="33795" name="Rectangle 7"/>
          <p:cNvSpPr>
            <a:spLocks noGrp="1" noChangeArrowheads="1"/>
          </p:cNvSpPr>
          <p:nvPr>
            <p:ph type="title"/>
          </p:nvPr>
        </p:nvSpPr>
        <p:spPr/>
        <p:txBody>
          <a:bodyPr/>
          <a:lstStyle/>
          <a:p>
            <a:pPr eaLnBrk="1" hangingPunct="1"/>
            <a:r>
              <a:rPr lang="it-IT" altLang="it-IT" smtClean="0"/>
              <a:t>Le Pene</a:t>
            </a:r>
          </a:p>
        </p:txBody>
      </p:sp>
      <p:pic>
        <p:nvPicPr>
          <p:cNvPr id="33796" name="Picture 8" descr="C:\Programmi\Microsoft Office\Clipart\corpbas\BD05878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8001" y="5181601"/>
            <a:ext cx="1631951"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480944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idx="1"/>
          </p:nvPr>
        </p:nvSpPr>
        <p:spPr/>
        <p:txBody>
          <a:bodyPr/>
          <a:lstStyle/>
          <a:p>
            <a:pPr eaLnBrk="1" hangingPunct="1">
              <a:lnSpc>
                <a:spcPct val="90000"/>
              </a:lnSpc>
            </a:pPr>
            <a:r>
              <a:rPr lang="it-IT" altLang="it-IT" sz="2000" smtClean="0"/>
              <a:t>La pena non è inferiore nel minimo a sei mesi di reclusione e la multa a L. 1.000.000 se il fatto è di rilevante gravità ovvero se il programma oggetto dell'abusiva duplicazione, importazione, distribuzione, vendita, detenzione a scopo commerciale o locazione sia di stato precedentemente distribuito, venduto o concesso in locazione su supporti contrassegnati dalla Società italiana degli autori ed editori ai sensi della presente legge e del relativo regolamento di esecuzione approvato con regio decreto 18 maggio 1942, n. 1369. </a:t>
            </a:r>
          </a:p>
          <a:p>
            <a:pPr eaLnBrk="1" hangingPunct="1">
              <a:lnSpc>
                <a:spcPct val="90000"/>
              </a:lnSpc>
            </a:pPr>
            <a:endParaRPr lang="it-IT" altLang="it-IT" sz="2000" smtClean="0"/>
          </a:p>
          <a:p>
            <a:pPr eaLnBrk="1" hangingPunct="1">
              <a:lnSpc>
                <a:spcPct val="90000"/>
              </a:lnSpc>
            </a:pPr>
            <a:r>
              <a:rPr lang="it-IT" altLang="it-IT" sz="2000" smtClean="0"/>
              <a:t>La condanna per i reati previsti dal comma 1 comporta la pubblicazione della sentenza in uno o più quotidiani e in uno o più periodici specializzati". </a:t>
            </a:r>
          </a:p>
          <a:p>
            <a:pPr eaLnBrk="1" hangingPunct="1">
              <a:lnSpc>
                <a:spcPct val="90000"/>
              </a:lnSpc>
              <a:buFont typeface="Wingdings" pitchFamily="2" charset="2"/>
              <a:buNone/>
            </a:pPr>
            <a:endParaRPr lang="it-IT" altLang="it-IT" sz="2000" smtClean="0"/>
          </a:p>
        </p:txBody>
      </p:sp>
      <p:sp>
        <p:nvSpPr>
          <p:cNvPr id="34819" name="Rectangle 7"/>
          <p:cNvSpPr>
            <a:spLocks noGrp="1" noChangeArrowheads="1"/>
          </p:cNvSpPr>
          <p:nvPr>
            <p:ph type="title"/>
          </p:nvPr>
        </p:nvSpPr>
        <p:spPr/>
        <p:txBody>
          <a:bodyPr/>
          <a:lstStyle/>
          <a:p>
            <a:pPr eaLnBrk="1" hangingPunct="1"/>
            <a:r>
              <a:rPr lang="it-IT" altLang="it-IT" smtClean="0"/>
              <a:t>Aggravamento delle Pene</a:t>
            </a:r>
          </a:p>
        </p:txBody>
      </p:sp>
    </p:spTree>
    <p:extLst>
      <p:ext uri="{BB962C8B-B14F-4D97-AF65-F5344CB8AC3E}">
        <p14:creationId xmlns:p14="http://schemas.microsoft.com/office/powerpoint/2010/main" val="1615998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1"/>
          </p:nvPr>
        </p:nvSpPr>
        <p:spPr/>
        <p:txBody>
          <a:bodyPr/>
          <a:lstStyle/>
          <a:p>
            <a:pPr eaLnBrk="1" hangingPunct="1"/>
            <a:r>
              <a:rPr lang="it-IT" altLang="it-IT" sz="2800" smtClean="0"/>
              <a:t>Punisce i titolari di attività con:</a:t>
            </a:r>
          </a:p>
          <a:p>
            <a:pPr eaLnBrk="1" hangingPunct="1"/>
            <a:r>
              <a:rPr lang="it-IT" altLang="it-IT" sz="2800" smtClean="0"/>
              <a:t>La chiusura dell’attività da 15 giorni a 3 mesi (con la confisca di strumenti e materiali che sono serviti per fare copie pirata)</a:t>
            </a:r>
          </a:p>
          <a:p>
            <a:pPr eaLnBrk="1" hangingPunct="1"/>
            <a:r>
              <a:rPr lang="it-IT" altLang="it-IT" sz="2800" smtClean="0"/>
              <a:t>In caso di recidiva, è prevista la revoca della licenza</a:t>
            </a:r>
          </a:p>
          <a:p>
            <a:pPr eaLnBrk="1" hangingPunct="1"/>
            <a:r>
              <a:rPr lang="it-IT" altLang="it-IT" sz="2800" smtClean="0"/>
              <a:t>La reclusione va da 6 mese a 3 anni e la multa da €. 2.500 ad €. 25.000</a:t>
            </a:r>
          </a:p>
          <a:p>
            <a:pPr eaLnBrk="1" hangingPunct="1"/>
            <a:endParaRPr lang="it-IT" altLang="it-IT" sz="2800" smtClean="0"/>
          </a:p>
        </p:txBody>
      </p:sp>
      <p:sp>
        <p:nvSpPr>
          <p:cNvPr id="35842" name="Rectangle 2"/>
          <p:cNvSpPr>
            <a:spLocks noGrp="1" noChangeArrowheads="1"/>
          </p:cNvSpPr>
          <p:nvPr>
            <p:ph type="title"/>
          </p:nvPr>
        </p:nvSpPr>
        <p:spPr/>
        <p:txBody>
          <a:bodyPr/>
          <a:lstStyle/>
          <a:p>
            <a:pPr eaLnBrk="1" hangingPunct="1"/>
            <a:r>
              <a:rPr lang="it-IT" altLang="it-IT" smtClean="0"/>
              <a:t>Legge n. 248 del 18/8/2000</a:t>
            </a:r>
          </a:p>
        </p:txBody>
      </p:sp>
    </p:spTree>
    <p:extLst>
      <p:ext uri="{BB962C8B-B14F-4D97-AF65-F5344CB8AC3E}">
        <p14:creationId xmlns:p14="http://schemas.microsoft.com/office/powerpoint/2010/main" val="7268233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iale">
  <a:themeElements>
    <a:clrScheme name="Vial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Vial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Vial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F4AA353C34084B48AD5373DABC4FE04B" ma:contentTypeVersion="6" ma:contentTypeDescription="Creare un nuovo documento." ma:contentTypeScope="" ma:versionID="7b95d111b612a96f1219550b5e1db449">
  <xsd:schema xmlns:xsd="http://www.w3.org/2001/XMLSchema" xmlns:xs="http://www.w3.org/2001/XMLSchema" xmlns:p="http://schemas.microsoft.com/office/2006/metadata/properties" xmlns:ns2="a92ef012-2059-489e-bed9-6971e10b3fed" targetNamespace="http://schemas.microsoft.com/office/2006/metadata/properties" ma:root="true" ma:fieldsID="1b0ffde798c86c6a5476af6b0920dbb2" ns2:_="">
    <xsd:import namespace="a92ef012-2059-489e-bed9-6971e10b3fe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92ef012-2059-489e-bed9-6971e10b3f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4256443-2934-47D5-BC1C-6F8CCDE8E742}">
  <ds:schemaRefs>
    <ds:schemaRef ds:uri="http://schemas.microsoft.com/sharepoint/v3/contenttype/forms"/>
  </ds:schemaRefs>
</ds:datastoreItem>
</file>

<file path=customXml/itemProps2.xml><?xml version="1.0" encoding="utf-8"?>
<ds:datastoreItem xmlns:ds="http://schemas.openxmlformats.org/officeDocument/2006/customXml" ds:itemID="{D677C9D3-16DB-4FF6-A2EC-405FC028E78F}">
  <ds:schemaRefs>
    <ds:schemaRef ds:uri="http://schemas.microsoft.com/office/2006/metadata/properties"/>
    <ds:schemaRef ds:uri="http://schemas.microsoft.com/office/2006/documentManagement/types"/>
    <ds:schemaRef ds:uri="a92ef012-2059-489e-bed9-6971e10b3fed"/>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www.w3.org/XML/1998/namespace"/>
  </ds:schemaRefs>
</ds:datastoreItem>
</file>

<file path=customXml/itemProps3.xml><?xml version="1.0" encoding="utf-8"?>
<ds:datastoreItem xmlns:ds="http://schemas.openxmlformats.org/officeDocument/2006/customXml" ds:itemID="{ECF4AACC-8FBD-48EA-9157-CB62B83677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92ef012-2059-489e-bed9-6971e10b3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Concourse</Template>
  <TotalTime>10634</TotalTime>
  <Words>2521</Words>
  <Application>Microsoft Office PowerPoint</Application>
  <PresentationFormat>Personalizzato</PresentationFormat>
  <Paragraphs>156</Paragraphs>
  <Slides>32</Slides>
  <Notes>1</Notes>
  <HiddenSlides>0</HiddenSlides>
  <MMClips>1</MMClips>
  <ScaleCrop>false</ScaleCrop>
  <HeadingPairs>
    <vt:vector size="4" baseType="variant">
      <vt:variant>
        <vt:lpstr>Tema</vt:lpstr>
      </vt:variant>
      <vt:variant>
        <vt:i4>1</vt:i4>
      </vt:variant>
      <vt:variant>
        <vt:lpstr>Titoli diapositive</vt:lpstr>
      </vt:variant>
      <vt:variant>
        <vt:i4>32</vt:i4>
      </vt:variant>
    </vt:vector>
  </HeadingPairs>
  <TitlesOfParts>
    <vt:vector size="33" baseType="lpstr">
      <vt:lpstr>Viale</vt:lpstr>
      <vt:lpstr>Fondazione ITS   Information &amp; Communications Technology Academy</vt:lpstr>
      <vt:lpstr>Perché ?</vt:lpstr>
      <vt:lpstr>Cosa protegge ? </vt:lpstr>
      <vt:lpstr>Breve storia del Diritto d’Autore</vt:lpstr>
      <vt:lpstr>Il Diritto d’Autore</vt:lpstr>
      <vt:lpstr>Il diritto d’autore in Italia</vt:lpstr>
      <vt:lpstr>L’Autore</vt:lpstr>
      <vt:lpstr>Titolarità e Durata</vt:lpstr>
      <vt:lpstr>Diritto alla riproduzione</vt:lpstr>
      <vt:lpstr>Diritti Morali</vt:lpstr>
      <vt:lpstr>Cosa può essere protetto ?</vt:lpstr>
      <vt:lpstr>Limitazioni del Diritto d’Autore</vt:lpstr>
      <vt:lpstr>La S.I.A.E. in Italia</vt:lpstr>
      <vt:lpstr>Il Brevetto</vt:lpstr>
      <vt:lpstr>Durata del brevetto</vt:lpstr>
      <vt:lpstr>Requisiti per il Brevetto</vt:lpstr>
      <vt:lpstr>L’Ufficio Brevetti</vt:lpstr>
      <vt:lpstr>Diritto d’Autore e Software</vt:lpstr>
      <vt:lpstr>D.L. del 29.12. 92 n. 518 </vt:lpstr>
      <vt:lpstr>Programmi, idee, principi</vt:lpstr>
      <vt:lpstr>Autore lavoratore dipendente</vt:lpstr>
      <vt:lpstr>Diritti economici</vt:lpstr>
      <vt:lpstr>Operazioni coperte dal diritto</vt:lpstr>
      <vt:lpstr>Diritti dell’acquirente</vt:lpstr>
      <vt:lpstr>Diritto di studio</vt:lpstr>
      <vt:lpstr>Disassemblaggio</vt:lpstr>
      <vt:lpstr>Limiti al disassemblaggio</vt:lpstr>
      <vt:lpstr>La S.I.A.E.</vt:lpstr>
      <vt:lpstr>Copie non autorizzate</vt:lpstr>
      <vt:lpstr>Le Pene</vt:lpstr>
      <vt:lpstr>Aggravamento delle Pene</vt:lpstr>
      <vt:lpstr>Legge n. 248 del 18/8/2000</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Costituzione ITS  «Istituto Tecnico Superiore ITS Information and Communications Technology Academy»</dc:title>
  <dc:creator>Fabrizio Rizzitelli</dc:creator>
  <cp:lastModifiedBy>Enzo Chilelli</cp:lastModifiedBy>
  <cp:revision>76</cp:revision>
  <cp:lastPrinted>2022-10-19T16:38:02Z</cp:lastPrinted>
  <dcterms:created xsi:type="dcterms:W3CDTF">2022-03-20T16:16:01Z</dcterms:created>
  <dcterms:modified xsi:type="dcterms:W3CDTF">2022-11-16T15:59:45Z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0x010100F4AA353C34084B48AD5373DABC4FE04B</vt:lpwstr>
  </property>
</Properties>
</file>