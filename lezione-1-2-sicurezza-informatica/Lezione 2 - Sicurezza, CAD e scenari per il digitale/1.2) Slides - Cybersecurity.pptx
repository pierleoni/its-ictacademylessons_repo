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 id="2147483698" r:id="rId5"/>
  </p:sldMasterIdLst>
  <p:notesMasterIdLst>
    <p:notesMasterId r:id="rId61"/>
  </p:notesMasterIdLst>
  <p:handoutMasterIdLst>
    <p:handoutMasterId r:id="rId62"/>
  </p:handoutMasterIdLst>
  <p:sldIdLst>
    <p:sldId id="302" r:id="rId6"/>
    <p:sldId id="443" r:id="rId7"/>
    <p:sldId id="449" r:id="rId8"/>
    <p:sldId id="450" r:id="rId9"/>
    <p:sldId id="451" r:id="rId10"/>
    <p:sldId id="452" r:id="rId11"/>
    <p:sldId id="453" r:id="rId12"/>
    <p:sldId id="454" r:id="rId13"/>
    <p:sldId id="455" r:id="rId14"/>
    <p:sldId id="456" r:id="rId15"/>
    <p:sldId id="457" r:id="rId16"/>
    <p:sldId id="458" r:id="rId17"/>
    <p:sldId id="459" r:id="rId18"/>
    <p:sldId id="460" r:id="rId19"/>
    <p:sldId id="461" r:id="rId20"/>
    <p:sldId id="462" r:id="rId21"/>
    <p:sldId id="463" r:id="rId22"/>
    <p:sldId id="464" r:id="rId23"/>
    <p:sldId id="465" r:id="rId24"/>
    <p:sldId id="466" r:id="rId25"/>
    <p:sldId id="467" r:id="rId26"/>
    <p:sldId id="380" r:id="rId27"/>
    <p:sldId id="381" r:id="rId28"/>
    <p:sldId id="382" r:id="rId29"/>
    <p:sldId id="383" r:id="rId30"/>
    <p:sldId id="384" r:id="rId31"/>
    <p:sldId id="385" r:id="rId32"/>
    <p:sldId id="386" r:id="rId33"/>
    <p:sldId id="387" r:id="rId34"/>
    <p:sldId id="388" r:id="rId35"/>
    <p:sldId id="390" r:id="rId36"/>
    <p:sldId id="256" r:id="rId37"/>
    <p:sldId id="260" r:id="rId38"/>
    <p:sldId id="259" r:id="rId39"/>
    <p:sldId id="258" r:id="rId40"/>
    <p:sldId id="261" r:id="rId41"/>
    <p:sldId id="468" r:id="rId42"/>
    <p:sldId id="469" r:id="rId43"/>
    <p:sldId id="262" r:id="rId44"/>
    <p:sldId id="257" r:id="rId45"/>
    <p:sldId id="424" r:id="rId46"/>
    <p:sldId id="425" r:id="rId47"/>
    <p:sldId id="426" r:id="rId48"/>
    <p:sldId id="427" r:id="rId49"/>
    <p:sldId id="428" r:id="rId50"/>
    <p:sldId id="429" r:id="rId51"/>
    <p:sldId id="430" r:id="rId52"/>
    <p:sldId id="431" r:id="rId53"/>
    <p:sldId id="432" r:id="rId54"/>
    <p:sldId id="433" r:id="rId55"/>
    <p:sldId id="439" r:id="rId56"/>
    <p:sldId id="440" r:id="rId57"/>
    <p:sldId id="441" r:id="rId58"/>
    <p:sldId id="442" r:id="rId59"/>
    <p:sldId id="378" r:id="rId60"/>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29" autoAdjust="0"/>
    <p:restoredTop sz="83274" autoAdjust="0"/>
  </p:normalViewPr>
  <p:slideViewPr>
    <p:cSldViewPr snapToGrid="0">
      <p:cViewPr varScale="1">
        <p:scale>
          <a:sx n="68" d="100"/>
          <a:sy n="68" d="100"/>
        </p:scale>
        <p:origin x="989"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C4052BAE-439A-4FC8-8655-99AAAEB01D21}" type="datetimeFigureOut">
              <a:rPr lang="it-IT" smtClean="0"/>
              <a:t>04/12/2024</a:t>
            </a:fld>
            <a:endParaRPr lang="it-IT"/>
          </a:p>
        </p:txBody>
      </p:sp>
      <p:sp>
        <p:nvSpPr>
          <p:cNvPr id="4" name="Segnaposto piè di pagina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DB3C176B-96D9-4935-94ED-396780CCE3E5}" type="slidenum">
              <a:rPr lang="it-IT" smtClean="0"/>
              <a:t>‹N›</a:t>
            </a:fld>
            <a:endParaRPr lang="it-IT"/>
          </a:p>
        </p:txBody>
      </p:sp>
    </p:spTree>
    <p:extLst>
      <p:ext uri="{BB962C8B-B14F-4D97-AF65-F5344CB8AC3E}">
        <p14:creationId xmlns:p14="http://schemas.microsoft.com/office/powerpoint/2010/main" val="3974373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E7B651B7-D1FD-484D-9665-DAAE23E1A784}" type="datetimeFigureOut">
              <a:rPr lang="it-IT" smtClean="0"/>
              <a:t>04/12/2024</a:t>
            </a:fld>
            <a:endParaRPr lang="it-IT"/>
          </a:p>
        </p:txBody>
      </p:sp>
      <p:sp>
        <p:nvSpPr>
          <p:cNvPr id="4" name="Segnaposto immagine diapositiva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0096FAA-A9DD-444E-AAB0-7E9234A0C1F6}" type="slidenum">
              <a:rPr lang="it-IT" smtClean="0"/>
              <a:t>‹N›</a:t>
            </a:fld>
            <a:endParaRPr lang="it-IT"/>
          </a:p>
        </p:txBody>
      </p:sp>
    </p:spTree>
    <p:extLst>
      <p:ext uri="{BB962C8B-B14F-4D97-AF65-F5344CB8AC3E}">
        <p14:creationId xmlns:p14="http://schemas.microsoft.com/office/powerpoint/2010/main" val="3879642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F70D8EC6-05AF-42E8-967A-AAD7AD80F81C}" type="datetime1">
              <a:rPr lang="it-IT" smtClean="0"/>
              <a:t>04/12/2024</a:t>
            </a:fld>
            <a:endParaRPr lang="it-IT"/>
          </a:p>
        </p:txBody>
      </p:sp>
      <p:sp>
        <p:nvSpPr>
          <p:cNvPr id="5" name="Footer Placeholder 4"/>
          <p:cNvSpPr>
            <a:spLocks noGrp="1"/>
          </p:cNvSpPr>
          <p:nvPr>
            <p:ph type="ftr" sz="quarter" idx="11"/>
          </p:nvPr>
        </p:nvSpPr>
        <p:spPr>
          <a:xfrm>
            <a:off x="1876424" y="5410201"/>
            <a:ext cx="5124886" cy="365125"/>
          </a:xfrm>
        </p:spPr>
        <p:txBody>
          <a:bodyPr/>
          <a:lstStyle/>
          <a:p>
            <a:endParaRPr lang="it-IT"/>
          </a:p>
        </p:txBody>
      </p:sp>
      <p:sp>
        <p:nvSpPr>
          <p:cNvPr id="6" name="Slide Number Placeholder 5"/>
          <p:cNvSpPr>
            <a:spLocks noGrp="1"/>
          </p:cNvSpPr>
          <p:nvPr>
            <p:ph type="sldNum" sz="quarter" idx="12"/>
          </p:nvPr>
        </p:nvSpPr>
        <p:spPr>
          <a:xfrm>
            <a:off x="9896911" y="5410199"/>
            <a:ext cx="771089" cy="365125"/>
          </a:xfrm>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73372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0048CE15-04C7-4618-95DB-ED79C8E3A217}" type="datetime1">
              <a:rPr lang="it-IT" smtClean="0"/>
              <a:t>04/12/2024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673136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E666418-C66F-482C-A2AE-8C47E252DB0C}" type="datetime1">
              <a:rPr lang="it-IT" smtClean="0"/>
              <a:t>04/12/2024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347476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2BA94234-F74D-49AA-A11A-76052BA5687A}" type="datetime1">
              <a:rPr lang="it-IT" smtClean="0"/>
              <a:t>04/12/2024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2130428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41410" y="3073397"/>
            <a:ext cx="4878391"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72200" y="3073397"/>
            <a:ext cx="4875210" cy="271780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EEA7E194-C971-4739-81F1-E8777D881483}" type="datetime1">
              <a:rPr lang="it-IT" smtClean="0"/>
              <a:t>04/12/2024</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300528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B42226A4-72B2-441B-A754-36D12F008D9C}" type="datetime1">
              <a:rPr lang="it-IT" smtClean="0"/>
              <a:t>04/12/2024</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2326511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064A30-5C7A-4441-B5D7-70720E734D76}" type="datetime1">
              <a:rPr lang="it-IT" smtClean="0"/>
              <a:t>04/12/2024</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3837149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0CFFD286-1E23-4496-AB18-A7DF5C8CE213}" type="datetime1">
              <a:rPr lang="it-IT" smtClean="0"/>
              <a:t>04/12/2024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1914482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FE70EBD2-745A-4FFD-9F97-D0274C7E853B}" type="datetime1">
              <a:rPr lang="it-IT" smtClean="0"/>
              <a:t>04/12/2024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238278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it-IT"/>
              <a:t>Fare clic sull'icona per inserire un'immagine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35E9057D-6A4F-431D-96FE-2A6C51CDA8F8}" type="datetime1">
              <a:rPr lang="it-IT" smtClean="0"/>
              <a:t>04/12/2024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2701332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6103762-40E7-4456-B57E-599A6885D454}" type="datetime1">
              <a:rPr lang="it-IT" smtClean="0"/>
              <a:t>04/12/2024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38045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it-IT"/>
              <a:t>Fare clic per modificare lo stile del titolo dello schema</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0588880-91AB-48E8-BE9C-4F0F7BBF2859}" type="datetime1">
              <a:rPr lang="it-IT" smtClean="0"/>
              <a:t>04/12/2024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3A03E66D-A13A-4C27-A19D-D7B0DBB2617F}" type="slidenum">
              <a:rPr lang="it-IT" smtClean="0"/>
              <a:t>‹N›</a:t>
            </a:fld>
            <a:endParaRPr lang="it-IT"/>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458873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9634CDF5-9C9C-44D9-8D59-F569663E130C}" type="datetime1">
              <a:rPr lang="it-IT" smtClean="0"/>
              <a:t>04/12/2024</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29190648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it-IT"/>
              <a:t>Fare clic per modificare lo stile del titolo dello schema</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1E83B067-3B22-42E3-B521-8212467F7A55}" type="datetime1">
              <a:rPr lang="it-IT" smtClean="0"/>
              <a:t>04/12/2024</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26368994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it-IT"/>
              <a:t>Fare clic per modificare lo stile del titolo dello schema</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it-IT"/>
              <a:t>Fare clic sull'icona per inserire un'immagine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3" name="Date Placeholder 2"/>
          <p:cNvSpPr>
            <a:spLocks noGrp="1"/>
          </p:cNvSpPr>
          <p:nvPr>
            <p:ph type="dt" sz="half" idx="10"/>
          </p:nvPr>
        </p:nvSpPr>
        <p:spPr/>
        <p:txBody>
          <a:bodyPr/>
          <a:lstStyle/>
          <a:p>
            <a:fld id="{5600EA9A-AE73-4C86-9BB9-19EF17F31910}" type="datetime1">
              <a:rPr lang="it-IT" smtClean="0"/>
              <a:t>04/12/2024</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2006777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39B35E3A-8505-46E3-8727-03942588E388}" type="datetime1">
              <a:rPr lang="it-IT" smtClean="0"/>
              <a:t>04/12/2024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179638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93379863-396D-43E8-A741-75AB7B866696}" type="datetime1">
              <a:rPr lang="it-IT" smtClean="0"/>
              <a:t>04/12/2024</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3A03E66D-A13A-4C27-A19D-D7B0DBB2617F}" type="slidenum">
              <a:rPr lang="it-IT" smtClean="0"/>
              <a:t>‹N›</a:t>
            </a:fld>
            <a:endParaRPr lang="it-IT"/>
          </a:p>
        </p:txBody>
      </p:sp>
    </p:spTree>
    <p:extLst>
      <p:ext uri="{BB962C8B-B14F-4D97-AF65-F5344CB8AC3E}">
        <p14:creationId xmlns:p14="http://schemas.microsoft.com/office/powerpoint/2010/main" val="25860122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19456648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103803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ctrTitle"/>
          </p:nvPr>
        </p:nvSpPr>
        <p:spPr>
          <a:xfrm>
            <a:off x="599017" y="2351157"/>
            <a:ext cx="8960219" cy="3862074"/>
          </a:xfrm>
        </p:spPr>
        <p:txBody>
          <a:bodyPr anchor="t">
            <a:normAutofit/>
          </a:bodyPr>
          <a:lstStyle>
            <a:lvl1pPr algn="l">
              <a:defRPr sz="7667"/>
            </a:lvl1pPr>
          </a:lstStyle>
          <a:p>
            <a:r>
              <a:rPr lang="en-US" dirty="0"/>
              <a:t>Click to edit Master title style</a:t>
            </a:r>
          </a:p>
        </p:txBody>
      </p:sp>
      <p:sp>
        <p:nvSpPr>
          <p:cNvPr id="5" name="Footer Placeholder 4"/>
          <p:cNvSpPr>
            <a:spLocks noGrp="1"/>
          </p:cNvSpPr>
          <p:nvPr>
            <p:ph type="ftr" sz="quarter" idx="11"/>
          </p:nvPr>
        </p:nvSpPr>
        <p:spPr>
          <a:xfrm rot="16200000">
            <a:off x="9829799" y="3246438"/>
            <a:ext cx="4114800" cy="365125"/>
          </a:xfrm>
        </p:spPr>
        <p:txBody>
          <a:bodyPr/>
          <a:lstStyle>
            <a:lvl1pPr algn="ctr">
              <a:defRPr sz="1400"/>
            </a:lvl1pPr>
          </a:lstStyle>
          <a:p>
            <a:r>
              <a:rPr lang="en-ID" dirty="0"/>
              <a:t>PRESENTATION TITLE</a:t>
            </a:r>
          </a:p>
        </p:txBody>
      </p:sp>
      <p:sp>
        <p:nvSpPr>
          <p:cNvPr id="8" name="Text Placeholder 7">
            <a:extLst>
              <a:ext uri="{FF2B5EF4-FFF2-40B4-BE49-F238E27FC236}">
                <a16:creationId xmlns:a16="http://schemas.microsoft.com/office/drawing/2014/main" id="{535AAFEA-9797-719F-034E-1443278D0DB8}"/>
              </a:ext>
            </a:extLst>
          </p:cNvPr>
          <p:cNvSpPr>
            <a:spLocks noGrp="1"/>
          </p:cNvSpPr>
          <p:nvPr>
            <p:ph type="body" sz="quarter" idx="12"/>
          </p:nvPr>
        </p:nvSpPr>
        <p:spPr>
          <a:xfrm>
            <a:off x="5783792" y="1058042"/>
            <a:ext cx="5184775" cy="1197591"/>
          </a:xfrm>
        </p:spPr>
        <p:txBody>
          <a:bodyPr anchor="ctr"/>
          <a:lstStyle/>
          <a:p>
            <a:pPr lvl="0"/>
            <a:r>
              <a:rPr lang="en-US" dirty="0"/>
              <a:t>Click to edit Master text styles</a:t>
            </a:r>
          </a:p>
        </p:txBody>
      </p:sp>
    </p:spTree>
    <p:extLst>
      <p:ext uri="{BB962C8B-B14F-4D97-AF65-F5344CB8AC3E}">
        <p14:creationId xmlns:p14="http://schemas.microsoft.com/office/powerpoint/2010/main" val="8192870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5E2A2-57CA-76B4-7FC7-0E7E733D4B24}"/>
              </a:ext>
            </a:extLst>
          </p:cNvPr>
          <p:cNvSpPr>
            <a:spLocks noGrp="1"/>
          </p:cNvSpPr>
          <p:nvPr>
            <p:ph type="title"/>
          </p:nvPr>
        </p:nvSpPr>
        <p:spPr>
          <a:xfrm>
            <a:off x="599018" y="619624"/>
            <a:ext cx="4875659" cy="1325563"/>
          </a:xfrm>
        </p:spPr>
        <p:txBody>
          <a:bodyPr anchor="t">
            <a:noAutofit/>
          </a:bodyPr>
          <a:lstStyle>
            <a:lvl1pPr>
              <a:defRPr sz="4400"/>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D5902CC6-0866-F6F1-FFC1-330B30DD7393}"/>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4CCFEAA7-A226-2E50-AD23-5FE2A5B98604}"/>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6" name="Picture Placeholder 5">
            <a:extLst>
              <a:ext uri="{FF2B5EF4-FFF2-40B4-BE49-F238E27FC236}">
                <a16:creationId xmlns:a16="http://schemas.microsoft.com/office/drawing/2014/main" id="{C69D59CD-16F0-1FCD-4958-4D1937859515}"/>
              </a:ext>
            </a:extLst>
          </p:cNvPr>
          <p:cNvSpPr>
            <a:spLocks noGrp="1"/>
          </p:cNvSpPr>
          <p:nvPr>
            <p:ph type="pic" sz="quarter" idx="12"/>
          </p:nvPr>
        </p:nvSpPr>
        <p:spPr>
          <a:xfrm>
            <a:off x="5783794" y="0"/>
            <a:ext cx="5798607" cy="6858000"/>
          </a:xfrm>
        </p:spPr>
        <p:txBody>
          <a:bodyPr/>
          <a:lstStyle/>
          <a:p>
            <a:endParaRPr lang="en-ID"/>
          </a:p>
        </p:txBody>
      </p:sp>
      <p:sp>
        <p:nvSpPr>
          <p:cNvPr id="8" name="Text Placeholder 7">
            <a:extLst>
              <a:ext uri="{FF2B5EF4-FFF2-40B4-BE49-F238E27FC236}">
                <a16:creationId xmlns:a16="http://schemas.microsoft.com/office/drawing/2014/main" id="{D1694355-D2F1-6177-CA10-2FB2BDCA94FF}"/>
              </a:ext>
            </a:extLst>
          </p:cNvPr>
          <p:cNvSpPr>
            <a:spLocks noGrp="1"/>
          </p:cNvSpPr>
          <p:nvPr>
            <p:ph type="body" sz="quarter" idx="13"/>
          </p:nvPr>
        </p:nvSpPr>
        <p:spPr>
          <a:xfrm>
            <a:off x="599018" y="3026273"/>
            <a:ext cx="4631139" cy="3196483"/>
          </a:xfrm>
        </p:spPr>
        <p:txBody>
          <a:bodyPr>
            <a:noAutofit/>
          </a:bodyPr>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0" name="Text Placeholder 9">
            <a:extLst>
              <a:ext uri="{FF2B5EF4-FFF2-40B4-BE49-F238E27FC236}">
                <a16:creationId xmlns:a16="http://schemas.microsoft.com/office/drawing/2014/main" id="{C187BCCC-1439-7DCD-7227-755785A3F6CD}"/>
              </a:ext>
            </a:extLst>
          </p:cNvPr>
          <p:cNvSpPr>
            <a:spLocks noGrp="1"/>
          </p:cNvSpPr>
          <p:nvPr>
            <p:ph type="body" sz="quarter" idx="14"/>
          </p:nvPr>
        </p:nvSpPr>
        <p:spPr>
          <a:xfrm>
            <a:off x="599018" y="2656725"/>
            <a:ext cx="4631139" cy="369548"/>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41743196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lumn(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5B17-B4A1-EB92-A298-388D035BB224}"/>
              </a:ext>
            </a:extLst>
          </p:cNvPr>
          <p:cNvSpPr>
            <a:spLocks noGrp="1"/>
          </p:cNvSpPr>
          <p:nvPr>
            <p:ph type="title"/>
          </p:nvPr>
        </p:nvSpPr>
        <p:spPr>
          <a:xfrm>
            <a:off x="599017" y="619622"/>
            <a:ext cx="3323629" cy="5618756"/>
          </a:xfrm>
        </p:spPr>
        <p:txBody>
          <a:bodyPr anchor="ctr">
            <a:noAutofit/>
          </a:bodyPr>
          <a:lstStyle>
            <a:lvl1pPr algn="r">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AC6CE9A8-062F-E52A-B822-F2C682A3C03D}"/>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7D6EDBD3-C06B-F685-6F3A-17047C93B3B5}"/>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6" name="Picture Placeholder 5">
            <a:extLst>
              <a:ext uri="{FF2B5EF4-FFF2-40B4-BE49-F238E27FC236}">
                <a16:creationId xmlns:a16="http://schemas.microsoft.com/office/drawing/2014/main" id="{1CDEB065-BE89-3D91-17A6-55B54A05854D}"/>
              </a:ext>
            </a:extLst>
          </p:cNvPr>
          <p:cNvSpPr>
            <a:spLocks noGrp="1"/>
          </p:cNvSpPr>
          <p:nvPr>
            <p:ph type="pic" sz="quarter" idx="12"/>
          </p:nvPr>
        </p:nvSpPr>
        <p:spPr>
          <a:xfrm>
            <a:off x="4205358" y="619623"/>
            <a:ext cx="2120349" cy="5618756"/>
          </a:xfrm>
        </p:spPr>
        <p:txBody>
          <a:bodyPr/>
          <a:lstStyle/>
          <a:p>
            <a:endParaRPr lang="en-ID"/>
          </a:p>
        </p:txBody>
      </p:sp>
      <p:sp>
        <p:nvSpPr>
          <p:cNvPr id="8" name="Text Placeholder 7">
            <a:extLst>
              <a:ext uri="{FF2B5EF4-FFF2-40B4-BE49-F238E27FC236}">
                <a16:creationId xmlns:a16="http://schemas.microsoft.com/office/drawing/2014/main" id="{89DCE6C6-C40C-F791-B3FF-EEAA2288C092}"/>
              </a:ext>
            </a:extLst>
          </p:cNvPr>
          <p:cNvSpPr>
            <a:spLocks noGrp="1"/>
          </p:cNvSpPr>
          <p:nvPr>
            <p:ph type="body" sz="quarter" idx="13"/>
          </p:nvPr>
        </p:nvSpPr>
        <p:spPr>
          <a:xfrm>
            <a:off x="6608418" y="1002890"/>
            <a:ext cx="4360149" cy="5235488"/>
          </a:xfrm>
        </p:spPr>
        <p:txBody>
          <a:bodyPr anchor="t" anchorCtr="0">
            <a:noAutofit/>
          </a:bodyPr>
          <a:lstStyle/>
          <a:p>
            <a:pPr lvl="0"/>
            <a:r>
              <a:rPr lang="en-US" dirty="0"/>
              <a:t>Click to edit Master text styles</a:t>
            </a:r>
          </a:p>
        </p:txBody>
      </p:sp>
      <p:sp>
        <p:nvSpPr>
          <p:cNvPr id="7" name="Text Placeholder 6">
            <a:extLst>
              <a:ext uri="{FF2B5EF4-FFF2-40B4-BE49-F238E27FC236}">
                <a16:creationId xmlns:a16="http://schemas.microsoft.com/office/drawing/2014/main" id="{9CA83096-84C2-F21D-D5CC-31742623FCA3}"/>
              </a:ext>
            </a:extLst>
          </p:cNvPr>
          <p:cNvSpPr>
            <a:spLocks noGrp="1"/>
          </p:cNvSpPr>
          <p:nvPr>
            <p:ph type="body" sz="quarter" idx="14"/>
          </p:nvPr>
        </p:nvSpPr>
        <p:spPr>
          <a:xfrm>
            <a:off x="6607176" y="619125"/>
            <a:ext cx="4361391" cy="324908"/>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15891597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lumn(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5B17-B4A1-EB92-A298-388D035BB224}"/>
              </a:ext>
            </a:extLst>
          </p:cNvPr>
          <p:cNvSpPr>
            <a:spLocks noGrp="1"/>
          </p:cNvSpPr>
          <p:nvPr>
            <p:ph type="title"/>
          </p:nvPr>
        </p:nvSpPr>
        <p:spPr>
          <a:xfrm>
            <a:off x="4187687" y="619624"/>
            <a:ext cx="6780880" cy="1325563"/>
          </a:xfrm>
        </p:spPr>
        <p:txBody>
          <a:bodyPr anchor="b">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AC6CE9A8-062F-E52A-B822-F2C682A3C03D}"/>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7D6EDBD3-C06B-F685-6F3A-17047C93B3B5}"/>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6" name="Picture Placeholder 5">
            <a:extLst>
              <a:ext uri="{FF2B5EF4-FFF2-40B4-BE49-F238E27FC236}">
                <a16:creationId xmlns:a16="http://schemas.microsoft.com/office/drawing/2014/main" id="{1CDEB065-BE89-3D91-17A6-55B54A05854D}"/>
              </a:ext>
            </a:extLst>
          </p:cNvPr>
          <p:cNvSpPr>
            <a:spLocks noGrp="1"/>
          </p:cNvSpPr>
          <p:nvPr>
            <p:ph type="pic" sz="quarter" idx="12"/>
          </p:nvPr>
        </p:nvSpPr>
        <p:spPr>
          <a:xfrm>
            <a:off x="599017" y="619623"/>
            <a:ext cx="3160552" cy="5600283"/>
          </a:xfrm>
        </p:spPr>
        <p:txBody>
          <a:bodyPr/>
          <a:lstStyle/>
          <a:p>
            <a:endParaRPr lang="en-ID"/>
          </a:p>
        </p:txBody>
      </p:sp>
      <p:sp>
        <p:nvSpPr>
          <p:cNvPr id="8" name="Text Placeholder 7">
            <a:extLst>
              <a:ext uri="{FF2B5EF4-FFF2-40B4-BE49-F238E27FC236}">
                <a16:creationId xmlns:a16="http://schemas.microsoft.com/office/drawing/2014/main" id="{89DCE6C6-C40C-F791-B3FF-EEAA2288C092}"/>
              </a:ext>
            </a:extLst>
          </p:cNvPr>
          <p:cNvSpPr>
            <a:spLocks noGrp="1"/>
          </p:cNvSpPr>
          <p:nvPr>
            <p:ph type="body" sz="quarter" idx="13"/>
          </p:nvPr>
        </p:nvSpPr>
        <p:spPr>
          <a:xfrm>
            <a:off x="4187687" y="2563862"/>
            <a:ext cx="6780880" cy="3656045"/>
          </a:xfrm>
        </p:spPr>
        <p:txBody>
          <a:bodyPr>
            <a:noAutofit/>
          </a:bodyPr>
          <a:lstStyle/>
          <a:p>
            <a:pPr lvl="0"/>
            <a:r>
              <a:rPr lang="en-US" dirty="0"/>
              <a:t>Click to edit Master text styles</a:t>
            </a:r>
          </a:p>
        </p:txBody>
      </p:sp>
      <p:sp>
        <p:nvSpPr>
          <p:cNvPr id="13" name="Text Placeholder 12">
            <a:extLst>
              <a:ext uri="{FF2B5EF4-FFF2-40B4-BE49-F238E27FC236}">
                <a16:creationId xmlns:a16="http://schemas.microsoft.com/office/drawing/2014/main" id="{0EBFDFE2-ADC7-30CA-CB35-23735093C888}"/>
              </a:ext>
            </a:extLst>
          </p:cNvPr>
          <p:cNvSpPr>
            <a:spLocks noGrp="1"/>
          </p:cNvSpPr>
          <p:nvPr>
            <p:ph type="body" sz="quarter" idx="14"/>
          </p:nvPr>
        </p:nvSpPr>
        <p:spPr>
          <a:xfrm>
            <a:off x="4187826" y="2209800"/>
            <a:ext cx="6780741" cy="313267"/>
          </a:xfrm>
        </p:spPr>
        <p:txBody>
          <a:bodyPr>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2472550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lumn(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007C1-A2D2-F1A6-D730-4F0C404CBFDC}"/>
              </a:ext>
            </a:extLst>
          </p:cNvPr>
          <p:cNvSpPr>
            <a:spLocks noGrp="1"/>
          </p:cNvSpPr>
          <p:nvPr>
            <p:ph type="title"/>
          </p:nvPr>
        </p:nvSpPr>
        <p:spPr>
          <a:xfrm>
            <a:off x="599018" y="4162370"/>
            <a:ext cx="4118757" cy="2278186"/>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6CDCB85-C1AE-389B-180B-F0755C7558F6}"/>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D5CB6781-E0BB-8244-2B18-81C5A89ABE5A}"/>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6" name="Picture Placeholder 5">
            <a:extLst>
              <a:ext uri="{FF2B5EF4-FFF2-40B4-BE49-F238E27FC236}">
                <a16:creationId xmlns:a16="http://schemas.microsoft.com/office/drawing/2014/main" id="{313D6F03-414F-3442-0C5B-EC8851378160}"/>
              </a:ext>
            </a:extLst>
          </p:cNvPr>
          <p:cNvSpPr>
            <a:spLocks noGrp="1"/>
          </p:cNvSpPr>
          <p:nvPr>
            <p:ph type="pic" sz="quarter" idx="12"/>
          </p:nvPr>
        </p:nvSpPr>
        <p:spPr>
          <a:xfrm>
            <a:off x="599017" y="619622"/>
            <a:ext cx="3279453" cy="3279453"/>
          </a:xfrm>
        </p:spPr>
        <p:txBody>
          <a:bodyPr/>
          <a:lstStyle/>
          <a:p>
            <a:endParaRPr lang="en-ID"/>
          </a:p>
        </p:txBody>
      </p:sp>
      <p:sp>
        <p:nvSpPr>
          <p:cNvPr id="11" name="Picture Placeholder 5">
            <a:extLst>
              <a:ext uri="{FF2B5EF4-FFF2-40B4-BE49-F238E27FC236}">
                <a16:creationId xmlns:a16="http://schemas.microsoft.com/office/drawing/2014/main" id="{5E5AE0EA-E418-F652-0112-3BBECBF9F31B}"/>
              </a:ext>
            </a:extLst>
          </p:cNvPr>
          <p:cNvSpPr>
            <a:spLocks noGrp="1"/>
          </p:cNvSpPr>
          <p:nvPr>
            <p:ph type="pic" sz="quarter" idx="13"/>
          </p:nvPr>
        </p:nvSpPr>
        <p:spPr>
          <a:xfrm>
            <a:off x="4144065" y="619622"/>
            <a:ext cx="3279453" cy="3279453"/>
          </a:xfrm>
        </p:spPr>
        <p:txBody>
          <a:bodyPr/>
          <a:lstStyle/>
          <a:p>
            <a:endParaRPr lang="en-ID"/>
          </a:p>
        </p:txBody>
      </p:sp>
      <p:sp>
        <p:nvSpPr>
          <p:cNvPr id="12" name="Picture Placeholder 5">
            <a:extLst>
              <a:ext uri="{FF2B5EF4-FFF2-40B4-BE49-F238E27FC236}">
                <a16:creationId xmlns:a16="http://schemas.microsoft.com/office/drawing/2014/main" id="{AB61BF6E-948C-4AEB-61A4-244B2DE03589}"/>
              </a:ext>
            </a:extLst>
          </p:cNvPr>
          <p:cNvSpPr>
            <a:spLocks noGrp="1"/>
          </p:cNvSpPr>
          <p:nvPr>
            <p:ph type="pic" sz="quarter" idx="14"/>
          </p:nvPr>
        </p:nvSpPr>
        <p:spPr>
          <a:xfrm>
            <a:off x="7689115" y="619622"/>
            <a:ext cx="3279453" cy="3279453"/>
          </a:xfrm>
        </p:spPr>
        <p:txBody>
          <a:bodyPr/>
          <a:lstStyle/>
          <a:p>
            <a:endParaRPr lang="en-ID"/>
          </a:p>
        </p:txBody>
      </p:sp>
      <p:sp>
        <p:nvSpPr>
          <p:cNvPr id="14" name="Text Placeholder 13">
            <a:extLst>
              <a:ext uri="{FF2B5EF4-FFF2-40B4-BE49-F238E27FC236}">
                <a16:creationId xmlns:a16="http://schemas.microsoft.com/office/drawing/2014/main" id="{ADA50E1A-8491-728C-9FA7-3C2B65D8B098}"/>
              </a:ext>
            </a:extLst>
          </p:cNvPr>
          <p:cNvSpPr>
            <a:spLocks noGrp="1"/>
          </p:cNvSpPr>
          <p:nvPr>
            <p:ph type="body" sz="quarter" idx="15"/>
          </p:nvPr>
        </p:nvSpPr>
        <p:spPr>
          <a:xfrm>
            <a:off x="4982818" y="4498109"/>
            <a:ext cx="5985749" cy="1942447"/>
          </a:xfrm>
        </p:spPr>
        <p:txBody>
          <a:bodyPr anchor="t">
            <a:noAutofit/>
          </a:bodyPr>
          <a:lstStyle/>
          <a:p>
            <a:pPr lvl="0"/>
            <a:r>
              <a:rPr lang="en-US" dirty="0"/>
              <a:t>Click to edit Master text styles</a:t>
            </a:r>
          </a:p>
        </p:txBody>
      </p:sp>
      <p:sp>
        <p:nvSpPr>
          <p:cNvPr id="7" name="Text Placeholder 6">
            <a:extLst>
              <a:ext uri="{FF2B5EF4-FFF2-40B4-BE49-F238E27FC236}">
                <a16:creationId xmlns:a16="http://schemas.microsoft.com/office/drawing/2014/main" id="{C8BB0262-848E-2042-BD03-AA897C6F4F48}"/>
              </a:ext>
            </a:extLst>
          </p:cNvPr>
          <p:cNvSpPr>
            <a:spLocks noGrp="1"/>
          </p:cNvSpPr>
          <p:nvPr>
            <p:ph type="body" sz="quarter" idx="16"/>
          </p:nvPr>
        </p:nvSpPr>
        <p:spPr>
          <a:xfrm>
            <a:off x="4982818" y="4162426"/>
            <a:ext cx="5985749" cy="270933"/>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16572902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lumn(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07BE-2E01-93C2-881C-035E1AEEA139}"/>
              </a:ext>
            </a:extLst>
          </p:cNvPr>
          <p:cNvSpPr>
            <a:spLocks noGrp="1"/>
          </p:cNvSpPr>
          <p:nvPr>
            <p:ph type="title"/>
          </p:nvPr>
        </p:nvSpPr>
        <p:spPr>
          <a:xfrm>
            <a:off x="3859052" y="625434"/>
            <a:ext cx="1924741" cy="5585361"/>
          </a:xfrm>
        </p:spPr>
        <p:txBody>
          <a:bodyPr vert="vert270" anchor="ctr">
            <a:noAutofit/>
          </a:bodyPr>
          <a:lstStyle>
            <a:lvl1pPr algn="ctr">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5844A2B-1547-1655-29B9-2804D5FE372A}"/>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C6814879-2CE9-2FEA-4087-F8FC1C8C0523}"/>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6" name="Picture Placeholder 5">
            <a:extLst>
              <a:ext uri="{FF2B5EF4-FFF2-40B4-BE49-F238E27FC236}">
                <a16:creationId xmlns:a16="http://schemas.microsoft.com/office/drawing/2014/main" id="{DEEB0609-9FA3-D912-5F69-9CD9658CA1C5}"/>
              </a:ext>
            </a:extLst>
          </p:cNvPr>
          <p:cNvSpPr>
            <a:spLocks noGrp="1"/>
          </p:cNvSpPr>
          <p:nvPr>
            <p:ph type="pic" sz="quarter" idx="12"/>
          </p:nvPr>
        </p:nvSpPr>
        <p:spPr>
          <a:xfrm>
            <a:off x="599018" y="1428516"/>
            <a:ext cx="3067418" cy="4000969"/>
          </a:xfrm>
        </p:spPr>
        <p:txBody>
          <a:bodyPr/>
          <a:lstStyle/>
          <a:p>
            <a:endParaRPr lang="en-ID"/>
          </a:p>
        </p:txBody>
      </p:sp>
      <p:sp>
        <p:nvSpPr>
          <p:cNvPr id="8" name="Text Placeholder 7">
            <a:extLst>
              <a:ext uri="{FF2B5EF4-FFF2-40B4-BE49-F238E27FC236}">
                <a16:creationId xmlns:a16="http://schemas.microsoft.com/office/drawing/2014/main" id="{21A2439D-33F0-4626-5731-8FB5D5295A2D}"/>
              </a:ext>
            </a:extLst>
          </p:cNvPr>
          <p:cNvSpPr>
            <a:spLocks noGrp="1"/>
          </p:cNvSpPr>
          <p:nvPr>
            <p:ph type="body" sz="quarter" idx="13"/>
          </p:nvPr>
        </p:nvSpPr>
        <p:spPr>
          <a:xfrm>
            <a:off x="5976410" y="1540369"/>
            <a:ext cx="4992158" cy="4207567"/>
          </a:xfrm>
        </p:spPr>
        <p:txBody>
          <a:bodyPr anchor="t">
            <a:noAutofit/>
          </a:bodyPr>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0D06D519-3A30-B9CA-ABD4-EBCF7F5D9A35}"/>
              </a:ext>
            </a:extLst>
          </p:cNvPr>
          <p:cNvSpPr>
            <a:spLocks noGrp="1"/>
          </p:cNvSpPr>
          <p:nvPr>
            <p:ph type="body" sz="quarter" idx="14"/>
          </p:nvPr>
        </p:nvSpPr>
        <p:spPr>
          <a:xfrm>
            <a:off x="5976409" y="1192742"/>
            <a:ext cx="4992158" cy="3048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2675063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lumn(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07BE-2E01-93C2-881C-035E1AEEA139}"/>
              </a:ext>
            </a:extLst>
          </p:cNvPr>
          <p:cNvSpPr>
            <a:spLocks noGrp="1"/>
          </p:cNvSpPr>
          <p:nvPr>
            <p:ph type="title"/>
          </p:nvPr>
        </p:nvSpPr>
        <p:spPr>
          <a:xfrm>
            <a:off x="6661428" y="619623"/>
            <a:ext cx="4307141" cy="1454419"/>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5844A2B-1547-1655-29B9-2804D5FE372A}"/>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C6814879-2CE9-2FEA-4087-F8FC1C8C0523}"/>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6" name="Picture Placeholder 5">
            <a:extLst>
              <a:ext uri="{FF2B5EF4-FFF2-40B4-BE49-F238E27FC236}">
                <a16:creationId xmlns:a16="http://schemas.microsoft.com/office/drawing/2014/main" id="{DEEB0609-9FA3-D912-5F69-9CD9658CA1C5}"/>
              </a:ext>
            </a:extLst>
          </p:cNvPr>
          <p:cNvSpPr>
            <a:spLocks noGrp="1"/>
          </p:cNvSpPr>
          <p:nvPr>
            <p:ph type="pic" sz="quarter" idx="12"/>
          </p:nvPr>
        </p:nvSpPr>
        <p:spPr>
          <a:xfrm>
            <a:off x="599017" y="619622"/>
            <a:ext cx="5618760" cy="5618757"/>
          </a:xfrm>
        </p:spPr>
        <p:txBody>
          <a:bodyPr/>
          <a:lstStyle/>
          <a:p>
            <a:endParaRPr lang="en-ID"/>
          </a:p>
        </p:txBody>
      </p:sp>
      <p:sp>
        <p:nvSpPr>
          <p:cNvPr id="8" name="Text Placeholder 7">
            <a:extLst>
              <a:ext uri="{FF2B5EF4-FFF2-40B4-BE49-F238E27FC236}">
                <a16:creationId xmlns:a16="http://schemas.microsoft.com/office/drawing/2014/main" id="{21A2439D-33F0-4626-5731-8FB5D5295A2D}"/>
              </a:ext>
            </a:extLst>
          </p:cNvPr>
          <p:cNvSpPr>
            <a:spLocks noGrp="1"/>
          </p:cNvSpPr>
          <p:nvPr>
            <p:ph type="body" sz="quarter" idx="13"/>
          </p:nvPr>
        </p:nvSpPr>
        <p:spPr>
          <a:xfrm>
            <a:off x="6661428" y="2852468"/>
            <a:ext cx="4307141" cy="3615950"/>
          </a:xfrm>
        </p:spPr>
        <p:txBody>
          <a:bodyPr>
            <a:noAutofit/>
          </a:bodyPr>
          <a:lstStyle/>
          <a:p>
            <a:pPr lvl="0"/>
            <a:r>
              <a:rPr lang="en-US" dirty="0"/>
              <a:t>Click to edit Master text styles</a:t>
            </a:r>
          </a:p>
        </p:txBody>
      </p:sp>
      <p:sp>
        <p:nvSpPr>
          <p:cNvPr id="7" name="Text Placeholder 6">
            <a:extLst>
              <a:ext uri="{FF2B5EF4-FFF2-40B4-BE49-F238E27FC236}">
                <a16:creationId xmlns:a16="http://schemas.microsoft.com/office/drawing/2014/main" id="{628F10DA-A583-C2C4-8665-598A6BCA8906}"/>
              </a:ext>
            </a:extLst>
          </p:cNvPr>
          <p:cNvSpPr>
            <a:spLocks noGrp="1"/>
          </p:cNvSpPr>
          <p:nvPr>
            <p:ph type="body" sz="quarter" idx="14"/>
          </p:nvPr>
        </p:nvSpPr>
        <p:spPr>
          <a:xfrm>
            <a:off x="6661150" y="2473325"/>
            <a:ext cx="4307417" cy="333375"/>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34369177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lumn(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D8E67-9FD7-A8F8-75F6-2FF3CD0DE168}"/>
              </a:ext>
            </a:extLst>
          </p:cNvPr>
          <p:cNvSpPr>
            <a:spLocks noGrp="1"/>
          </p:cNvSpPr>
          <p:nvPr>
            <p:ph type="title"/>
          </p:nvPr>
        </p:nvSpPr>
        <p:spPr>
          <a:xfrm>
            <a:off x="599017" y="501649"/>
            <a:ext cx="10369550" cy="758604"/>
          </a:xfrm>
        </p:spPr>
        <p:txBody>
          <a:bodyPr anchor="t">
            <a:noAutofit/>
          </a:bodyPr>
          <a:lstStyle>
            <a:lvl1pPr algn="l">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E2EFFE8E-6F6C-1E23-79C9-808201616E4C}"/>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E4C39AAF-82A4-7672-8873-E691CE5C39F6}"/>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5" name="Picture Placeholder 5">
            <a:extLst>
              <a:ext uri="{FF2B5EF4-FFF2-40B4-BE49-F238E27FC236}">
                <a16:creationId xmlns:a16="http://schemas.microsoft.com/office/drawing/2014/main" id="{2550198D-18A3-B15D-CC93-17763FFE6A9B}"/>
              </a:ext>
            </a:extLst>
          </p:cNvPr>
          <p:cNvSpPr>
            <a:spLocks noGrp="1"/>
          </p:cNvSpPr>
          <p:nvPr>
            <p:ph type="pic" sz="quarter" idx="14"/>
          </p:nvPr>
        </p:nvSpPr>
        <p:spPr>
          <a:xfrm>
            <a:off x="599018" y="3233531"/>
            <a:ext cx="3122821" cy="3122820"/>
          </a:xfrm>
        </p:spPr>
        <p:txBody>
          <a:bodyPr/>
          <a:lstStyle/>
          <a:p>
            <a:endParaRPr lang="en-ID"/>
          </a:p>
        </p:txBody>
      </p:sp>
      <p:sp>
        <p:nvSpPr>
          <p:cNvPr id="6" name="Picture Placeholder 5">
            <a:extLst>
              <a:ext uri="{FF2B5EF4-FFF2-40B4-BE49-F238E27FC236}">
                <a16:creationId xmlns:a16="http://schemas.microsoft.com/office/drawing/2014/main" id="{1CE06D47-5795-E8A4-6688-63C0FCAB2B92}"/>
              </a:ext>
            </a:extLst>
          </p:cNvPr>
          <p:cNvSpPr>
            <a:spLocks noGrp="1"/>
          </p:cNvSpPr>
          <p:nvPr>
            <p:ph type="pic" sz="quarter" idx="15"/>
          </p:nvPr>
        </p:nvSpPr>
        <p:spPr>
          <a:xfrm>
            <a:off x="7845748" y="3233531"/>
            <a:ext cx="3122821" cy="3122820"/>
          </a:xfrm>
        </p:spPr>
        <p:txBody>
          <a:bodyPr/>
          <a:lstStyle/>
          <a:p>
            <a:endParaRPr lang="en-ID"/>
          </a:p>
        </p:txBody>
      </p:sp>
      <p:sp>
        <p:nvSpPr>
          <p:cNvPr id="7" name="Picture Placeholder 5">
            <a:extLst>
              <a:ext uri="{FF2B5EF4-FFF2-40B4-BE49-F238E27FC236}">
                <a16:creationId xmlns:a16="http://schemas.microsoft.com/office/drawing/2014/main" id="{BFB99BAA-F395-0232-ED1F-8AC6BA5C78B2}"/>
              </a:ext>
            </a:extLst>
          </p:cNvPr>
          <p:cNvSpPr>
            <a:spLocks noGrp="1"/>
          </p:cNvSpPr>
          <p:nvPr>
            <p:ph type="pic" sz="quarter" idx="16"/>
          </p:nvPr>
        </p:nvSpPr>
        <p:spPr>
          <a:xfrm>
            <a:off x="4222382" y="3233531"/>
            <a:ext cx="3122821" cy="3122820"/>
          </a:xfrm>
        </p:spPr>
        <p:txBody>
          <a:bodyPr/>
          <a:lstStyle/>
          <a:p>
            <a:endParaRPr lang="en-ID"/>
          </a:p>
        </p:txBody>
      </p:sp>
      <p:sp>
        <p:nvSpPr>
          <p:cNvPr id="8" name="Text Placeholder 7">
            <a:extLst>
              <a:ext uri="{FF2B5EF4-FFF2-40B4-BE49-F238E27FC236}">
                <a16:creationId xmlns:a16="http://schemas.microsoft.com/office/drawing/2014/main" id="{C10468B5-2B9D-DE53-3F2C-BA3EAD180D80}"/>
              </a:ext>
            </a:extLst>
          </p:cNvPr>
          <p:cNvSpPr>
            <a:spLocks noGrp="1"/>
          </p:cNvSpPr>
          <p:nvPr>
            <p:ph type="body" sz="quarter" idx="24"/>
          </p:nvPr>
        </p:nvSpPr>
        <p:spPr>
          <a:xfrm>
            <a:off x="599017" y="1702061"/>
            <a:ext cx="10369550" cy="1437600"/>
          </a:xfrm>
        </p:spPr>
        <p:txBody>
          <a:bodyPr>
            <a:noAutofit/>
          </a:bodyPr>
          <a:lstStyle/>
          <a:p>
            <a:pPr lvl="0"/>
            <a:r>
              <a:rPr lang="en-US" dirty="0"/>
              <a:t>Click to edit Master text styles</a:t>
            </a:r>
          </a:p>
        </p:txBody>
      </p:sp>
      <p:sp>
        <p:nvSpPr>
          <p:cNvPr id="11" name="Text Placeholder 9">
            <a:extLst>
              <a:ext uri="{FF2B5EF4-FFF2-40B4-BE49-F238E27FC236}">
                <a16:creationId xmlns:a16="http://schemas.microsoft.com/office/drawing/2014/main" id="{873FFC49-138F-7080-5BD9-31EBD6E5FA4D}"/>
              </a:ext>
            </a:extLst>
          </p:cNvPr>
          <p:cNvSpPr>
            <a:spLocks noGrp="1"/>
          </p:cNvSpPr>
          <p:nvPr>
            <p:ph type="body" sz="quarter" idx="25"/>
          </p:nvPr>
        </p:nvSpPr>
        <p:spPr>
          <a:xfrm>
            <a:off x="599017" y="1340909"/>
            <a:ext cx="10369550" cy="3360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11786923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lumn(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B309-9F80-5BE3-F82C-91733414C47B}"/>
              </a:ext>
            </a:extLst>
          </p:cNvPr>
          <p:cNvSpPr>
            <a:spLocks noGrp="1"/>
          </p:cNvSpPr>
          <p:nvPr>
            <p:ph type="title"/>
          </p:nvPr>
        </p:nvSpPr>
        <p:spPr>
          <a:xfrm>
            <a:off x="599018" y="3640484"/>
            <a:ext cx="3478419" cy="2809378"/>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1A27C05-E3B0-EFC4-2286-5860D4A1ACF4}"/>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0A33CF6B-04E5-9AB9-2466-0284576F0345}"/>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6" name="Picture Placeholder 5">
            <a:extLst>
              <a:ext uri="{FF2B5EF4-FFF2-40B4-BE49-F238E27FC236}">
                <a16:creationId xmlns:a16="http://schemas.microsoft.com/office/drawing/2014/main" id="{054F23F8-6331-43CC-E76A-052E46B77548}"/>
              </a:ext>
            </a:extLst>
          </p:cNvPr>
          <p:cNvSpPr>
            <a:spLocks noGrp="1"/>
          </p:cNvSpPr>
          <p:nvPr>
            <p:ph type="pic" sz="quarter" idx="12"/>
          </p:nvPr>
        </p:nvSpPr>
        <p:spPr>
          <a:xfrm>
            <a:off x="599017" y="619622"/>
            <a:ext cx="4994450" cy="2809378"/>
          </a:xfrm>
        </p:spPr>
        <p:txBody>
          <a:bodyPr/>
          <a:lstStyle/>
          <a:p>
            <a:endParaRPr lang="en-ID"/>
          </a:p>
        </p:txBody>
      </p:sp>
      <p:sp>
        <p:nvSpPr>
          <p:cNvPr id="10" name="Text Placeholder 9">
            <a:extLst>
              <a:ext uri="{FF2B5EF4-FFF2-40B4-BE49-F238E27FC236}">
                <a16:creationId xmlns:a16="http://schemas.microsoft.com/office/drawing/2014/main" id="{6411F901-3943-1C25-A696-666A0EBDBCB3}"/>
              </a:ext>
            </a:extLst>
          </p:cNvPr>
          <p:cNvSpPr>
            <a:spLocks noGrp="1"/>
          </p:cNvSpPr>
          <p:nvPr>
            <p:ph type="body" sz="quarter" idx="15"/>
          </p:nvPr>
        </p:nvSpPr>
        <p:spPr>
          <a:xfrm>
            <a:off x="4290380" y="4052712"/>
            <a:ext cx="6678187" cy="2398254"/>
          </a:xfrm>
        </p:spPr>
        <p:txBody>
          <a:bodyPr anchor="t" anchorCtr="0">
            <a:noAutofit/>
          </a:bodyPr>
          <a:lstStyle/>
          <a:p>
            <a:pPr lvl="0"/>
            <a:r>
              <a:rPr lang="en-US" dirty="0"/>
              <a:t>Click to edit Master text styles</a:t>
            </a:r>
          </a:p>
        </p:txBody>
      </p:sp>
      <p:sp>
        <p:nvSpPr>
          <p:cNvPr id="5" name="Picture Placeholder 5">
            <a:extLst>
              <a:ext uri="{FF2B5EF4-FFF2-40B4-BE49-F238E27FC236}">
                <a16:creationId xmlns:a16="http://schemas.microsoft.com/office/drawing/2014/main" id="{79263BE0-4D84-7BD4-D81B-B266C5C1C47B}"/>
              </a:ext>
            </a:extLst>
          </p:cNvPr>
          <p:cNvSpPr>
            <a:spLocks noGrp="1"/>
          </p:cNvSpPr>
          <p:nvPr>
            <p:ph type="pic" sz="quarter" idx="16"/>
          </p:nvPr>
        </p:nvSpPr>
        <p:spPr>
          <a:xfrm>
            <a:off x="5974118" y="619622"/>
            <a:ext cx="4994450" cy="2809378"/>
          </a:xfrm>
        </p:spPr>
        <p:txBody>
          <a:bodyPr/>
          <a:lstStyle/>
          <a:p>
            <a:endParaRPr lang="en-ID"/>
          </a:p>
        </p:txBody>
      </p:sp>
      <p:sp>
        <p:nvSpPr>
          <p:cNvPr id="8" name="Text Placeholder 7">
            <a:extLst>
              <a:ext uri="{FF2B5EF4-FFF2-40B4-BE49-F238E27FC236}">
                <a16:creationId xmlns:a16="http://schemas.microsoft.com/office/drawing/2014/main" id="{A6996222-F889-3352-0878-1D5998408AAE}"/>
              </a:ext>
            </a:extLst>
          </p:cNvPr>
          <p:cNvSpPr>
            <a:spLocks noGrp="1"/>
          </p:cNvSpPr>
          <p:nvPr>
            <p:ph type="body" sz="quarter" idx="17"/>
          </p:nvPr>
        </p:nvSpPr>
        <p:spPr>
          <a:xfrm>
            <a:off x="4289426" y="3640667"/>
            <a:ext cx="6679141" cy="343959"/>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12349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12230F5-597C-3032-DF77-75747627AE3E}"/>
              </a:ext>
            </a:extLst>
          </p:cNvPr>
          <p:cNvSpPr/>
          <p:nvPr userDrawn="1"/>
        </p:nvSpPr>
        <p:spPr>
          <a:xfrm>
            <a:off x="4276033" y="2342507"/>
            <a:ext cx="6692533" cy="168821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ID" sz="1200" dirty="0"/>
          </a:p>
        </p:txBody>
      </p:sp>
      <p:sp>
        <p:nvSpPr>
          <p:cNvPr id="2" name="Title 1">
            <a:extLst>
              <a:ext uri="{FF2B5EF4-FFF2-40B4-BE49-F238E27FC236}">
                <a16:creationId xmlns:a16="http://schemas.microsoft.com/office/drawing/2014/main" id="{CC5007C1-A2D2-F1A6-D730-4F0C404CBFDC}"/>
              </a:ext>
            </a:extLst>
          </p:cNvPr>
          <p:cNvSpPr>
            <a:spLocks noGrp="1"/>
          </p:cNvSpPr>
          <p:nvPr>
            <p:ph type="title"/>
          </p:nvPr>
        </p:nvSpPr>
        <p:spPr>
          <a:xfrm>
            <a:off x="4276036" y="619624"/>
            <a:ext cx="6692533" cy="1633247"/>
          </a:xfrm>
        </p:spPr>
        <p:txBody>
          <a:bodyPr anchor="t">
            <a:noAutofit/>
          </a:bodyPr>
          <a:lstStyle>
            <a:lvl1pPr algn="r">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6CDCB85-C1AE-389B-180B-F0755C7558F6}"/>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D5CB6781-E0BB-8244-2B18-81C5A89ABE5A}"/>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6" name="Picture Placeholder 5">
            <a:extLst>
              <a:ext uri="{FF2B5EF4-FFF2-40B4-BE49-F238E27FC236}">
                <a16:creationId xmlns:a16="http://schemas.microsoft.com/office/drawing/2014/main" id="{313D6F03-414F-3442-0C5B-EC8851378160}"/>
              </a:ext>
            </a:extLst>
          </p:cNvPr>
          <p:cNvSpPr>
            <a:spLocks noGrp="1"/>
          </p:cNvSpPr>
          <p:nvPr>
            <p:ph type="pic" sz="quarter" idx="12"/>
          </p:nvPr>
        </p:nvSpPr>
        <p:spPr>
          <a:xfrm>
            <a:off x="599017" y="619622"/>
            <a:ext cx="3279453" cy="3279453"/>
          </a:xfrm>
        </p:spPr>
        <p:txBody>
          <a:bodyPr/>
          <a:lstStyle/>
          <a:p>
            <a:endParaRPr lang="en-ID"/>
          </a:p>
        </p:txBody>
      </p:sp>
      <p:sp>
        <p:nvSpPr>
          <p:cNvPr id="12" name="Picture Placeholder 5">
            <a:extLst>
              <a:ext uri="{FF2B5EF4-FFF2-40B4-BE49-F238E27FC236}">
                <a16:creationId xmlns:a16="http://schemas.microsoft.com/office/drawing/2014/main" id="{AB61BF6E-948C-4AEB-61A4-244B2DE03589}"/>
              </a:ext>
            </a:extLst>
          </p:cNvPr>
          <p:cNvSpPr>
            <a:spLocks noGrp="1"/>
          </p:cNvSpPr>
          <p:nvPr>
            <p:ph type="pic" sz="quarter" idx="14"/>
          </p:nvPr>
        </p:nvSpPr>
        <p:spPr>
          <a:xfrm>
            <a:off x="8690381" y="4212337"/>
            <a:ext cx="2278187" cy="2278187"/>
          </a:xfrm>
        </p:spPr>
        <p:txBody>
          <a:bodyPr/>
          <a:lstStyle/>
          <a:p>
            <a:endParaRPr lang="en-ID"/>
          </a:p>
        </p:txBody>
      </p:sp>
      <p:sp>
        <p:nvSpPr>
          <p:cNvPr id="14" name="Text Placeholder 13">
            <a:extLst>
              <a:ext uri="{FF2B5EF4-FFF2-40B4-BE49-F238E27FC236}">
                <a16:creationId xmlns:a16="http://schemas.microsoft.com/office/drawing/2014/main" id="{ADA50E1A-8491-728C-9FA7-3C2B65D8B098}"/>
              </a:ext>
            </a:extLst>
          </p:cNvPr>
          <p:cNvSpPr>
            <a:spLocks noGrp="1"/>
          </p:cNvSpPr>
          <p:nvPr>
            <p:ph type="body" sz="quarter" idx="15"/>
          </p:nvPr>
        </p:nvSpPr>
        <p:spPr>
          <a:xfrm>
            <a:off x="599017" y="4437088"/>
            <a:ext cx="7732183" cy="2053435"/>
          </a:xfrm>
        </p:spPr>
        <p:txBody>
          <a:bodyPr anchor="t" anchorCtr="0">
            <a:noAutofit/>
          </a:bodyPr>
          <a:lstStyle/>
          <a:p>
            <a:pPr lvl="0"/>
            <a:r>
              <a:rPr lang="en-US" dirty="0"/>
              <a:t>Click to edit Master text styles</a:t>
            </a:r>
          </a:p>
        </p:txBody>
      </p:sp>
      <p:sp>
        <p:nvSpPr>
          <p:cNvPr id="5" name="Text Placeholder 13">
            <a:extLst>
              <a:ext uri="{FF2B5EF4-FFF2-40B4-BE49-F238E27FC236}">
                <a16:creationId xmlns:a16="http://schemas.microsoft.com/office/drawing/2014/main" id="{AD539BA3-D11E-897F-CE18-588B0DC93D9C}"/>
              </a:ext>
            </a:extLst>
          </p:cNvPr>
          <p:cNvSpPr>
            <a:spLocks noGrp="1"/>
          </p:cNvSpPr>
          <p:nvPr>
            <p:ph type="body" sz="quarter" idx="16"/>
          </p:nvPr>
        </p:nvSpPr>
        <p:spPr>
          <a:xfrm>
            <a:off x="4276034" y="2647814"/>
            <a:ext cx="6692533" cy="1382909"/>
          </a:xfrm>
          <a:noFill/>
        </p:spPr>
        <p:txBody>
          <a:bodyPr lIns="90000" tIns="46800" rIns="90000" bIns="46800" anchor="t" anchorCtr="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FB699D9A-0440-F623-A0B6-4C44724F540D}"/>
              </a:ext>
            </a:extLst>
          </p:cNvPr>
          <p:cNvSpPr>
            <a:spLocks noGrp="1"/>
          </p:cNvSpPr>
          <p:nvPr>
            <p:ph type="body" sz="quarter" idx="17" hasCustomPrompt="1"/>
          </p:nvPr>
        </p:nvSpPr>
        <p:spPr>
          <a:xfrm>
            <a:off x="599018" y="4210878"/>
            <a:ext cx="7732182" cy="221192"/>
          </a:xfrm>
        </p:spPr>
        <p:txBody>
          <a:bodyPr anchor="b">
            <a:noAutofit/>
          </a:bodyPr>
          <a:lstStyle>
            <a:lvl1pPr>
              <a:defRPr sz="1250" b="1"/>
            </a:lvl1pPr>
          </a:lstStyle>
          <a:p>
            <a:pPr lvl="0"/>
            <a:r>
              <a:rPr lang="en-US" dirty="0"/>
              <a:t>Click to edit master text styles</a:t>
            </a:r>
          </a:p>
        </p:txBody>
      </p:sp>
      <p:sp>
        <p:nvSpPr>
          <p:cNvPr id="11" name="Text Placeholder 8">
            <a:extLst>
              <a:ext uri="{FF2B5EF4-FFF2-40B4-BE49-F238E27FC236}">
                <a16:creationId xmlns:a16="http://schemas.microsoft.com/office/drawing/2014/main" id="{F05BCCAA-A432-8B61-761B-D9FE1F32AED7}"/>
              </a:ext>
            </a:extLst>
          </p:cNvPr>
          <p:cNvSpPr>
            <a:spLocks noGrp="1"/>
          </p:cNvSpPr>
          <p:nvPr>
            <p:ph type="body" sz="quarter" idx="19" hasCustomPrompt="1"/>
          </p:nvPr>
        </p:nvSpPr>
        <p:spPr>
          <a:xfrm>
            <a:off x="4276034" y="2342507"/>
            <a:ext cx="6692533" cy="300289"/>
          </a:xfrm>
        </p:spPr>
        <p:txBody>
          <a:bodyPr anchor="b">
            <a:noAutofit/>
          </a:bodyPr>
          <a:lstStyle>
            <a:lvl1pPr>
              <a:defRPr sz="1250" b="1">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15151632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lumns(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419B-0A7A-D6A9-278B-3CB3F6B13C8C}"/>
              </a:ext>
            </a:extLst>
          </p:cNvPr>
          <p:cNvSpPr>
            <a:spLocks noGrp="1"/>
          </p:cNvSpPr>
          <p:nvPr>
            <p:ph type="title"/>
          </p:nvPr>
        </p:nvSpPr>
        <p:spPr>
          <a:xfrm>
            <a:off x="6519860" y="619622"/>
            <a:ext cx="4448707" cy="1968969"/>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F2475DCC-A5DC-45EE-5280-E6AF55C5FBDB}"/>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24554E76-F34B-95F8-FD2E-0312C265AECF}"/>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5" name="Picture Placeholder 6">
            <a:extLst>
              <a:ext uri="{FF2B5EF4-FFF2-40B4-BE49-F238E27FC236}">
                <a16:creationId xmlns:a16="http://schemas.microsoft.com/office/drawing/2014/main" id="{FD592EB7-0888-4601-189D-47D758F2EA24}"/>
              </a:ext>
            </a:extLst>
          </p:cNvPr>
          <p:cNvSpPr>
            <a:spLocks noGrp="1"/>
          </p:cNvSpPr>
          <p:nvPr>
            <p:ph type="pic" sz="quarter" idx="12"/>
          </p:nvPr>
        </p:nvSpPr>
        <p:spPr>
          <a:xfrm>
            <a:off x="0" y="0"/>
            <a:ext cx="5783792" cy="3855843"/>
          </a:xfrm>
        </p:spPr>
      </p:sp>
      <p:sp>
        <p:nvSpPr>
          <p:cNvPr id="7" name="Text Placeholder 7">
            <a:extLst>
              <a:ext uri="{FF2B5EF4-FFF2-40B4-BE49-F238E27FC236}">
                <a16:creationId xmlns:a16="http://schemas.microsoft.com/office/drawing/2014/main" id="{D5089FCE-DB18-D776-A8F9-8E69AD01AAD4}"/>
              </a:ext>
            </a:extLst>
          </p:cNvPr>
          <p:cNvSpPr>
            <a:spLocks noGrp="1"/>
          </p:cNvSpPr>
          <p:nvPr>
            <p:ph type="body" sz="quarter" idx="23"/>
          </p:nvPr>
        </p:nvSpPr>
        <p:spPr>
          <a:xfrm>
            <a:off x="599017" y="4596384"/>
            <a:ext cx="5184775" cy="1849257"/>
          </a:xfrm>
        </p:spPr>
        <p:txBody>
          <a:bodyPr>
            <a:noAutofit/>
          </a:bodyPr>
          <a:lstStyle>
            <a:lvl1pPr>
              <a:defRPr>
                <a:latin typeface="+mn-lt"/>
                <a:ea typeface="Cascadia Mono SemiBold" panose="020B0609020000020004" pitchFamily="49" charset="0"/>
                <a:cs typeface="Cascadia Mono SemiBold" panose="020B0609020000020004" pitchFamily="49" charset="0"/>
              </a:defRPr>
            </a:lvl1pPr>
            <a:lvl2pPr>
              <a:defRPr>
                <a:latin typeface="Cascadia Mono SemiBold" panose="020B0609020000020004" pitchFamily="49" charset="0"/>
                <a:ea typeface="Cascadia Mono SemiBold" panose="020B0609020000020004" pitchFamily="49" charset="0"/>
                <a:cs typeface="Cascadia Mono SemiBold" panose="020B0609020000020004" pitchFamily="49" charset="0"/>
              </a:defRPr>
            </a:lvl2pPr>
            <a:lvl3pPr>
              <a:defRPr>
                <a:latin typeface="Cascadia Mono SemiBold" panose="020B0609020000020004" pitchFamily="49" charset="0"/>
                <a:ea typeface="Cascadia Mono SemiBold" panose="020B0609020000020004" pitchFamily="49" charset="0"/>
                <a:cs typeface="Cascadia Mono SemiBold" panose="020B0609020000020004" pitchFamily="49" charset="0"/>
              </a:defRPr>
            </a:lvl3pPr>
            <a:lvl4pPr>
              <a:defRPr>
                <a:latin typeface="Cascadia Mono SemiBold" panose="020B0609020000020004" pitchFamily="49" charset="0"/>
                <a:ea typeface="Cascadia Mono SemiBold" panose="020B0609020000020004" pitchFamily="49" charset="0"/>
                <a:cs typeface="Cascadia Mono SemiBold" panose="020B0609020000020004" pitchFamily="49" charset="0"/>
              </a:defRPr>
            </a:lvl4pPr>
            <a:lvl5pPr>
              <a:defRPr>
                <a:latin typeface="Cascadia Mono SemiBold" panose="020B0609020000020004" pitchFamily="49" charset="0"/>
                <a:ea typeface="Cascadia Mono SemiBold" panose="020B0609020000020004" pitchFamily="49" charset="0"/>
                <a:cs typeface="Cascadia Mono SemiBold" panose="020B0609020000020004" pitchFamily="49" charset="0"/>
              </a:defRPr>
            </a:lvl5pPr>
          </a:lstStyle>
          <a:p>
            <a:pPr lvl="0"/>
            <a:r>
              <a:rPr lang="en-US" dirty="0"/>
              <a:t>Click to edit Master text styles</a:t>
            </a:r>
          </a:p>
        </p:txBody>
      </p:sp>
      <p:sp>
        <p:nvSpPr>
          <p:cNvPr id="9" name="Text Placeholder 7">
            <a:extLst>
              <a:ext uri="{FF2B5EF4-FFF2-40B4-BE49-F238E27FC236}">
                <a16:creationId xmlns:a16="http://schemas.microsoft.com/office/drawing/2014/main" id="{50477A3C-2108-3003-027C-E88B14294EA0}"/>
              </a:ext>
            </a:extLst>
          </p:cNvPr>
          <p:cNvSpPr>
            <a:spLocks noGrp="1"/>
          </p:cNvSpPr>
          <p:nvPr>
            <p:ph type="body" sz="quarter" idx="24"/>
          </p:nvPr>
        </p:nvSpPr>
        <p:spPr>
          <a:xfrm>
            <a:off x="6519862" y="3429000"/>
            <a:ext cx="4448706" cy="2809377"/>
          </a:xfrm>
        </p:spPr>
        <p:txBody>
          <a:bodyPr>
            <a:noAutofit/>
          </a:bodyPr>
          <a:lstStyle/>
          <a:p>
            <a:pPr lvl="0"/>
            <a:r>
              <a:rPr lang="en-US" dirty="0"/>
              <a:t>Click to edit Master text styles</a:t>
            </a:r>
          </a:p>
        </p:txBody>
      </p:sp>
      <p:sp>
        <p:nvSpPr>
          <p:cNvPr id="8" name="Text Placeholder 7">
            <a:extLst>
              <a:ext uri="{FF2B5EF4-FFF2-40B4-BE49-F238E27FC236}">
                <a16:creationId xmlns:a16="http://schemas.microsoft.com/office/drawing/2014/main" id="{A91A7CC4-3079-7DF7-C21C-DE6408BF46EF}"/>
              </a:ext>
            </a:extLst>
          </p:cNvPr>
          <p:cNvSpPr>
            <a:spLocks noGrp="1"/>
          </p:cNvSpPr>
          <p:nvPr>
            <p:ph type="body" sz="quarter" idx="25"/>
          </p:nvPr>
        </p:nvSpPr>
        <p:spPr>
          <a:xfrm>
            <a:off x="600076" y="4121150"/>
            <a:ext cx="5183717" cy="402167"/>
          </a:xfrm>
        </p:spPr>
        <p:txBody>
          <a:bodyPr anchor="b">
            <a:noAutofit/>
          </a:bodyPr>
          <a:lstStyle>
            <a:lvl1pPr>
              <a:defRPr sz="1250" b="1"/>
            </a:lvl1pPr>
          </a:lstStyle>
          <a:p>
            <a:pPr lvl="0"/>
            <a:r>
              <a:rPr lang="en-US" dirty="0"/>
              <a:t>Click to edit Master text styles</a:t>
            </a:r>
          </a:p>
        </p:txBody>
      </p:sp>
      <p:sp>
        <p:nvSpPr>
          <p:cNvPr id="11" name="Text Placeholder 10">
            <a:extLst>
              <a:ext uri="{FF2B5EF4-FFF2-40B4-BE49-F238E27FC236}">
                <a16:creationId xmlns:a16="http://schemas.microsoft.com/office/drawing/2014/main" id="{E4628143-A333-8CBE-65C0-7C44565BD906}"/>
              </a:ext>
            </a:extLst>
          </p:cNvPr>
          <p:cNvSpPr>
            <a:spLocks noGrp="1"/>
          </p:cNvSpPr>
          <p:nvPr>
            <p:ph type="body" sz="quarter" idx="26"/>
          </p:nvPr>
        </p:nvSpPr>
        <p:spPr>
          <a:xfrm>
            <a:off x="6519860" y="3075517"/>
            <a:ext cx="4448707" cy="286809"/>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12052781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lumn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442312-9E63-3A81-2CB4-8F85F5C2CD49}"/>
              </a:ext>
            </a:extLst>
          </p:cNvPr>
          <p:cNvSpPr/>
          <p:nvPr userDrawn="1"/>
        </p:nvSpPr>
        <p:spPr>
          <a:xfrm>
            <a:off x="0" y="1945185"/>
            <a:ext cx="3878469" cy="491281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2" name="Title 1">
            <a:extLst>
              <a:ext uri="{FF2B5EF4-FFF2-40B4-BE49-F238E27FC236}">
                <a16:creationId xmlns:a16="http://schemas.microsoft.com/office/drawing/2014/main" id="{D270176E-FDDF-30CB-EB74-A75B39D053B0}"/>
              </a:ext>
            </a:extLst>
          </p:cNvPr>
          <p:cNvSpPr>
            <a:spLocks noGrp="1"/>
          </p:cNvSpPr>
          <p:nvPr>
            <p:ph type="title"/>
          </p:nvPr>
        </p:nvSpPr>
        <p:spPr>
          <a:xfrm>
            <a:off x="599017" y="629587"/>
            <a:ext cx="10369550" cy="1197627"/>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5C0C34D-8F75-41B3-4243-E45FBD015BCA}"/>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84A13D18-EF04-D403-494B-02A03A28BC5B}"/>
              </a:ext>
            </a:extLst>
          </p:cNvPr>
          <p:cNvSpPr>
            <a:spLocks noGrp="1"/>
          </p:cNvSpPr>
          <p:nvPr>
            <p:ph type="sldNum" sz="quarter" idx="11"/>
          </p:nvPr>
        </p:nvSpPr>
        <p:spPr/>
        <p:txBody>
          <a:bodyPr/>
          <a:lstStyle/>
          <a:p>
            <a:fld id="{CF6F24BE-8BEB-403A-BDCC-38E201D0662D}" type="slidenum">
              <a:rPr lang="en-ID" smtClean="0"/>
              <a:pPr/>
              <a:t>‹N›</a:t>
            </a:fld>
            <a:endParaRPr lang="en-ID"/>
          </a:p>
        </p:txBody>
      </p:sp>
      <p:sp>
        <p:nvSpPr>
          <p:cNvPr id="11" name="Text Placeholder 10">
            <a:extLst>
              <a:ext uri="{FF2B5EF4-FFF2-40B4-BE49-F238E27FC236}">
                <a16:creationId xmlns:a16="http://schemas.microsoft.com/office/drawing/2014/main" id="{5A0E6078-78A1-619C-E7B0-63DBC649FF44}"/>
              </a:ext>
            </a:extLst>
          </p:cNvPr>
          <p:cNvSpPr>
            <a:spLocks noGrp="1"/>
          </p:cNvSpPr>
          <p:nvPr>
            <p:ph type="body" sz="quarter" idx="13"/>
          </p:nvPr>
        </p:nvSpPr>
        <p:spPr>
          <a:xfrm>
            <a:off x="599017" y="2688236"/>
            <a:ext cx="2702983" cy="3668115"/>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2" name="Text Placeholder 10">
            <a:extLst>
              <a:ext uri="{FF2B5EF4-FFF2-40B4-BE49-F238E27FC236}">
                <a16:creationId xmlns:a16="http://schemas.microsoft.com/office/drawing/2014/main" id="{33E87E0F-2528-3A8B-F312-9C9235E58689}"/>
              </a:ext>
            </a:extLst>
          </p:cNvPr>
          <p:cNvSpPr>
            <a:spLocks noGrp="1"/>
          </p:cNvSpPr>
          <p:nvPr>
            <p:ph type="body" sz="quarter" idx="14"/>
          </p:nvPr>
        </p:nvSpPr>
        <p:spPr>
          <a:xfrm>
            <a:off x="4406810" y="2688236"/>
            <a:ext cx="2850043" cy="3668117"/>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AFC7124D-DD4E-EC8C-E7C5-E61FED507E5E}"/>
              </a:ext>
            </a:extLst>
          </p:cNvPr>
          <p:cNvSpPr>
            <a:spLocks noGrp="1"/>
          </p:cNvSpPr>
          <p:nvPr>
            <p:ph type="body" sz="quarter" idx="16"/>
          </p:nvPr>
        </p:nvSpPr>
        <p:spPr>
          <a:xfrm>
            <a:off x="600075" y="2238376"/>
            <a:ext cx="2708275" cy="370417"/>
          </a:xfrm>
        </p:spPr>
        <p:txBody>
          <a:bodyPr>
            <a:noAutofit/>
          </a:bodyPr>
          <a:lstStyle>
            <a:lvl1pPr>
              <a:defRPr sz="1250" b="1" i="0">
                <a:solidFill>
                  <a:schemeClr val="bg1"/>
                </a:solidFill>
              </a:defRPr>
            </a:lvl1pPr>
          </a:lstStyle>
          <a:p>
            <a:pPr lvl="0"/>
            <a:r>
              <a:rPr lang="en-US" dirty="0"/>
              <a:t>Click to edit Master text styles</a:t>
            </a:r>
          </a:p>
        </p:txBody>
      </p:sp>
      <p:sp>
        <p:nvSpPr>
          <p:cNvPr id="8" name="Text Placeholder 6">
            <a:extLst>
              <a:ext uri="{FF2B5EF4-FFF2-40B4-BE49-F238E27FC236}">
                <a16:creationId xmlns:a16="http://schemas.microsoft.com/office/drawing/2014/main" id="{A080B0E0-EDE6-D1DA-96BC-3A304EF16614}"/>
              </a:ext>
            </a:extLst>
          </p:cNvPr>
          <p:cNvSpPr>
            <a:spLocks noGrp="1"/>
          </p:cNvSpPr>
          <p:nvPr>
            <p:ph type="body" sz="quarter" idx="17"/>
          </p:nvPr>
        </p:nvSpPr>
        <p:spPr>
          <a:xfrm>
            <a:off x="4406810" y="2238376"/>
            <a:ext cx="2850042" cy="370417"/>
          </a:xfrm>
        </p:spPr>
        <p:txBody>
          <a:bodyPr>
            <a:noAutofit/>
          </a:bodyPr>
          <a:lstStyle>
            <a:lvl1pPr>
              <a:defRPr sz="1250" b="1">
                <a:solidFill>
                  <a:schemeClr val="tx1"/>
                </a:solidFill>
              </a:defRPr>
            </a:lvl1pPr>
          </a:lstStyle>
          <a:p>
            <a:pPr lvl="0"/>
            <a:r>
              <a:rPr lang="en-US" dirty="0"/>
              <a:t>Click to edit Master text styles</a:t>
            </a:r>
          </a:p>
        </p:txBody>
      </p:sp>
      <p:sp>
        <p:nvSpPr>
          <p:cNvPr id="10" name="Text Placeholder 6">
            <a:extLst>
              <a:ext uri="{FF2B5EF4-FFF2-40B4-BE49-F238E27FC236}">
                <a16:creationId xmlns:a16="http://schemas.microsoft.com/office/drawing/2014/main" id="{859FAC71-85AD-024C-725C-D69E0CED99CD}"/>
              </a:ext>
            </a:extLst>
          </p:cNvPr>
          <p:cNvSpPr>
            <a:spLocks noGrp="1"/>
          </p:cNvSpPr>
          <p:nvPr>
            <p:ph type="body" sz="quarter" idx="18"/>
          </p:nvPr>
        </p:nvSpPr>
        <p:spPr>
          <a:xfrm>
            <a:off x="8118525" y="2238375"/>
            <a:ext cx="2850042" cy="370417"/>
          </a:xfrm>
        </p:spPr>
        <p:txBody>
          <a:bodyPr>
            <a:noAutofit/>
          </a:bodyPr>
          <a:lstStyle>
            <a:lvl1pPr>
              <a:defRPr sz="1250" b="1">
                <a:solidFill>
                  <a:schemeClr val="tx1"/>
                </a:solidFill>
              </a:defRPr>
            </a:lvl1pPr>
          </a:lstStyle>
          <a:p>
            <a:pPr lvl="0"/>
            <a:r>
              <a:rPr lang="en-US" dirty="0"/>
              <a:t>Click to edit Master text styles</a:t>
            </a:r>
          </a:p>
        </p:txBody>
      </p:sp>
      <p:sp>
        <p:nvSpPr>
          <p:cNvPr id="13" name="Text Placeholder 10">
            <a:extLst>
              <a:ext uri="{FF2B5EF4-FFF2-40B4-BE49-F238E27FC236}">
                <a16:creationId xmlns:a16="http://schemas.microsoft.com/office/drawing/2014/main" id="{FE6D3C3B-EB21-AFF3-AC51-E227BB698DFC}"/>
              </a:ext>
            </a:extLst>
          </p:cNvPr>
          <p:cNvSpPr>
            <a:spLocks noGrp="1"/>
          </p:cNvSpPr>
          <p:nvPr>
            <p:ph type="body" sz="quarter" idx="19"/>
          </p:nvPr>
        </p:nvSpPr>
        <p:spPr>
          <a:xfrm>
            <a:off x="8118524" y="2688236"/>
            <a:ext cx="2850043" cy="3668117"/>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28375501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hart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556A-4C4F-4323-BBD6-CDF3030D446D}"/>
              </a:ext>
            </a:extLst>
          </p:cNvPr>
          <p:cNvSpPr>
            <a:spLocks noGrp="1"/>
          </p:cNvSpPr>
          <p:nvPr>
            <p:ph type="title"/>
          </p:nvPr>
        </p:nvSpPr>
        <p:spPr>
          <a:xfrm>
            <a:off x="599017" y="619624"/>
            <a:ext cx="10369550" cy="960000"/>
          </a:xfrm>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838D52A2-22C1-5391-6B70-150432196B6A}"/>
              </a:ext>
            </a:extLst>
          </p:cNvPr>
          <p:cNvSpPr>
            <a:spLocks noGrp="1"/>
          </p:cNvSpPr>
          <p:nvPr>
            <p:ph type="ftr" sz="quarter" idx="10"/>
          </p:nvPr>
        </p:nvSpPr>
        <p:spPr/>
        <p:txBody>
          <a:bodyPr/>
          <a:lstStyle/>
          <a:p>
            <a:r>
              <a:rPr lang="en-ID"/>
              <a:t>PUNCA BRAND STRATEGY</a:t>
            </a:r>
            <a:endParaRPr lang="en-ID" dirty="0"/>
          </a:p>
        </p:txBody>
      </p:sp>
      <p:sp>
        <p:nvSpPr>
          <p:cNvPr id="4" name="Slide Number Placeholder 3">
            <a:extLst>
              <a:ext uri="{FF2B5EF4-FFF2-40B4-BE49-F238E27FC236}">
                <a16:creationId xmlns:a16="http://schemas.microsoft.com/office/drawing/2014/main" id="{E0205432-AB6B-FF89-CB0C-1C4E6B4A20F2}"/>
              </a:ext>
            </a:extLst>
          </p:cNvPr>
          <p:cNvSpPr>
            <a:spLocks noGrp="1"/>
          </p:cNvSpPr>
          <p:nvPr>
            <p:ph type="sldNum" sz="quarter" idx="11"/>
          </p:nvPr>
        </p:nvSpPr>
        <p:spPr/>
        <p:txBody>
          <a:bodyPr/>
          <a:lstStyle/>
          <a:p>
            <a:fld id="{CF6F24BE-8BEB-403A-BDCC-38E201D0662D}" type="slidenum">
              <a:rPr lang="en-ID" smtClean="0"/>
              <a:pPr/>
              <a:t>‹N›</a:t>
            </a:fld>
            <a:endParaRPr lang="en-ID" dirty="0"/>
          </a:p>
        </p:txBody>
      </p:sp>
      <p:sp>
        <p:nvSpPr>
          <p:cNvPr id="5" name="Chart Placeholder 22">
            <a:extLst>
              <a:ext uri="{FF2B5EF4-FFF2-40B4-BE49-F238E27FC236}">
                <a16:creationId xmlns:a16="http://schemas.microsoft.com/office/drawing/2014/main" id="{7B768053-ECBB-DC91-DCF1-5640D1A23588}"/>
              </a:ext>
            </a:extLst>
          </p:cNvPr>
          <p:cNvSpPr>
            <a:spLocks noGrp="1"/>
          </p:cNvSpPr>
          <p:nvPr>
            <p:ph type="chart" sz="quarter" idx="26"/>
          </p:nvPr>
        </p:nvSpPr>
        <p:spPr>
          <a:xfrm>
            <a:off x="1200000" y="1738097"/>
            <a:ext cx="2037784" cy="1684283"/>
          </a:xfrm>
        </p:spPr>
        <p:txBody>
          <a:bodyPr/>
          <a:lstStyle/>
          <a:p>
            <a:endParaRPr lang="en-US" dirty="0"/>
          </a:p>
        </p:txBody>
      </p:sp>
      <p:sp>
        <p:nvSpPr>
          <p:cNvPr id="6" name="Chart Placeholder 22">
            <a:extLst>
              <a:ext uri="{FF2B5EF4-FFF2-40B4-BE49-F238E27FC236}">
                <a16:creationId xmlns:a16="http://schemas.microsoft.com/office/drawing/2014/main" id="{FA52F9D6-8DEF-B87B-34AA-6F17C7D862E0}"/>
              </a:ext>
            </a:extLst>
          </p:cNvPr>
          <p:cNvSpPr>
            <a:spLocks noGrp="1"/>
          </p:cNvSpPr>
          <p:nvPr>
            <p:ph type="chart" sz="quarter" idx="27"/>
          </p:nvPr>
        </p:nvSpPr>
        <p:spPr>
          <a:xfrm>
            <a:off x="8400000" y="1734057"/>
            <a:ext cx="2037784" cy="1684283"/>
          </a:xfrm>
        </p:spPr>
        <p:txBody>
          <a:bodyPr/>
          <a:lstStyle/>
          <a:p>
            <a:endParaRPr lang="en-US" dirty="0"/>
          </a:p>
        </p:txBody>
      </p:sp>
      <p:sp>
        <p:nvSpPr>
          <p:cNvPr id="7" name="Text Placeholder 10">
            <a:extLst>
              <a:ext uri="{FF2B5EF4-FFF2-40B4-BE49-F238E27FC236}">
                <a16:creationId xmlns:a16="http://schemas.microsoft.com/office/drawing/2014/main" id="{9C07B785-A4DF-D4B6-92D0-2E8E22C60891}"/>
              </a:ext>
            </a:extLst>
          </p:cNvPr>
          <p:cNvSpPr>
            <a:spLocks noGrp="1"/>
          </p:cNvSpPr>
          <p:nvPr>
            <p:ph type="body" sz="quarter" idx="20"/>
          </p:nvPr>
        </p:nvSpPr>
        <p:spPr>
          <a:xfrm>
            <a:off x="1018893" y="3508020"/>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8" name="Picture Placeholder 8">
            <a:extLst>
              <a:ext uri="{FF2B5EF4-FFF2-40B4-BE49-F238E27FC236}">
                <a16:creationId xmlns:a16="http://schemas.microsoft.com/office/drawing/2014/main" id="{078ACDE8-BCBA-A408-727B-966ACE397763}"/>
              </a:ext>
            </a:extLst>
          </p:cNvPr>
          <p:cNvSpPr>
            <a:spLocks noGrp="1"/>
          </p:cNvSpPr>
          <p:nvPr>
            <p:ph type="pic" sz="quarter" idx="28"/>
          </p:nvPr>
        </p:nvSpPr>
        <p:spPr>
          <a:xfrm>
            <a:off x="4620552" y="1711315"/>
            <a:ext cx="2400000" cy="4802400"/>
          </a:xfrm>
        </p:spPr>
        <p:txBody>
          <a:bodyPr/>
          <a:lstStyle/>
          <a:p>
            <a:endParaRPr lang="en-UZ"/>
          </a:p>
        </p:txBody>
      </p:sp>
      <p:sp>
        <p:nvSpPr>
          <p:cNvPr id="9" name="Text Placeholder 10">
            <a:extLst>
              <a:ext uri="{FF2B5EF4-FFF2-40B4-BE49-F238E27FC236}">
                <a16:creationId xmlns:a16="http://schemas.microsoft.com/office/drawing/2014/main" id="{A9011876-5E78-CB58-BABC-A39746BBB653}"/>
              </a:ext>
            </a:extLst>
          </p:cNvPr>
          <p:cNvSpPr>
            <a:spLocks noGrp="1"/>
          </p:cNvSpPr>
          <p:nvPr>
            <p:ph type="body" sz="quarter" idx="29"/>
          </p:nvPr>
        </p:nvSpPr>
        <p:spPr>
          <a:xfrm>
            <a:off x="1031381" y="4112515"/>
            <a:ext cx="2402400" cy="2402400"/>
          </a:xfrm>
        </p:spPr>
        <p:txBody>
          <a:bodyPr/>
          <a:lstStyle/>
          <a:p>
            <a:pPr lvl="0"/>
            <a:r>
              <a:rPr lang="en-US" dirty="0"/>
              <a:t>Click to edit Master text styles</a:t>
            </a:r>
          </a:p>
        </p:txBody>
      </p:sp>
      <p:sp>
        <p:nvSpPr>
          <p:cNvPr id="10" name="Text Placeholder 10">
            <a:extLst>
              <a:ext uri="{FF2B5EF4-FFF2-40B4-BE49-F238E27FC236}">
                <a16:creationId xmlns:a16="http://schemas.microsoft.com/office/drawing/2014/main" id="{0F6B691D-F71E-358C-29A5-C67135B73237}"/>
              </a:ext>
            </a:extLst>
          </p:cNvPr>
          <p:cNvSpPr>
            <a:spLocks noGrp="1"/>
          </p:cNvSpPr>
          <p:nvPr>
            <p:ph type="body" sz="quarter" idx="30"/>
          </p:nvPr>
        </p:nvSpPr>
        <p:spPr>
          <a:xfrm>
            <a:off x="8219813" y="3508020"/>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1" name="Text Placeholder 10">
            <a:extLst>
              <a:ext uri="{FF2B5EF4-FFF2-40B4-BE49-F238E27FC236}">
                <a16:creationId xmlns:a16="http://schemas.microsoft.com/office/drawing/2014/main" id="{945C4FD2-9C3E-3AF6-FC72-5146F341D840}"/>
              </a:ext>
            </a:extLst>
          </p:cNvPr>
          <p:cNvSpPr>
            <a:spLocks noGrp="1"/>
          </p:cNvSpPr>
          <p:nvPr>
            <p:ph type="body" sz="quarter" idx="31"/>
          </p:nvPr>
        </p:nvSpPr>
        <p:spPr>
          <a:xfrm>
            <a:off x="8207323" y="4112515"/>
            <a:ext cx="2402400" cy="2402400"/>
          </a:xfrm>
        </p:spPr>
        <p:txBody>
          <a:bodyPr/>
          <a:lstStyle/>
          <a:p>
            <a:pPr lvl="0"/>
            <a:r>
              <a:rPr lang="en-US" dirty="0"/>
              <a:t>Click to edit Master text styles</a:t>
            </a:r>
          </a:p>
        </p:txBody>
      </p:sp>
    </p:spTree>
    <p:extLst>
      <p:ext uri="{BB962C8B-B14F-4D97-AF65-F5344CB8AC3E}">
        <p14:creationId xmlns:p14="http://schemas.microsoft.com/office/powerpoint/2010/main" val="795800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Chart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556A-4C4F-4323-BBD6-CDF3030D446D}"/>
              </a:ext>
            </a:extLst>
          </p:cNvPr>
          <p:cNvSpPr>
            <a:spLocks noGrp="1"/>
          </p:cNvSpPr>
          <p:nvPr>
            <p:ph type="title"/>
          </p:nvPr>
        </p:nvSpPr>
        <p:spPr>
          <a:xfrm>
            <a:off x="599017" y="619624"/>
            <a:ext cx="10369550" cy="960000"/>
          </a:xfrm>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838D52A2-22C1-5391-6B70-150432196B6A}"/>
              </a:ext>
            </a:extLst>
          </p:cNvPr>
          <p:cNvSpPr>
            <a:spLocks noGrp="1"/>
          </p:cNvSpPr>
          <p:nvPr>
            <p:ph type="ftr" sz="quarter" idx="10"/>
          </p:nvPr>
        </p:nvSpPr>
        <p:spPr/>
        <p:txBody>
          <a:bodyPr/>
          <a:lstStyle/>
          <a:p>
            <a:r>
              <a:rPr lang="en-ID"/>
              <a:t>PUNCA BRAND STRATEGY</a:t>
            </a:r>
            <a:endParaRPr lang="en-ID" dirty="0"/>
          </a:p>
        </p:txBody>
      </p:sp>
      <p:sp>
        <p:nvSpPr>
          <p:cNvPr id="4" name="Slide Number Placeholder 3">
            <a:extLst>
              <a:ext uri="{FF2B5EF4-FFF2-40B4-BE49-F238E27FC236}">
                <a16:creationId xmlns:a16="http://schemas.microsoft.com/office/drawing/2014/main" id="{E0205432-AB6B-FF89-CB0C-1C4E6B4A20F2}"/>
              </a:ext>
            </a:extLst>
          </p:cNvPr>
          <p:cNvSpPr>
            <a:spLocks noGrp="1"/>
          </p:cNvSpPr>
          <p:nvPr>
            <p:ph type="sldNum" sz="quarter" idx="11"/>
          </p:nvPr>
        </p:nvSpPr>
        <p:spPr/>
        <p:txBody>
          <a:bodyPr/>
          <a:lstStyle/>
          <a:p>
            <a:fld id="{CF6F24BE-8BEB-403A-BDCC-38E201D0662D}" type="slidenum">
              <a:rPr lang="en-ID" smtClean="0"/>
              <a:pPr/>
              <a:t>‹N›</a:t>
            </a:fld>
            <a:endParaRPr lang="en-ID" dirty="0"/>
          </a:p>
        </p:txBody>
      </p:sp>
      <p:sp>
        <p:nvSpPr>
          <p:cNvPr id="12" name="Chart Placeholder 22">
            <a:extLst>
              <a:ext uri="{FF2B5EF4-FFF2-40B4-BE49-F238E27FC236}">
                <a16:creationId xmlns:a16="http://schemas.microsoft.com/office/drawing/2014/main" id="{3AC63550-66C3-F99B-5E65-D253158E0F9C}"/>
              </a:ext>
            </a:extLst>
          </p:cNvPr>
          <p:cNvSpPr>
            <a:spLocks noGrp="1"/>
          </p:cNvSpPr>
          <p:nvPr>
            <p:ph type="chart" sz="quarter" idx="27"/>
          </p:nvPr>
        </p:nvSpPr>
        <p:spPr>
          <a:xfrm>
            <a:off x="8143263" y="1732835"/>
            <a:ext cx="2037784" cy="1684283"/>
          </a:xfrm>
        </p:spPr>
        <p:txBody>
          <a:bodyPr/>
          <a:lstStyle/>
          <a:p>
            <a:endParaRPr lang="en-US" dirty="0"/>
          </a:p>
        </p:txBody>
      </p:sp>
      <p:sp>
        <p:nvSpPr>
          <p:cNvPr id="13" name="Text Placeholder 10">
            <a:extLst>
              <a:ext uri="{FF2B5EF4-FFF2-40B4-BE49-F238E27FC236}">
                <a16:creationId xmlns:a16="http://schemas.microsoft.com/office/drawing/2014/main" id="{79B3EFB2-E56F-C9E5-76FB-4FD8920F4020}"/>
              </a:ext>
            </a:extLst>
          </p:cNvPr>
          <p:cNvSpPr>
            <a:spLocks noGrp="1"/>
          </p:cNvSpPr>
          <p:nvPr>
            <p:ph type="body" sz="quarter" idx="20"/>
          </p:nvPr>
        </p:nvSpPr>
        <p:spPr>
          <a:xfrm>
            <a:off x="1205429" y="3539412"/>
            <a:ext cx="2399999" cy="453468"/>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4" name="Text Placeholder 10">
            <a:extLst>
              <a:ext uri="{FF2B5EF4-FFF2-40B4-BE49-F238E27FC236}">
                <a16:creationId xmlns:a16="http://schemas.microsoft.com/office/drawing/2014/main" id="{37FD8033-0930-ACA5-9193-EFBA1F7DB51B}"/>
              </a:ext>
            </a:extLst>
          </p:cNvPr>
          <p:cNvSpPr>
            <a:spLocks noGrp="1"/>
          </p:cNvSpPr>
          <p:nvPr>
            <p:ph type="body" sz="quarter" idx="29"/>
          </p:nvPr>
        </p:nvSpPr>
        <p:spPr>
          <a:xfrm>
            <a:off x="1205429" y="4071900"/>
            <a:ext cx="2402400" cy="2402400"/>
          </a:xfrm>
        </p:spPr>
        <p:txBody>
          <a:bodyPr/>
          <a:lstStyle/>
          <a:p>
            <a:pPr lvl="0"/>
            <a:r>
              <a:rPr lang="en-US" dirty="0"/>
              <a:t>Click to edit Master text styles</a:t>
            </a:r>
          </a:p>
        </p:txBody>
      </p:sp>
      <p:sp>
        <p:nvSpPr>
          <p:cNvPr id="15" name="Text Placeholder 10">
            <a:extLst>
              <a:ext uri="{FF2B5EF4-FFF2-40B4-BE49-F238E27FC236}">
                <a16:creationId xmlns:a16="http://schemas.microsoft.com/office/drawing/2014/main" id="{0463C79D-E124-6C29-D6D0-3680BB9FFE42}"/>
              </a:ext>
            </a:extLst>
          </p:cNvPr>
          <p:cNvSpPr>
            <a:spLocks noGrp="1"/>
          </p:cNvSpPr>
          <p:nvPr>
            <p:ph type="body" sz="quarter" idx="30"/>
          </p:nvPr>
        </p:nvSpPr>
        <p:spPr>
          <a:xfrm>
            <a:off x="7962156" y="3539412"/>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6" name="Text Placeholder 10">
            <a:extLst>
              <a:ext uri="{FF2B5EF4-FFF2-40B4-BE49-F238E27FC236}">
                <a16:creationId xmlns:a16="http://schemas.microsoft.com/office/drawing/2014/main" id="{0E346084-5798-CA8D-0294-BA874A4CA03A}"/>
              </a:ext>
            </a:extLst>
          </p:cNvPr>
          <p:cNvSpPr>
            <a:spLocks noGrp="1"/>
          </p:cNvSpPr>
          <p:nvPr>
            <p:ph type="body" sz="quarter" idx="31"/>
          </p:nvPr>
        </p:nvSpPr>
        <p:spPr>
          <a:xfrm>
            <a:off x="7962155" y="4093033"/>
            <a:ext cx="2402400" cy="2402400"/>
          </a:xfrm>
        </p:spPr>
        <p:txBody>
          <a:bodyPr/>
          <a:lstStyle/>
          <a:p>
            <a:pPr lvl="0"/>
            <a:r>
              <a:rPr lang="en-US" dirty="0"/>
              <a:t>Click to edit Master text styles</a:t>
            </a:r>
          </a:p>
        </p:txBody>
      </p:sp>
      <p:sp>
        <p:nvSpPr>
          <p:cNvPr id="17" name="Chart Placeholder 22">
            <a:extLst>
              <a:ext uri="{FF2B5EF4-FFF2-40B4-BE49-F238E27FC236}">
                <a16:creationId xmlns:a16="http://schemas.microsoft.com/office/drawing/2014/main" id="{751370E6-8AAB-ED91-AC5B-73F873921EED}"/>
              </a:ext>
            </a:extLst>
          </p:cNvPr>
          <p:cNvSpPr>
            <a:spLocks noGrp="1"/>
          </p:cNvSpPr>
          <p:nvPr>
            <p:ph type="chart" sz="quarter" idx="32"/>
          </p:nvPr>
        </p:nvSpPr>
        <p:spPr>
          <a:xfrm>
            <a:off x="4764900" y="1744717"/>
            <a:ext cx="2037784" cy="1684283"/>
          </a:xfrm>
        </p:spPr>
        <p:txBody>
          <a:bodyPr/>
          <a:lstStyle/>
          <a:p>
            <a:endParaRPr lang="en-US" dirty="0"/>
          </a:p>
        </p:txBody>
      </p:sp>
      <p:sp>
        <p:nvSpPr>
          <p:cNvPr id="18" name="Text Placeholder 10">
            <a:extLst>
              <a:ext uri="{FF2B5EF4-FFF2-40B4-BE49-F238E27FC236}">
                <a16:creationId xmlns:a16="http://schemas.microsoft.com/office/drawing/2014/main" id="{8ED9B72C-BE96-619B-06BC-3B0185FC6331}"/>
              </a:ext>
            </a:extLst>
          </p:cNvPr>
          <p:cNvSpPr>
            <a:spLocks noGrp="1"/>
          </p:cNvSpPr>
          <p:nvPr>
            <p:ph type="body" sz="quarter" idx="33"/>
          </p:nvPr>
        </p:nvSpPr>
        <p:spPr>
          <a:xfrm>
            <a:off x="4583793" y="3508020"/>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9" name="Text Placeholder 10">
            <a:extLst>
              <a:ext uri="{FF2B5EF4-FFF2-40B4-BE49-F238E27FC236}">
                <a16:creationId xmlns:a16="http://schemas.microsoft.com/office/drawing/2014/main" id="{35D1C864-8D31-86D1-2D15-613BE88DB0BB}"/>
              </a:ext>
            </a:extLst>
          </p:cNvPr>
          <p:cNvSpPr>
            <a:spLocks noGrp="1"/>
          </p:cNvSpPr>
          <p:nvPr>
            <p:ph type="body" sz="quarter" idx="34"/>
          </p:nvPr>
        </p:nvSpPr>
        <p:spPr>
          <a:xfrm>
            <a:off x="4570887" y="4071900"/>
            <a:ext cx="2402400" cy="2402400"/>
          </a:xfrm>
        </p:spPr>
        <p:txBody>
          <a:bodyPr/>
          <a:lstStyle/>
          <a:p>
            <a:pPr lvl="0"/>
            <a:r>
              <a:rPr lang="en-US" dirty="0"/>
              <a:t>Click to edit Master text styles</a:t>
            </a:r>
          </a:p>
        </p:txBody>
      </p:sp>
      <p:sp>
        <p:nvSpPr>
          <p:cNvPr id="22" name="Chart Placeholder 22">
            <a:extLst>
              <a:ext uri="{FF2B5EF4-FFF2-40B4-BE49-F238E27FC236}">
                <a16:creationId xmlns:a16="http://schemas.microsoft.com/office/drawing/2014/main" id="{74A7B171-C193-9C15-A2E9-A5597B99BA7F}"/>
              </a:ext>
            </a:extLst>
          </p:cNvPr>
          <p:cNvSpPr>
            <a:spLocks noGrp="1"/>
          </p:cNvSpPr>
          <p:nvPr>
            <p:ph type="chart" sz="quarter" idx="35"/>
          </p:nvPr>
        </p:nvSpPr>
        <p:spPr>
          <a:xfrm>
            <a:off x="1386537" y="1717377"/>
            <a:ext cx="2037784" cy="1684283"/>
          </a:xfrm>
        </p:spPr>
        <p:txBody>
          <a:bodyPr/>
          <a:lstStyle/>
          <a:p>
            <a:endParaRPr lang="en-US" dirty="0"/>
          </a:p>
        </p:txBody>
      </p:sp>
    </p:spTree>
    <p:extLst>
      <p:ext uri="{BB962C8B-B14F-4D97-AF65-F5344CB8AC3E}">
        <p14:creationId xmlns:p14="http://schemas.microsoft.com/office/powerpoint/2010/main" val="840556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BFA7-001F-A678-E19D-8D2823729D5C}"/>
              </a:ext>
            </a:extLst>
          </p:cNvPr>
          <p:cNvSpPr>
            <a:spLocks noGrp="1"/>
          </p:cNvSpPr>
          <p:nvPr>
            <p:ph type="title"/>
          </p:nvPr>
        </p:nvSpPr>
        <p:spPr>
          <a:xfrm>
            <a:off x="599017" y="619624"/>
            <a:ext cx="10369550" cy="960000"/>
          </a:xfrm>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90395076-1138-E897-31D7-4D82C172255B}"/>
              </a:ext>
            </a:extLst>
          </p:cNvPr>
          <p:cNvSpPr>
            <a:spLocks noGrp="1"/>
          </p:cNvSpPr>
          <p:nvPr>
            <p:ph type="ftr" sz="quarter" idx="10"/>
          </p:nvPr>
        </p:nvSpPr>
        <p:spPr/>
        <p:txBody>
          <a:bodyPr/>
          <a:lstStyle/>
          <a:p>
            <a:r>
              <a:rPr lang="en-ID"/>
              <a:t>PUNCA BRAND STRATEGY</a:t>
            </a:r>
            <a:endParaRPr lang="en-ID" dirty="0"/>
          </a:p>
        </p:txBody>
      </p:sp>
      <p:sp>
        <p:nvSpPr>
          <p:cNvPr id="4" name="Slide Number Placeholder 3">
            <a:extLst>
              <a:ext uri="{FF2B5EF4-FFF2-40B4-BE49-F238E27FC236}">
                <a16:creationId xmlns:a16="http://schemas.microsoft.com/office/drawing/2014/main" id="{EF60B50C-90EF-E120-9AA5-A1857D9D89CA}"/>
              </a:ext>
            </a:extLst>
          </p:cNvPr>
          <p:cNvSpPr>
            <a:spLocks noGrp="1"/>
          </p:cNvSpPr>
          <p:nvPr>
            <p:ph type="sldNum" sz="quarter" idx="11"/>
          </p:nvPr>
        </p:nvSpPr>
        <p:spPr/>
        <p:txBody>
          <a:bodyPr/>
          <a:lstStyle/>
          <a:p>
            <a:fld id="{CF6F24BE-8BEB-403A-BDCC-38E201D0662D}" type="slidenum">
              <a:rPr lang="en-ID" smtClean="0"/>
              <a:pPr/>
              <a:t>‹N›</a:t>
            </a:fld>
            <a:endParaRPr lang="en-ID" dirty="0"/>
          </a:p>
        </p:txBody>
      </p:sp>
      <p:sp>
        <p:nvSpPr>
          <p:cNvPr id="6" name="Table Placeholder 5">
            <a:extLst>
              <a:ext uri="{FF2B5EF4-FFF2-40B4-BE49-F238E27FC236}">
                <a16:creationId xmlns:a16="http://schemas.microsoft.com/office/drawing/2014/main" id="{850E3DC5-CC2E-0762-D65B-58E1F832F268}"/>
              </a:ext>
            </a:extLst>
          </p:cNvPr>
          <p:cNvSpPr>
            <a:spLocks noGrp="1"/>
          </p:cNvSpPr>
          <p:nvPr>
            <p:ph type="tbl" sz="quarter" idx="12"/>
          </p:nvPr>
        </p:nvSpPr>
        <p:spPr>
          <a:xfrm>
            <a:off x="1184082" y="2314299"/>
            <a:ext cx="9199418" cy="3874051"/>
          </a:xfrm>
        </p:spPr>
        <p:txBody>
          <a:bodyPr/>
          <a:lstStyle/>
          <a:p>
            <a:endParaRPr lang="en-UZ"/>
          </a:p>
        </p:txBody>
      </p:sp>
      <p:sp>
        <p:nvSpPr>
          <p:cNvPr id="8" name="Text Placeholder 7">
            <a:extLst>
              <a:ext uri="{FF2B5EF4-FFF2-40B4-BE49-F238E27FC236}">
                <a16:creationId xmlns:a16="http://schemas.microsoft.com/office/drawing/2014/main" id="{09668BFF-4227-7693-3ECD-1D04DE721F65}"/>
              </a:ext>
            </a:extLst>
          </p:cNvPr>
          <p:cNvSpPr>
            <a:spLocks noGrp="1"/>
          </p:cNvSpPr>
          <p:nvPr>
            <p:ph type="body" sz="quarter" idx="13"/>
          </p:nvPr>
        </p:nvSpPr>
        <p:spPr>
          <a:xfrm>
            <a:off x="1194859" y="1804459"/>
            <a:ext cx="9179983" cy="389467"/>
          </a:xfrm>
        </p:spPr>
        <p:txBody>
          <a:bodyPr anchor="b"/>
          <a:lstStyle/>
          <a:p>
            <a:pPr lvl="0"/>
            <a:r>
              <a:rPr lang="en-US" dirty="0"/>
              <a:t>Click to edit Master text styles</a:t>
            </a:r>
          </a:p>
        </p:txBody>
      </p:sp>
    </p:spTree>
    <p:extLst>
      <p:ext uri="{BB962C8B-B14F-4D97-AF65-F5344CB8AC3E}">
        <p14:creationId xmlns:p14="http://schemas.microsoft.com/office/powerpoint/2010/main" val="18211206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BFA7-001F-A678-E19D-8D2823729D5C}"/>
              </a:ext>
            </a:extLst>
          </p:cNvPr>
          <p:cNvSpPr>
            <a:spLocks noGrp="1"/>
          </p:cNvSpPr>
          <p:nvPr>
            <p:ph type="title"/>
          </p:nvPr>
        </p:nvSpPr>
        <p:spPr>
          <a:xfrm>
            <a:off x="599017" y="619624"/>
            <a:ext cx="10369550" cy="960000"/>
          </a:xfrm>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90395076-1138-E897-31D7-4D82C172255B}"/>
              </a:ext>
            </a:extLst>
          </p:cNvPr>
          <p:cNvSpPr>
            <a:spLocks noGrp="1"/>
          </p:cNvSpPr>
          <p:nvPr>
            <p:ph type="ftr" sz="quarter" idx="10"/>
          </p:nvPr>
        </p:nvSpPr>
        <p:spPr/>
        <p:txBody>
          <a:bodyPr/>
          <a:lstStyle/>
          <a:p>
            <a:r>
              <a:rPr lang="en-ID"/>
              <a:t>PUNCA BRAND STRATEGY</a:t>
            </a:r>
            <a:endParaRPr lang="en-ID" dirty="0"/>
          </a:p>
        </p:txBody>
      </p:sp>
      <p:sp>
        <p:nvSpPr>
          <p:cNvPr id="4" name="Slide Number Placeholder 3">
            <a:extLst>
              <a:ext uri="{FF2B5EF4-FFF2-40B4-BE49-F238E27FC236}">
                <a16:creationId xmlns:a16="http://schemas.microsoft.com/office/drawing/2014/main" id="{EF60B50C-90EF-E120-9AA5-A1857D9D89CA}"/>
              </a:ext>
            </a:extLst>
          </p:cNvPr>
          <p:cNvSpPr>
            <a:spLocks noGrp="1"/>
          </p:cNvSpPr>
          <p:nvPr>
            <p:ph type="sldNum" sz="quarter" idx="11"/>
          </p:nvPr>
        </p:nvSpPr>
        <p:spPr/>
        <p:txBody>
          <a:bodyPr/>
          <a:lstStyle/>
          <a:p>
            <a:fld id="{CF6F24BE-8BEB-403A-BDCC-38E201D0662D}" type="slidenum">
              <a:rPr lang="en-ID" smtClean="0"/>
              <a:pPr/>
              <a:t>‹N›</a:t>
            </a:fld>
            <a:endParaRPr lang="en-ID" dirty="0"/>
          </a:p>
        </p:txBody>
      </p:sp>
    </p:spTree>
    <p:extLst>
      <p:ext uri="{BB962C8B-B14F-4D97-AF65-F5344CB8AC3E}">
        <p14:creationId xmlns:p14="http://schemas.microsoft.com/office/powerpoint/2010/main" val="32757676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0395076-1138-E897-31D7-4D82C172255B}"/>
              </a:ext>
            </a:extLst>
          </p:cNvPr>
          <p:cNvSpPr>
            <a:spLocks noGrp="1"/>
          </p:cNvSpPr>
          <p:nvPr>
            <p:ph type="ftr" sz="quarter" idx="10"/>
          </p:nvPr>
        </p:nvSpPr>
        <p:spPr/>
        <p:txBody>
          <a:bodyPr/>
          <a:lstStyle/>
          <a:p>
            <a:r>
              <a:rPr lang="en-ID"/>
              <a:t>PUNCA BRAND STRATEGY</a:t>
            </a:r>
            <a:endParaRPr lang="en-ID" dirty="0"/>
          </a:p>
        </p:txBody>
      </p:sp>
      <p:sp>
        <p:nvSpPr>
          <p:cNvPr id="4" name="Slide Number Placeholder 3">
            <a:extLst>
              <a:ext uri="{FF2B5EF4-FFF2-40B4-BE49-F238E27FC236}">
                <a16:creationId xmlns:a16="http://schemas.microsoft.com/office/drawing/2014/main" id="{EF60B50C-90EF-E120-9AA5-A1857D9D89CA}"/>
              </a:ext>
            </a:extLst>
          </p:cNvPr>
          <p:cNvSpPr>
            <a:spLocks noGrp="1"/>
          </p:cNvSpPr>
          <p:nvPr>
            <p:ph type="sldNum" sz="quarter" idx="11"/>
          </p:nvPr>
        </p:nvSpPr>
        <p:spPr/>
        <p:txBody>
          <a:bodyPr/>
          <a:lstStyle/>
          <a:p>
            <a:fld id="{CF6F24BE-8BEB-403A-BDCC-38E201D0662D}" type="slidenum">
              <a:rPr lang="en-ID" smtClean="0"/>
              <a:pPr/>
              <a:t>‹N›</a:t>
            </a:fld>
            <a:endParaRPr lang="en-ID" dirty="0"/>
          </a:p>
        </p:txBody>
      </p:sp>
    </p:spTree>
    <p:extLst>
      <p:ext uri="{BB962C8B-B14F-4D97-AF65-F5344CB8AC3E}">
        <p14:creationId xmlns:p14="http://schemas.microsoft.com/office/powerpoint/2010/main" val="11982242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99017" y="2351157"/>
            <a:ext cx="8960219" cy="3862074"/>
          </a:xfrm>
        </p:spPr>
        <p:txBody>
          <a:bodyPr anchor="t">
            <a:normAutofit/>
          </a:bodyPr>
          <a:lstStyle>
            <a:lvl1pPr algn="l">
              <a:defRPr sz="7667"/>
            </a:lvl1pPr>
          </a:lstStyle>
          <a:p>
            <a:r>
              <a:rPr lang="en-US" dirty="0"/>
              <a:t>Click to edit Master title style</a:t>
            </a:r>
          </a:p>
        </p:txBody>
      </p:sp>
      <p:sp>
        <p:nvSpPr>
          <p:cNvPr id="5" name="Footer Placeholder 4"/>
          <p:cNvSpPr>
            <a:spLocks noGrp="1"/>
          </p:cNvSpPr>
          <p:nvPr>
            <p:ph type="ftr" sz="quarter" idx="11"/>
          </p:nvPr>
        </p:nvSpPr>
        <p:spPr>
          <a:xfrm rot="16200000">
            <a:off x="9829799" y="3246438"/>
            <a:ext cx="4114800" cy="365125"/>
          </a:xfrm>
        </p:spPr>
        <p:txBody>
          <a:bodyPr/>
          <a:lstStyle>
            <a:lvl1pPr algn="ctr">
              <a:defRPr/>
            </a:lvl1pPr>
          </a:lstStyle>
          <a:p>
            <a:r>
              <a:rPr lang="en-ID" dirty="0"/>
              <a:t>PRESENTATION TITLE</a:t>
            </a:r>
          </a:p>
        </p:txBody>
      </p:sp>
      <p:sp>
        <p:nvSpPr>
          <p:cNvPr id="8" name="Text Placeholder 7">
            <a:extLst>
              <a:ext uri="{FF2B5EF4-FFF2-40B4-BE49-F238E27FC236}">
                <a16:creationId xmlns:a16="http://schemas.microsoft.com/office/drawing/2014/main" id="{535AAFEA-9797-719F-034E-1443278D0DB8}"/>
              </a:ext>
            </a:extLst>
          </p:cNvPr>
          <p:cNvSpPr>
            <a:spLocks noGrp="1"/>
          </p:cNvSpPr>
          <p:nvPr>
            <p:ph type="body" sz="quarter" idx="12"/>
          </p:nvPr>
        </p:nvSpPr>
        <p:spPr>
          <a:xfrm>
            <a:off x="5783792" y="1058042"/>
            <a:ext cx="5184775" cy="1197591"/>
          </a:xfrm>
        </p:spPr>
        <p:txBody>
          <a:bodyPr anchor="ctr"/>
          <a:lstStyle/>
          <a:p>
            <a:pPr lvl="0"/>
            <a:r>
              <a:rPr lang="en-US" dirty="0"/>
              <a:t>Click to edit Master text styles</a:t>
            </a:r>
          </a:p>
        </p:txBody>
      </p:sp>
      <p:sp>
        <p:nvSpPr>
          <p:cNvPr id="4" name="Text Placeholder 3">
            <a:extLst>
              <a:ext uri="{FF2B5EF4-FFF2-40B4-BE49-F238E27FC236}">
                <a16:creationId xmlns:a16="http://schemas.microsoft.com/office/drawing/2014/main" id="{72055F0A-AE99-D4F7-F93F-7BBD8D0FB674}"/>
              </a:ext>
            </a:extLst>
          </p:cNvPr>
          <p:cNvSpPr>
            <a:spLocks noGrp="1"/>
          </p:cNvSpPr>
          <p:nvPr>
            <p:ph type="body" sz="quarter" idx="13"/>
          </p:nvPr>
        </p:nvSpPr>
        <p:spPr>
          <a:xfrm>
            <a:off x="5783792" y="644525"/>
            <a:ext cx="5184775" cy="363008"/>
          </a:xfrm>
        </p:spPr>
        <p:txBody>
          <a:bodyPr anchor="b"/>
          <a:lstStyle/>
          <a:p>
            <a:pPr lvl="0"/>
            <a:r>
              <a:rPr lang="en-US" dirty="0"/>
              <a:t>Click to edit Master text styles</a:t>
            </a:r>
          </a:p>
        </p:txBody>
      </p:sp>
    </p:spTree>
    <p:extLst>
      <p:ext uri="{BB962C8B-B14F-4D97-AF65-F5344CB8AC3E}">
        <p14:creationId xmlns:p14="http://schemas.microsoft.com/office/powerpoint/2010/main" val="7280096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0"/>
            <a:ext cx="1066667" cy="400000"/>
          </a:xfrm>
          <a:prstGeom prst="rect">
            <a:avLst/>
          </a:prstGeom>
          <a:extLst>
            <a:ext uri="{C572A759-6A51-4108-AA02-DFA0A04FC94B}">
              <ma14:wrappingTextBoxFlag xmlns:ma14="http://schemas.microsoft.com/office/mac/drawingml/2011/main" xmlns="" val="0"/>
            </a:ext>
          </a:extLst>
        </p:spPr>
        <p:txBody>
          <a:bodyPr/>
          <a:lstStyle>
            <a:lvl1pPr/>
          </a:lstStyle>
          <a:p>
            <a:pPr algn="l"/>
            <a:fld id="{F7021451-1387-4CA6-816F-3879F97B5CBC}" type="slidenum">
              <a:rPr lang="en-US" b="0"/>
              <a:t>‹N›</a:t>
            </a:fld>
            <a:endParaRPr lang="en-US"/>
          </a:p>
        </p:txBody>
      </p:sp>
    </p:spTree>
    <p:extLst>
      <p:ext uri="{BB962C8B-B14F-4D97-AF65-F5344CB8AC3E}">
        <p14:creationId xmlns:p14="http://schemas.microsoft.com/office/powerpoint/2010/main" val="470743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image" Target="../media/image3.png"/><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CD3B760-DED4-4157-BBB8-83F0E672D44A}" type="datetime1">
              <a:rPr lang="it-IT" smtClean="0"/>
              <a:t>04/12/2024</a:t>
            </a:fld>
            <a:endParaRPr lang="it-IT"/>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A03E66D-A13A-4C27-A19D-D7B0DBB2617F}" type="slidenum">
              <a:rPr lang="it-IT" smtClean="0"/>
              <a:t>‹N›</a:t>
            </a:fld>
            <a:endParaRPr lang="it-IT"/>
          </a:p>
        </p:txBody>
      </p:sp>
    </p:spTree>
    <p:extLst>
      <p:ext uri="{BB962C8B-B14F-4D97-AF65-F5344CB8AC3E}">
        <p14:creationId xmlns:p14="http://schemas.microsoft.com/office/powerpoint/2010/main" val="178017254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1A7B8A4-ABCC-D9A5-163D-95AADEB96E20}"/>
              </a:ext>
            </a:extLst>
          </p:cNvPr>
          <p:cNvSpPr/>
          <p:nvPr userDrawn="1"/>
        </p:nvSpPr>
        <p:spPr>
          <a:xfrm>
            <a:off x="11582400" y="0"/>
            <a:ext cx="609600" cy="6858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2" name="Title Placeholder 1"/>
          <p:cNvSpPr>
            <a:spLocks noGrp="1"/>
          </p:cNvSpPr>
          <p:nvPr>
            <p:ph type="title"/>
          </p:nvPr>
        </p:nvSpPr>
        <p:spPr>
          <a:xfrm>
            <a:off x="599017" y="619624"/>
            <a:ext cx="10369550" cy="960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599017" y="1955207"/>
            <a:ext cx="10369550" cy="42831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rot="16200000">
            <a:off x="9829799" y="2011362"/>
            <a:ext cx="4114800" cy="365125"/>
          </a:xfrm>
          <a:prstGeom prst="rect">
            <a:avLst/>
          </a:prstGeom>
        </p:spPr>
        <p:txBody>
          <a:bodyPr vert="horz" lIns="91440" tIns="45720" rIns="91440" bIns="45720" rtlCol="0" anchor="ctr"/>
          <a:lstStyle>
            <a:lvl1pPr algn="r">
              <a:defRPr sz="1400" b="1">
                <a:solidFill>
                  <a:schemeClr val="bg1"/>
                </a:solidFill>
              </a:defRPr>
            </a:lvl1pPr>
          </a:lstStyle>
          <a:p>
            <a:r>
              <a:rPr lang="en-ID" dirty="0"/>
              <a:t>	PRESENTATION TITLE</a:t>
            </a:r>
          </a:p>
        </p:txBody>
      </p:sp>
      <p:sp>
        <p:nvSpPr>
          <p:cNvPr id="6" name="Slide Number Placeholder 5"/>
          <p:cNvSpPr>
            <a:spLocks noGrp="1"/>
          </p:cNvSpPr>
          <p:nvPr>
            <p:ph type="sldNum" sz="quarter" idx="4"/>
          </p:nvPr>
        </p:nvSpPr>
        <p:spPr>
          <a:xfrm>
            <a:off x="11584627" y="6367046"/>
            <a:ext cx="609600" cy="365125"/>
          </a:xfrm>
          <a:prstGeom prst="rect">
            <a:avLst/>
          </a:prstGeom>
        </p:spPr>
        <p:txBody>
          <a:bodyPr vert="horz" lIns="91440" tIns="45720" rIns="91440" bIns="45720" rtlCol="0" anchor="ctr"/>
          <a:lstStyle>
            <a:lvl1pPr algn="ctr">
              <a:defRPr sz="1210" b="1">
                <a:solidFill>
                  <a:schemeClr val="bg1"/>
                </a:solidFill>
              </a:defRPr>
            </a:lvl1pPr>
          </a:lstStyle>
          <a:p>
            <a:fld id="{CF6F24BE-8BEB-403A-BDCC-38E201D0662D}" type="slidenum">
              <a:rPr lang="en-ID" smtClean="0"/>
              <a:pPr/>
              <a:t>‹N›</a:t>
            </a:fld>
            <a:endParaRPr lang="en-ID" dirty="0"/>
          </a:p>
        </p:txBody>
      </p:sp>
      <p:pic>
        <p:nvPicPr>
          <p:cNvPr id="4" name="Picture 3">
            <a:extLst>
              <a:ext uri="{FF2B5EF4-FFF2-40B4-BE49-F238E27FC236}">
                <a16:creationId xmlns:a16="http://schemas.microsoft.com/office/drawing/2014/main" id="{257E6FE7-6280-BA17-02E4-3F9F05F828A1}"/>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8939212" y="6418052"/>
            <a:ext cx="2543175" cy="457200"/>
          </a:xfrm>
          <a:prstGeom prst="rect">
            <a:avLst/>
          </a:prstGeom>
        </p:spPr>
      </p:pic>
    </p:spTree>
    <p:extLst>
      <p:ext uri="{BB962C8B-B14F-4D97-AF65-F5344CB8AC3E}">
        <p14:creationId xmlns:p14="http://schemas.microsoft.com/office/powerpoint/2010/main" val="3546714240"/>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Lst>
  <p:hf hdr="0" dt="0"/>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23" rtl="0" eaLnBrk="1" latinLnBrk="0" hangingPunct="1">
        <a:lnSpc>
          <a:spcPct val="130000"/>
        </a:lnSpc>
        <a:spcBef>
          <a:spcPts val="1000"/>
        </a:spcBef>
        <a:buFont typeface="Arial" panose="020B0604020202020204" pitchFamily="34" charset="0"/>
        <a:buNone/>
        <a:defRPr sz="1200" kern="1200">
          <a:solidFill>
            <a:schemeClr val="tx1">
              <a:lumMod val="85000"/>
              <a:lumOff val="15000"/>
            </a:schemeClr>
          </a:solidFill>
          <a:latin typeface="+mn-lt"/>
          <a:ea typeface="+mn-ea"/>
          <a:cs typeface="+mn-cs"/>
        </a:defRPr>
      </a:lvl1pPr>
      <a:lvl2pPr marL="457212" indent="0" algn="l" defTabSz="914423" rtl="0" eaLnBrk="1" latinLnBrk="0" hangingPunct="1">
        <a:lnSpc>
          <a:spcPct val="130000"/>
        </a:lnSpc>
        <a:spcBef>
          <a:spcPts val="501"/>
        </a:spcBef>
        <a:buFont typeface="Arial" panose="020B0604020202020204" pitchFamily="34" charset="0"/>
        <a:buNone/>
        <a:defRPr sz="933" kern="1200">
          <a:solidFill>
            <a:schemeClr val="tx1">
              <a:lumMod val="85000"/>
              <a:lumOff val="15000"/>
            </a:schemeClr>
          </a:solidFill>
          <a:latin typeface="+mn-lt"/>
          <a:ea typeface="+mn-ea"/>
          <a:cs typeface="+mn-cs"/>
        </a:defRPr>
      </a:lvl2pPr>
      <a:lvl3pPr marL="914423" indent="0" algn="l" defTabSz="914423" rtl="0" eaLnBrk="1" latinLnBrk="0" hangingPunct="1">
        <a:lnSpc>
          <a:spcPct val="130000"/>
        </a:lnSpc>
        <a:spcBef>
          <a:spcPts val="501"/>
        </a:spcBef>
        <a:buFont typeface="Arial" panose="020B0604020202020204" pitchFamily="34" charset="0"/>
        <a:buNone/>
        <a:defRPr sz="800" kern="1200">
          <a:solidFill>
            <a:schemeClr val="tx1">
              <a:lumMod val="85000"/>
              <a:lumOff val="15000"/>
            </a:schemeClr>
          </a:solidFill>
          <a:latin typeface="+mn-lt"/>
          <a:ea typeface="+mn-ea"/>
          <a:cs typeface="+mn-cs"/>
        </a:defRPr>
      </a:lvl3pPr>
      <a:lvl4pPr marL="1371635" indent="0" algn="l" defTabSz="914423" rtl="0" eaLnBrk="1" latinLnBrk="0" hangingPunct="1">
        <a:lnSpc>
          <a:spcPct val="130000"/>
        </a:lnSpc>
        <a:spcBef>
          <a:spcPts val="501"/>
        </a:spcBef>
        <a:buFont typeface="Arial" panose="020B0604020202020204" pitchFamily="34" charset="0"/>
        <a:buNone/>
        <a:defRPr sz="733" kern="1200">
          <a:solidFill>
            <a:schemeClr val="tx1">
              <a:lumMod val="85000"/>
              <a:lumOff val="15000"/>
            </a:schemeClr>
          </a:solidFill>
          <a:latin typeface="+mn-lt"/>
          <a:ea typeface="+mn-ea"/>
          <a:cs typeface="+mn-cs"/>
        </a:defRPr>
      </a:lvl4pPr>
      <a:lvl5pPr marL="1828845" indent="0" algn="l" defTabSz="914423" rtl="0" eaLnBrk="1" latinLnBrk="0" hangingPunct="1">
        <a:lnSpc>
          <a:spcPct val="130000"/>
        </a:lnSpc>
        <a:spcBef>
          <a:spcPts val="501"/>
        </a:spcBef>
        <a:buFont typeface="Arial" panose="020B0604020202020204" pitchFamily="34" charset="0"/>
        <a:buNone/>
        <a:defRPr sz="733" kern="1200">
          <a:solidFill>
            <a:schemeClr val="tx1">
              <a:lumMod val="85000"/>
              <a:lumOff val="15000"/>
            </a:schemeClr>
          </a:solidFill>
          <a:latin typeface="+mn-lt"/>
          <a:ea typeface="+mn-ea"/>
          <a:cs typeface="+mn-cs"/>
        </a:defRPr>
      </a:lvl5pPr>
      <a:lvl6pPr marL="2514663" indent="-228605" algn="l" defTabSz="914423" rtl="0" eaLnBrk="1" latinLnBrk="0" hangingPunct="1">
        <a:lnSpc>
          <a:spcPct val="90000"/>
        </a:lnSpc>
        <a:spcBef>
          <a:spcPts val="501"/>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1"/>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1"/>
        </a:spcBef>
        <a:buFont typeface="Arial" panose="020B0604020202020204" pitchFamily="34" charset="0"/>
        <a:buChar char="•"/>
        <a:defRPr sz="1800" kern="1200">
          <a:solidFill>
            <a:schemeClr val="tx1"/>
          </a:solidFill>
          <a:latin typeface="+mn-lt"/>
          <a:ea typeface="+mn-ea"/>
          <a:cs typeface="+mn-cs"/>
        </a:defRPr>
      </a:lvl8pPr>
      <a:lvl9pPr marL="3886297" indent="-228605" algn="l" defTabSz="914423" rtl="0" eaLnBrk="1" latinLnBrk="0" hangingPunct="1">
        <a:lnSpc>
          <a:spcPct val="90000"/>
        </a:lnSpc>
        <a:spcBef>
          <a:spcPts val="501"/>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465">
          <p15:clr>
            <a:srgbClr val="F26B43"/>
          </p15:clr>
        </p15:guide>
        <p15:guide id="2" orient="horz" pos="3240">
          <p15:clr>
            <a:srgbClr val="F26B43"/>
          </p15:clr>
        </p15:guide>
        <p15:guide id="3" pos="10364">
          <p15:clr>
            <a:srgbClr val="F26B43"/>
          </p15:clr>
        </p15:guide>
        <p15:guide id="4" pos="56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4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264696" y="617037"/>
            <a:ext cx="11927304" cy="2387600"/>
          </a:xfrm>
        </p:spPr>
        <p:txBody>
          <a:bodyPr>
            <a:normAutofit/>
          </a:bodyPr>
          <a:lstStyle/>
          <a:p>
            <a:pPr algn="ctr"/>
            <a:r>
              <a:rPr lang="en-US" sz="6000" b="1" dirty="0"/>
              <a:t>Fondazione ITS </a:t>
            </a:r>
            <a:br>
              <a:rPr lang="en-US" sz="6000" b="1" dirty="0"/>
            </a:br>
            <a:br>
              <a:rPr lang="en-US" sz="1300" b="1" dirty="0"/>
            </a:br>
            <a:r>
              <a:rPr lang="en-US" sz="3200" b="1" dirty="0"/>
              <a:t>Information &amp; Communications Technology Academy</a:t>
            </a:r>
            <a:endParaRPr lang="it-IT" sz="3200" b="1" dirty="0"/>
          </a:p>
        </p:txBody>
      </p:sp>
      <p:sp>
        <p:nvSpPr>
          <p:cNvPr id="3" name="Sottotitolo 2"/>
          <p:cNvSpPr>
            <a:spLocks noGrp="1"/>
          </p:cNvSpPr>
          <p:nvPr>
            <p:ph type="subTitle" idx="1"/>
          </p:nvPr>
        </p:nvSpPr>
        <p:spPr>
          <a:xfrm>
            <a:off x="614855" y="3602038"/>
            <a:ext cx="11256579" cy="1655762"/>
          </a:xfrm>
        </p:spPr>
        <p:txBody>
          <a:bodyPr>
            <a:noAutofit/>
          </a:bodyPr>
          <a:lstStyle/>
          <a:p>
            <a:pPr algn="ctr"/>
            <a:r>
              <a:rPr lang="it-IT" sz="3200" b="1" dirty="0">
                <a:solidFill>
                  <a:srgbClr val="FFC000"/>
                </a:solidFill>
              </a:rPr>
              <a:t>La sicurezza informatica</a:t>
            </a:r>
            <a:endParaRPr lang="it-IT" sz="3200" b="1" u="sng" dirty="0">
              <a:solidFill>
                <a:schemeClr val="tx1">
                  <a:lumMod val="95000"/>
                </a:schemeClr>
              </a:solidFill>
            </a:endParaRPr>
          </a:p>
        </p:txBody>
      </p:sp>
    </p:spTree>
    <p:extLst>
      <p:ext uri="{BB962C8B-B14F-4D97-AF65-F5344CB8AC3E}">
        <p14:creationId xmlns:p14="http://schemas.microsoft.com/office/powerpoint/2010/main" val="1023261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88814" y="1962807"/>
            <a:ext cx="8982710" cy="2811667"/>
          </a:xfrm>
          <a:prstGeom prst="rect">
            <a:avLst/>
          </a:prstGeom>
        </p:spPr>
        <p:txBody>
          <a:bodyPr vert="horz" wrap="square" lIns="0" tIns="79375" rIns="0" bIns="0" rtlCol="0">
            <a:spAutoFit/>
          </a:bodyPr>
          <a:lstStyle/>
          <a:p>
            <a:pPr marL="292100" marR="5080" indent="-280035" algn="ctr">
              <a:lnSpc>
                <a:spcPts val="7100"/>
              </a:lnSpc>
              <a:spcBef>
                <a:spcPts val="625"/>
              </a:spcBef>
            </a:pPr>
            <a:r>
              <a:rPr sz="6250" i="1" spc="-690" dirty="0">
                <a:solidFill>
                  <a:srgbClr val="FFC000"/>
                </a:solidFill>
                <a:latin typeface="Arial"/>
                <a:cs typeface="Arial"/>
              </a:rPr>
              <a:t>CONCETTI</a:t>
            </a:r>
            <a:r>
              <a:rPr sz="6250" i="1" spc="10" dirty="0">
                <a:solidFill>
                  <a:srgbClr val="FFC000"/>
                </a:solidFill>
                <a:latin typeface="Arial"/>
                <a:cs typeface="Arial"/>
              </a:rPr>
              <a:t> </a:t>
            </a:r>
            <a:r>
              <a:rPr sz="6250" i="1" spc="-800" dirty="0">
                <a:solidFill>
                  <a:srgbClr val="FFC000"/>
                </a:solidFill>
                <a:latin typeface="Arial"/>
                <a:cs typeface="Arial"/>
              </a:rPr>
              <a:t>GENERALI</a:t>
            </a:r>
            <a:r>
              <a:rPr sz="6250" i="1" spc="5" dirty="0">
                <a:solidFill>
                  <a:srgbClr val="FFC000"/>
                </a:solidFill>
                <a:latin typeface="Arial"/>
                <a:cs typeface="Arial"/>
              </a:rPr>
              <a:t> </a:t>
            </a:r>
            <a:r>
              <a:rPr sz="6250" i="1" spc="-755" dirty="0">
                <a:solidFill>
                  <a:srgbClr val="FFC000"/>
                </a:solidFill>
                <a:latin typeface="Arial"/>
                <a:cs typeface="Arial"/>
              </a:rPr>
              <a:t>SULLA  </a:t>
            </a:r>
            <a:r>
              <a:rPr sz="6250" i="1" spc="-725" dirty="0">
                <a:solidFill>
                  <a:srgbClr val="FFC000"/>
                </a:solidFill>
                <a:latin typeface="Arial"/>
                <a:cs typeface="Arial"/>
              </a:rPr>
              <a:t>SICUREZZ</a:t>
            </a:r>
            <a:r>
              <a:rPr sz="6250" i="1" spc="-765" dirty="0">
                <a:solidFill>
                  <a:srgbClr val="FFC000"/>
                </a:solidFill>
                <a:latin typeface="Arial"/>
                <a:cs typeface="Arial"/>
              </a:rPr>
              <a:t>A</a:t>
            </a:r>
            <a:r>
              <a:rPr sz="6250" i="1" spc="5" dirty="0">
                <a:solidFill>
                  <a:srgbClr val="FFC000"/>
                </a:solidFill>
                <a:latin typeface="Arial"/>
                <a:cs typeface="Arial"/>
              </a:rPr>
              <a:t> </a:t>
            </a:r>
            <a:r>
              <a:rPr sz="6250" i="1" spc="-620" dirty="0">
                <a:solidFill>
                  <a:srgbClr val="FFC000"/>
                </a:solidFill>
                <a:latin typeface="Arial"/>
                <a:cs typeface="Arial"/>
              </a:rPr>
              <a:t>INFORM</a:t>
            </a:r>
            <a:r>
              <a:rPr sz="6250" i="1" spc="-1535" dirty="0">
                <a:solidFill>
                  <a:srgbClr val="FFC000"/>
                </a:solidFill>
                <a:latin typeface="Arial"/>
                <a:cs typeface="Arial"/>
              </a:rPr>
              <a:t>A</a:t>
            </a:r>
            <a:r>
              <a:rPr sz="6250" i="1" spc="-525" dirty="0">
                <a:solidFill>
                  <a:srgbClr val="FFC000"/>
                </a:solidFill>
                <a:latin typeface="Arial"/>
                <a:cs typeface="Arial"/>
              </a:rPr>
              <a:t>TI</a:t>
            </a:r>
            <a:r>
              <a:rPr sz="6250" i="1" spc="-480" dirty="0">
                <a:solidFill>
                  <a:srgbClr val="FFC000"/>
                </a:solidFill>
                <a:latin typeface="Arial"/>
                <a:cs typeface="Arial"/>
              </a:rPr>
              <a:t>C</a:t>
            </a:r>
            <a:r>
              <a:rPr sz="6250" i="1" spc="-905" dirty="0">
                <a:solidFill>
                  <a:srgbClr val="FFC000"/>
                </a:solidFill>
                <a:latin typeface="Arial"/>
                <a:cs typeface="Arial"/>
              </a:rPr>
              <a:t>A</a:t>
            </a:r>
            <a:endParaRPr sz="6250" dirty="0">
              <a:solidFill>
                <a:srgbClr val="FFC000"/>
              </a:solidFill>
              <a:latin typeface="Arial"/>
              <a:cs typeface="Arial"/>
            </a:endParaRPr>
          </a:p>
        </p:txBody>
      </p:sp>
    </p:spTree>
    <p:extLst>
      <p:ext uri="{BB962C8B-B14F-4D97-AF65-F5344CB8AC3E}">
        <p14:creationId xmlns:p14="http://schemas.microsoft.com/office/powerpoint/2010/main" val="1351173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4525" y="-44878"/>
            <a:ext cx="4783336" cy="782322"/>
          </a:xfrm>
          <a:prstGeom prst="rect">
            <a:avLst/>
          </a:prstGeom>
        </p:spPr>
        <p:txBody>
          <a:bodyPr vert="horz" wrap="square" lIns="0" tIns="12756" rIns="0" bIns="0" rtlCol="0">
            <a:spAutoFit/>
          </a:bodyPr>
          <a:lstStyle/>
          <a:p>
            <a:pPr marL="10630">
              <a:lnSpc>
                <a:spcPct val="100000"/>
              </a:lnSpc>
              <a:spcBef>
                <a:spcPts val="100"/>
              </a:spcBef>
            </a:pPr>
            <a:r>
              <a:rPr sz="5000" spc="-63" dirty="0">
                <a:solidFill>
                  <a:srgbClr val="FFC000"/>
                </a:solidFill>
              </a:rPr>
              <a:t>Concetti</a:t>
            </a:r>
            <a:r>
              <a:rPr sz="5000" spc="-29" dirty="0">
                <a:solidFill>
                  <a:srgbClr val="FFC000"/>
                </a:solidFill>
              </a:rPr>
              <a:t> </a:t>
            </a:r>
            <a:r>
              <a:rPr sz="5000" spc="-121" dirty="0">
                <a:solidFill>
                  <a:srgbClr val="FFC000"/>
                </a:solidFill>
              </a:rPr>
              <a:t>di</a:t>
            </a:r>
            <a:r>
              <a:rPr sz="5000" spc="-29" dirty="0">
                <a:solidFill>
                  <a:srgbClr val="FFC000"/>
                </a:solidFill>
              </a:rPr>
              <a:t> </a:t>
            </a:r>
            <a:r>
              <a:rPr sz="5000" spc="-469" dirty="0">
                <a:solidFill>
                  <a:srgbClr val="FFC000"/>
                </a:solidFill>
              </a:rPr>
              <a:t>base</a:t>
            </a:r>
            <a:endParaRPr sz="5000" dirty="0">
              <a:solidFill>
                <a:srgbClr val="FFC000"/>
              </a:solidFill>
            </a:endParaRPr>
          </a:p>
        </p:txBody>
      </p:sp>
      <p:sp>
        <p:nvSpPr>
          <p:cNvPr id="3" name="object 3"/>
          <p:cNvSpPr txBox="1"/>
          <p:nvPr/>
        </p:nvSpPr>
        <p:spPr>
          <a:xfrm>
            <a:off x="740979" y="974901"/>
            <a:ext cx="10862442" cy="5576681"/>
          </a:xfrm>
          <a:prstGeom prst="rect">
            <a:avLst/>
          </a:prstGeom>
        </p:spPr>
        <p:txBody>
          <a:bodyPr vert="horz" wrap="square" lIns="0" tIns="10630" rIns="0" bIns="0" rtlCol="0">
            <a:spAutoFit/>
          </a:bodyPr>
          <a:lstStyle/>
          <a:p>
            <a:pPr marL="10630" marR="4252" algn="just">
              <a:lnSpc>
                <a:spcPct val="120000"/>
              </a:lnSpc>
              <a:spcBef>
                <a:spcPts val="600"/>
              </a:spcBef>
            </a:pPr>
            <a:r>
              <a:rPr sz="3000" kern="0" dirty="0">
                <a:latin typeface="Arial" panose="020B0604020202020204" pitchFamily="34" charset="0"/>
                <a:cs typeface="Arial" panose="020B0604020202020204" pitchFamily="34" charset="0"/>
              </a:rPr>
              <a:t>La sicurezza delle informazioni è un’esigenza che ha  accompagnato la storia dell’uomo fin dalle antiche civiltà.</a:t>
            </a:r>
          </a:p>
          <a:p>
            <a:pPr marL="10630" marR="9035" algn="just">
              <a:lnSpc>
                <a:spcPct val="120000"/>
              </a:lnSpc>
              <a:spcBef>
                <a:spcPts val="600"/>
              </a:spcBef>
            </a:pPr>
            <a:r>
              <a:rPr sz="3000" kern="0" dirty="0">
                <a:latin typeface="Arial" panose="020B0604020202020204" pitchFamily="34" charset="0"/>
                <a:cs typeface="Arial" panose="020B0604020202020204" pitchFamily="34" charset="0"/>
              </a:rPr>
              <a:t>Oggi ci preoccupiamo di mantenere riservate le informazioni personali,  militari e d’affari. Nel V secolo a.C. gli spartani inviavano gli ordini ai capi  militari tramite messaggi scritti su una striscia di cuoio che, avvolta su  un bastone (lo scitale) di un diametro ben preciso, permetteva di  leggere il testo in chiaro lungo il bastone. Giulio Cesare cifrava i  messaggi sostituendo ogni lettera con quella che nell’alfabeto segue di  qualche posizione.</a:t>
            </a:r>
          </a:p>
        </p:txBody>
      </p:sp>
    </p:spTree>
    <p:extLst>
      <p:ext uri="{BB962C8B-B14F-4D97-AF65-F5344CB8AC3E}">
        <p14:creationId xmlns:p14="http://schemas.microsoft.com/office/powerpoint/2010/main" val="3939636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4525" y="-44878"/>
            <a:ext cx="4783336" cy="782322"/>
          </a:xfrm>
          <a:prstGeom prst="rect">
            <a:avLst/>
          </a:prstGeom>
        </p:spPr>
        <p:txBody>
          <a:bodyPr vert="horz" wrap="square" lIns="0" tIns="12756" rIns="0" bIns="0" rtlCol="0">
            <a:spAutoFit/>
          </a:bodyPr>
          <a:lstStyle/>
          <a:p>
            <a:pPr marL="10630">
              <a:lnSpc>
                <a:spcPct val="100000"/>
              </a:lnSpc>
              <a:spcBef>
                <a:spcPts val="100"/>
              </a:spcBef>
            </a:pPr>
            <a:r>
              <a:rPr sz="5000" spc="-63" dirty="0">
                <a:solidFill>
                  <a:srgbClr val="FFC000"/>
                </a:solidFill>
              </a:rPr>
              <a:t>Concetti</a:t>
            </a:r>
            <a:r>
              <a:rPr sz="5000" spc="-29" dirty="0">
                <a:solidFill>
                  <a:srgbClr val="FFC000"/>
                </a:solidFill>
              </a:rPr>
              <a:t> </a:t>
            </a:r>
            <a:r>
              <a:rPr sz="5000" spc="-121" dirty="0">
                <a:solidFill>
                  <a:srgbClr val="FFC000"/>
                </a:solidFill>
              </a:rPr>
              <a:t>di</a:t>
            </a:r>
            <a:r>
              <a:rPr sz="5000" spc="-29" dirty="0">
                <a:solidFill>
                  <a:srgbClr val="FFC000"/>
                </a:solidFill>
              </a:rPr>
              <a:t> </a:t>
            </a:r>
            <a:r>
              <a:rPr sz="5000" spc="-469" dirty="0">
                <a:solidFill>
                  <a:srgbClr val="FFC000"/>
                </a:solidFill>
              </a:rPr>
              <a:t>base</a:t>
            </a:r>
            <a:endParaRPr sz="5000" dirty="0">
              <a:solidFill>
                <a:srgbClr val="FFC000"/>
              </a:solidFill>
            </a:endParaRPr>
          </a:p>
        </p:txBody>
      </p:sp>
      <p:sp>
        <p:nvSpPr>
          <p:cNvPr id="3" name="object 3"/>
          <p:cNvSpPr txBox="1"/>
          <p:nvPr/>
        </p:nvSpPr>
        <p:spPr>
          <a:xfrm>
            <a:off x="835572" y="1454289"/>
            <a:ext cx="10625959" cy="5263324"/>
          </a:xfrm>
          <a:prstGeom prst="rect">
            <a:avLst/>
          </a:prstGeom>
        </p:spPr>
        <p:txBody>
          <a:bodyPr vert="horz" wrap="square" lIns="0" tIns="14882" rIns="0" bIns="0" rtlCol="0">
            <a:spAutoFit/>
          </a:bodyPr>
          <a:lstStyle/>
          <a:p>
            <a:pPr marL="10630" marR="4252" algn="just">
              <a:lnSpc>
                <a:spcPct val="115999"/>
              </a:lnSpc>
              <a:spcBef>
                <a:spcPts val="117"/>
              </a:spcBef>
            </a:pPr>
            <a:r>
              <a:rPr sz="4200" dirty="0">
                <a:cs typeface="Arial MT"/>
              </a:rPr>
              <a:t>La </a:t>
            </a:r>
            <a:r>
              <a:rPr sz="4200" b="1" dirty="0">
                <a:cs typeface="Arial"/>
              </a:rPr>
              <a:t>crittografia</a:t>
            </a:r>
            <a:r>
              <a:rPr sz="4200" dirty="0">
                <a:cs typeface="Arial MT"/>
              </a:rPr>
              <a:t>, cioè la scienza della scrittura segreta,  ha avuto una progressiva evoluzione nel corso dei  secoli, fino ai rapidi sviluppi teorici e tecnologici impressi  dalla seconda guerra mondiale, che permisero la  decifrazione dei codici giapponesi e tedeschi da parte  degli alleati.</a:t>
            </a:r>
          </a:p>
        </p:txBody>
      </p:sp>
    </p:spTree>
    <p:extLst>
      <p:ext uri="{BB962C8B-B14F-4D97-AF65-F5344CB8AC3E}">
        <p14:creationId xmlns:p14="http://schemas.microsoft.com/office/powerpoint/2010/main" val="3178867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4525" y="-44878"/>
            <a:ext cx="4783336" cy="782322"/>
          </a:xfrm>
          <a:prstGeom prst="rect">
            <a:avLst/>
          </a:prstGeom>
        </p:spPr>
        <p:txBody>
          <a:bodyPr vert="horz" wrap="square" lIns="0" tIns="12756" rIns="0" bIns="0" rtlCol="0">
            <a:spAutoFit/>
          </a:bodyPr>
          <a:lstStyle/>
          <a:p>
            <a:pPr marL="10630">
              <a:lnSpc>
                <a:spcPct val="100000"/>
              </a:lnSpc>
              <a:spcBef>
                <a:spcPts val="100"/>
              </a:spcBef>
            </a:pPr>
            <a:r>
              <a:rPr sz="5000" spc="-63" dirty="0">
                <a:solidFill>
                  <a:srgbClr val="FFC000"/>
                </a:solidFill>
              </a:rPr>
              <a:t>Concetti</a:t>
            </a:r>
            <a:r>
              <a:rPr sz="5000" spc="-29" dirty="0">
                <a:solidFill>
                  <a:srgbClr val="FFC000"/>
                </a:solidFill>
              </a:rPr>
              <a:t> </a:t>
            </a:r>
            <a:r>
              <a:rPr sz="5000" spc="-121" dirty="0">
                <a:solidFill>
                  <a:srgbClr val="FFC000"/>
                </a:solidFill>
              </a:rPr>
              <a:t>di</a:t>
            </a:r>
            <a:r>
              <a:rPr sz="5000" spc="-29" dirty="0">
                <a:solidFill>
                  <a:srgbClr val="FFC000"/>
                </a:solidFill>
              </a:rPr>
              <a:t> </a:t>
            </a:r>
            <a:r>
              <a:rPr sz="5000" spc="-469" dirty="0">
                <a:solidFill>
                  <a:srgbClr val="FFC000"/>
                </a:solidFill>
              </a:rPr>
              <a:t>base</a:t>
            </a:r>
            <a:endParaRPr sz="5000" dirty="0">
              <a:solidFill>
                <a:srgbClr val="FFC000"/>
              </a:solidFill>
            </a:endParaRPr>
          </a:p>
        </p:txBody>
      </p:sp>
      <p:sp>
        <p:nvSpPr>
          <p:cNvPr id="3" name="object 3"/>
          <p:cNvSpPr txBox="1"/>
          <p:nvPr/>
        </p:nvSpPr>
        <p:spPr>
          <a:xfrm>
            <a:off x="646386" y="893982"/>
            <a:ext cx="11004331" cy="5964018"/>
          </a:xfrm>
          <a:prstGeom prst="rect">
            <a:avLst/>
          </a:prstGeom>
        </p:spPr>
        <p:txBody>
          <a:bodyPr vert="horz" wrap="square" lIns="0" tIns="31890" rIns="0" bIns="0" rtlCol="0">
            <a:spAutoFit/>
          </a:bodyPr>
          <a:lstStyle/>
          <a:p>
            <a:pPr marL="10630" marR="4252" algn="just">
              <a:lnSpc>
                <a:spcPct val="108100"/>
              </a:lnSpc>
              <a:spcBef>
                <a:spcPts val="251"/>
              </a:spcBef>
            </a:pPr>
            <a:r>
              <a:rPr sz="3900" dirty="0">
                <a:latin typeface="Arial MT"/>
                <a:cs typeface="Arial MT"/>
              </a:rPr>
              <a:t>Oggi buona parte del pianeta vive nella </a:t>
            </a:r>
            <a:r>
              <a:rPr sz="3900" i="1" dirty="0">
                <a:latin typeface="Arial"/>
                <a:cs typeface="Arial"/>
              </a:rPr>
              <a:t>società  dell’informazione</a:t>
            </a:r>
            <a:r>
              <a:rPr sz="3900" dirty="0">
                <a:latin typeface="Arial MT"/>
                <a:cs typeface="Arial MT"/>
              </a:rPr>
              <a:t>, basata cioè sull’uso delle informazioni  come parte integrante delle attività umane.</a:t>
            </a:r>
          </a:p>
          <a:p>
            <a:pPr marL="10630" marR="22323" algn="just">
              <a:lnSpc>
                <a:spcPct val="107000"/>
              </a:lnSpc>
              <a:spcBef>
                <a:spcPts val="975"/>
              </a:spcBef>
            </a:pPr>
            <a:r>
              <a:rPr sz="3900" dirty="0">
                <a:latin typeface="Arial MT"/>
                <a:cs typeface="Arial MT"/>
              </a:rPr>
              <a:t>Pertanto, la sicurezza delle informazioni è diventata una  componente della sicurezza dei beni in generale, o </a:t>
            </a:r>
            <a:r>
              <a:rPr sz="3900" i="1" dirty="0">
                <a:latin typeface="Times New Roman"/>
                <a:cs typeface="Times New Roman"/>
              </a:rPr>
              <a:t>security</a:t>
            </a:r>
            <a:r>
              <a:rPr sz="3900" dirty="0">
                <a:latin typeface="Arial MT"/>
                <a:cs typeface="Arial MT"/>
              </a:rPr>
              <a:t>,  e non si limita alle tecniche per nascondere il contenuto dei  messaggi.</a:t>
            </a:r>
          </a:p>
        </p:txBody>
      </p:sp>
    </p:spTree>
    <p:extLst>
      <p:ext uri="{BB962C8B-B14F-4D97-AF65-F5344CB8AC3E}">
        <p14:creationId xmlns:p14="http://schemas.microsoft.com/office/powerpoint/2010/main" val="193163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4525" y="-44878"/>
            <a:ext cx="4783336" cy="782322"/>
          </a:xfrm>
          <a:prstGeom prst="rect">
            <a:avLst/>
          </a:prstGeom>
        </p:spPr>
        <p:txBody>
          <a:bodyPr vert="horz" wrap="square" lIns="0" tIns="12756" rIns="0" bIns="0" rtlCol="0">
            <a:spAutoFit/>
          </a:bodyPr>
          <a:lstStyle/>
          <a:p>
            <a:pPr marL="10630">
              <a:lnSpc>
                <a:spcPct val="100000"/>
              </a:lnSpc>
              <a:spcBef>
                <a:spcPts val="100"/>
              </a:spcBef>
            </a:pPr>
            <a:r>
              <a:rPr sz="5000" spc="-63" dirty="0">
                <a:solidFill>
                  <a:srgbClr val="FFC000"/>
                </a:solidFill>
              </a:rPr>
              <a:t>Concetti</a:t>
            </a:r>
            <a:r>
              <a:rPr sz="5000" spc="-29" dirty="0">
                <a:solidFill>
                  <a:srgbClr val="FFC000"/>
                </a:solidFill>
              </a:rPr>
              <a:t> </a:t>
            </a:r>
            <a:r>
              <a:rPr sz="5000" spc="-121" dirty="0">
                <a:solidFill>
                  <a:srgbClr val="FFC000"/>
                </a:solidFill>
              </a:rPr>
              <a:t>di</a:t>
            </a:r>
            <a:r>
              <a:rPr sz="5000" spc="-29" dirty="0">
                <a:solidFill>
                  <a:srgbClr val="FFC000"/>
                </a:solidFill>
              </a:rPr>
              <a:t> </a:t>
            </a:r>
            <a:r>
              <a:rPr sz="5000" spc="-469" dirty="0">
                <a:solidFill>
                  <a:srgbClr val="FFC000"/>
                </a:solidFill>
              </a:rPr>
              <a:t>base</a:t>
            </a:r>
            <a:endParaRPr sz="5000" dirty="0">
              <a:solidFill>
                <a:srgbClr val="FFC000"/>
              </a:solidFill>
            </a:endParaRPr>
          </a:p>
        </p:txBody>
      </p:sp>
      <p:sp>
        <p:nvSpPr>
          <p:cNvPr id="3" name="object 3"/>
          <p:cNvSpPr txBox="1"/>
          <p:nvPr/>
        </p:nvSpPr>
        <p:spPr>
          <a:xfrm>
            <a:off x="523398" y="787355"/>
            <a:ext cx="11147822" cy="5994984"/>
          </a:xfrm>
          <a:prstGeom prst="rect">
            <a:avLst/>
          </a:prstGeom>
        </p:spPr>
        <p:txBody>
          <a:bodyPr vert="horz" wrap="square" lIns="0" tIns="11693" rIns="0" bIns="0" rtlCol="0">
            <a:spAutoFit/>
          </a:bodyPr>
          <a:lstStyle/>
          <a:p>
            <a:pPr marL="10630" marR="4252" algn="just">
              <a:lnSpc>
                <a:spcPct val="120300"/>
              </a:lnSpc>
              <a:spcBef>
                <a:spcPts val="92"/>
              </a:spcBef>
            </a:pPr>
            <a:r>
              <a:rPr sz="5400" spc="-268" dirty="0">
                <a:latin typeface="Cambria"/>
                <a:cs typeface="Cambria"/>
              </a:rPr>
              <a:t>Qualunque</a:t>
            </a:r>
            <a:r>
              <a:rPr sz="5400" spc="-264" dirty="0">
                <a:latin typeface="Cambria"/>
                <a:cs typeface="Cambria"/>
              </a:rPr>
              <a:t> </a:t>
            </a:r>
            <a:r>
              <a:rPr sz="5400" spc="-435" dirty="0">
                <a:latin typeface="Cambria"/>
                <a:cs typeface="Cambria"/>
              </a:rPr>
              <a:t>programma</a:t>
            </a:r>
            <a:r>
              <a:rPr sz="5400" spc="-431" dirty="0">
                <a:latin typeface="Cambria"/>
                <a:cs typeface="Cambria"/>
              </a:rPr>
              <a:t> </a:t>
            </a:r>
            <a:r>
              <a:rPr sz="5400" spc="-289" dirty="0">
                <a:latin typeface="Cambria"/>
                <a:cs typeface="Cambria"/>
              </a:rPr>
              <a:t>che</a:t>
            </a:r>
            <a:r>
              <a:rPr sz="5400" spc="-285" dirty="0">
                <a:latin typeface="Cambria"/>
                <a:cs typeface="Cambria"/>
              </a:rPr>
              <a:t> </a:t>
            </a:r>
            <a:r>
              <a:rPr sz="5400" spc="-251" dirty="0">
                <a:latin typeface="Cambria"/>
                <a:cs typeface="Cambria"/>
              </a:rPr>
              <a:t>si </a:t>
            </a:r>
            <a:r>
              <a:rPr sz="5400" spc="-239" dirty="0">
                <a:latin typeface="Cambria"/>
                <a:cs typeface="Cambria"/>
              </a:rPr>
              <a:t>occupi </a:t>
            </a:r>
            <a:r>
              <a:rPr sz="5400" spc="-234" dirty="0">
                <a:latin typeface="Cambria"/>
                <a:cs typeface="Cambria"/>
              </a:rPr>
              <a:t> </a:t>
            </a:r>
            <a:r>
              <a:rPr sz="5400" spc="-171" dirty="0">
                <a:latin typeface="Cambria"/>
                <a:cs typeface="Cambria"/>
              </a:rPr>
              <a:t>di</a:t>
            </a:r>
            <a:r>
              <a:rPr sz="5400" spc="858" dirty="0">
                <a:latin typeface="Cambria"/>
                <a:cs typeface="Cambria"/>
              </a:rPr>
              <a:t> </a:t>
            </a:r>
            <a:r>
              <a:rPr sz="5400" spc="-201" dirty="0">
                <a:latin typeface="Cambria"/>
                <a:cs typeface="Cambria"/>
              </a:rPr>
              <a:t>preservare</a:t>
            </a:r>
            <a:r>
              <a:rPr sz="5400" spc="-197" dirty="0">
                <a:latin typeface="Cambria"/>
                <a:cs typeface="Cambria"/>
              </a:rPr>
              <a:t> </a:t>
            </a:r>
            <a:r>
              <a:rPr sz="5400" spc="-234" dirty="0">
                <a:latin typeface="Cambria"/>
                <a:cs typeface="Cambria"/>
              </a:rPr>
              <a:t>la</a:t>
            </a:r>
            <a:r>
              <a:rPr sz="5400" spc="-230" dirty="0">
                <a:latin typeface="Cambria"/>
                <a:cs typeface="Cambria"/>
              </a:rPr>
              <a:t> </a:t>
            </a:r>
            <a:r>
              <a:rPr sz="5400" spc="-121" dirty="0">
                <a:latin typeface="Cambria"/>
                <a:cs typeface="Cambria"/>
              </a:rPr>
              <a:t>sicurezza</a:t>
            </a:r>
            <a:r>
              <a:rPr sz="5400" spc="-117" dirty="0">
                <a:latin typeface="Cambria"/>
                <a:cs typeface="Cambria"/>
              </a:rPr>
              <a:t> </a:t>
            </a:r>
            <a:r>
              <a:rPr sz="5400" spc="-109" dirty="0">
                <a:latin typeface="Cambria"/>
                <a:cs typeface="Cambria"/>
              </a:rPr>
              <a:t>delle </a:t>
            </a:r>
            <a:r>
              <a:rPr sz="5400" spc="-105" dirty="0">
                <a:latin typeface="Cambria"/>
                <a:cs typeface="Cambria"/>
              </a:rPr>
              <a:t> </a:t>
            </a:r>
            <a:r>
              <a:rPr sz="5400" spc="-268" dirty="0">
                <a:latin typeface="Cambria"/>
                <a:cs typeface="Cambria"/>
              </a:rPr>
              <a:t>informazioni,</a:t>
            </a:r>
            <a:r>
              <a:rPr sz="5400" spc="-264" dirty="0">
                <a:latin typeface="Cambria"/>
                <a:cs typeface="Cambria"/>
              </a:rPr>
              <a:t> </a:t>
            </a:r>
            <a:r>
              <a:rPr sz="5400" spc="-247" dirty="0">
                <a:latin typeface="Cambria"/>
                <a:cs typeface="Cambria"/>
              </a:rPr>
              <a:t>persegue,</a:t>
            </a:r>
            <a:r>
              <a:rPr sz="5400" spc="-243" dirty="0">
                <a:latin typeface="Cambria"/>
                <a:cs typeface="Cambria"/>
              </a:rPr>
              <a:t> </a:t>
            </a:r>
            <a:r>
              <a:rPr sz="5400" spc="-255" dirty="0">
                <a:latin typeface="Cambria"/>
                <a:cs typeface="Cambria"/>
              </a:rPr>
              <a:t>in</a:t>
            </a:r>
            <a:r>
              <a:rPr sz="5400" spc="691" dirty="0">
                <a:latin typeface="Cambria"/>
                <a:cs typeface="Cambria"/>
              </a:rPr>
              <a:t> </a:t>
            </a:r>
            <a:r>
              <a:rPr sz="5400" spc="-335" dirty="0">
                <a:latin typeface="Cambria"/>
                <a:cs typeface="Cambria"/>
              </a:rPr>
              <a:t>qualche </a:t>
            </a:r>
            <a:r>
              <a:rPr sz="5400" spc="-331" dirty="0">
                <a:latin typeface="Cambria"/>
                <a:cs typeface="Cambria"/>
              </a:rPr>
              <a:t> </a:t>
            </a:r>
            <a:r>
              <a:rPr sz="5400" spc="-301" dirty="0">
                <a:latin typeface="Cambria"/>
                <a:cs typeface="Cambria"/>
              </a:rPr>
              <a:t>misura,</a:t>
            </a:r>
            <a:r>
              <a:rPr sz="5400" spc="-297" dirty="0">
                <a:latin typeface="Cambria"/>
                <a:cs typeface="Cambria"/>
              </a:rPr>
              <a:t> </a:t>
            </a:r>
            <a:r>
              <a:rPr sz="5400" spc="-335" dirty="0">
                <a:latin typeface="Cambria"/>
                <a:cs typeface="Cambria"/>
              </a:rPr>
              <a:t>tre</a:t>
            </a:r>
            <a:r>
              <a:rPr sz="5400" spc="-331" dirty="0">
                <a:latin typeface="Cambria"/>
                <a:cs typeface="Cambria"/>
              </a:rPr>
              <a:t> </a:t>
            </a:r>
            <a:r>
              <a:rPr sz="5400" spc="-285" dirty="0">
                <a:latin typeface="Cambria"/>
                <a:cs typeface="Cambria"/>
              </a:rPr>
              <a:t>obiettivi</a:t>
            </a:r>
            <a:r>
              <a:rPr sz="5400" spc="-280" dirty="0">
                <a:latin typeface="Cambria"/>
                <a:cs typeface="Cambria"/>
              </a:rPr>
              <a:t> </a:t>
            </a:r>
            <a:r>
              <a:rPr sz="5400" spc="-326" dirty="0">
                <a:latin typeface="Cambria"/>
                <a:cs typeface="Cambria"/>
              </a:rPr>
              <a:t>fondamentali:</a:t>
            </a:r>
            <a:r>
              <a:rPr sz="5400" spc="-322" dirty="0">
                <a:latin typeface="Cambria"/>
                <a:cs typeface="Cambria"/>
              </a:rPr>
              <a:t> </a:t>
            </a:r>
            <a:r>
              <a:rPr sz="5400" spc="-342" dirty="0">
                <a:latin typeface="Cambria"/>
                <a:cs typeface="Cambria"/>
              </a:rPr>
              <a:t>la </a:t>
            </a:r>
            <a:r>
              <a:rPr sz="5400" spc="-339" dirty="0">
                <a:latin typeface="Cambria"/>
                <a:cs typeface="Cambria"/>
              </a:rPr>
              <a:t> </a:t>
            </a:r>
            <a:r>
              <a:rPr sz="5400" b="1" spc="95" dirty="0">
                <a:latin typeface="Cambria"/>
                <a:cs typeface="Cambria"/>
              </a:rPr>
              <a:t>disponibilità</a:t>
            </a:r>
            <a:r>
              <a:rPr sz="5400" spc="95" dirty="0">
                <a:latin typeface="Cambria"/>
                <a:cs typeface="Cambria"/>
              </a:rPr>
              <a:t>,</a:t>
            </a:r>
            <a:r>
              <a:rPr sz="5400" spc="100" dirty="0">
                <a:latin typeface="Cambria"/>
                <a:cs typeface="Cambria"/>
              </a:rPr>
              <a:t> </a:t>
            </a:r>
            <a:r>
              <a:rPr sz="5400" spc="105" dirty="0">
                <a:latin typeface="Cambria"/>
                <a:cs typeface="Cambria"/>
              </a:rPr>
              <a:t>l’</a:t>
            </a:r>
            <a:r>
              <a:rPr sz="5400" b="1" spc="105" dirty="0">
                <a:latin typeface="Cambria"/>
                <a:cs typeface="Cambria"/>
              </a:rPr>
              <a:t>integrità</a:t>
            </a:r>
            <a:r>
              <a:rPr sz="5400" b="1" spc="109" dirty="0">
                <a:latin typeface="Cambria"/>
                <a:cs typeface="Cambria"/>
              </a:rPr>
              <a:t> </a:t>
            </a:r>
            <a:r>
              <a:rPr sz="5400" spc="-306" dirty="0">
                <a:latin typeface="Cambria"/>
                <a:cs typeface="Cambria"/>
              </a:rPr>
              <a:t>e</a:t>
            </a:r>
            <a:r>
              <a:rPr sz="5400" spc="-301" dirty="0">
                <a:latin typeface="Cambria"/>
                <a:cs typeface="Cambria"/>
              </a:rPr>
              <a:t> </a:t>
            </a:r>
            <a:r>
              <a:rPr sz="5400" spc="-159" dirty="0">
                <a:latin typeface="Cambria"/>
                <a:cs typeface="Cambria"/>
              </a:rPr>
              <a:t>la </a:t>
            </a:r>
            <a:r>
              <a:rPr sz="5400" spc="-1189" dirty="0">
                <a:latin typeface="Cambria"/>
                <a:cs typeface="Cambria"/>
              </a:rPr>
              <a:t> </a:t>
            </a:r>
            <a:r>
              <a:rPr sz="5400" b="1" spc="-426" dirty="0">
                <a:latin typeface="Cambria"/>
                <a:cs typeface="Cambria"/>
              </a:rPr>
              <a:t>riservatezza</a:t>
            </a:r>
            <a:r>
              <a:rPr sz="5400" b="1" spc="-184" dirty="0">
                <a:latin typeface="Cambria"/>
                <a:cs typeface="Cambria"/>
              </a:rPr>
              <a:t> </a:t>
            </a:r>
            <a:r>
              <a:rPr sz="5400" spc="-285" dirty="0">
                <a:latin typeface="Cambria"/>
                <a:cs typeface="Cambria"/>
              </a:rPr>
              <a:t>delle</a:t>
            </a:r>
            <a:r>
              <a:rPr sz="5400" spc="-184" dirty="0">
                <a:latin typeface="Cambria"/>
                <a:cs typeface="Cambria"/>
              </a:rPr>
              <a:t> </a:t>
            </a:r>
            <a:r>
              <a:rPr sz="5400" spc="-268" dirty="0">
                <a:latin typeface="Cambria"/>
                <a:cs typeface="Cambria"/>
              </a:rPr>
              <a:t>informazioni.</a:t>
            </a:r>
            <a:endParaRPr sz="5400">
              <a:latin typeface="Cambria"/>
              <a:cs typeface="Cambria"/>
            </a:endParaRPr>
          </a:p>
        </p:txBody>
      </p:sp>
    </p:spTree>
    <p:extLst>
      <p:ext uri="{BB962C8B-B14F-4D97-AF65-F5344CB8AC3E}">
        <p14:creationId xmlns:p14="http://schemas.microsoft.com/office/powerpoint/2010/main" val="3775368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6145" y="-44878"/>
            <a:ext cx="3639144" cy="782322"/>
          </a:xfrm>
          <a:prstGeom prst="rect">
            <a:avLst/>
          </a:prstGeom>
        </p:spPr>
        <p:txBody>
          <a:bodyPr vert="horz" wrap="square" lIns="0" tIns="12756" rIns="0" bIns="0" rtlCol="0">
            <a:spAutoFit/>
          </a:bodyPr>
          <a:lstStyle/>
          <a:p>
            <a:pPr marL="10630">
              <a:lnSpc>
                <a:spcPct val="100000"/>
              </a:lnSpc>
              <a:spcBef>
                <a:spcPts val="100"/>
              </a:spcBef>
            </a:pPr>
            <a:r>
              <a:rPr sz="5000" spc="-130" dirty="0">
                <a:solidFill>
                  <a:srgbClr val="FFC000"/>
                </a:solidFill>
              </a:rPr>
              <a:t>Disponibilità</a:t>
            </a:r>
            <a:endParaRPr sz="5000" dirty="0">
              <a:solidFill>
                <a:srgbClr val="FFC000"/>
              </a:solidFill>
            </a:endParaRPr>
          </a:p>
        </p:txBody>
      </p:sp>
      <p:sp>
        <p:nvSpPr>
          <p:cNvPr id="3" name="object 3"/>
          <p:cNvSpPr txBox="1"/>
          <p:nvPr/>
        </p:nvSpPr>
        <p:spPr>
          <a:xfrm>
            <a:off x="709448" y="1060147"/>
            <a:ext cx="10878207" cy="5445325"/>
          </a:xfrm>
          <a:prstGeom prst="rect">
            <a:avLst/>
          </a:prstGeom>
        </p:spPr>
        <p:txBody>
          <a:bodyPr vert="horz" wrap="square" lIns="0" tIns="6909" rIns="0" bIns="0" rtlCol="0">
            <a:spAutoFit/>
          </a:bodyPr>
          <a:lstStyle/>
          <a:p>
            <a:pPr marL="11161" marR="4252" indent="-1063" algn="just">
              <a:lnSpc>
                <a:spcPct val="113999"/>
              </a:lnSpc>
              <a:spcBef>
                <a:spcPts val="54"/>
              </a:spcBef>
            </a:pPr>
            <a:r>
              <a:rPr sz="6200" spc="8" dirty="0">
                <a:latin typeface="Times New Roman"/>
                <a:cs typeface="Times New Roman"/>
              </a:rPr>
              <a:t>La </a:t>
            </a:r>
            <a:r>
              <a:rPr sz="6200" b="1" spc="4" dirty="0">
                <a:latin typeface="Times New Roman"/>
                <a:cs typeface="Times New Roman"/>
              </a:rPr>
              <a:t>disponibilità </a:t>
            </a:r>
            <a:r>
              <a:rPr sz="6200" spc="8" dirty="0">
                <a:latin typeface="Times New Roman"/>
                <a:cs typeface="Times New Roman"/>
              </a:rPr>
              <a:t>è </a:t>
            </a:r>
            <a:r>
              <a:rPr sz="6200" spc="4" dirty="0">
                <a:latin typeface="Times New Roman"/>
                <a:cs typeface="Times New Roman"/>
              </a:rPr>
              <a:t>il </a:t>
            </a:r>
            <a:r>
              <a:rPr sz="6200" i="1" spc="8" dirty="0">
                <a:latin typeface="Times New Roman"/>
                <a:cs typeface="Times New Roman"/>
              </a:rPr>
              <a:t>grado </a:t>
            </a:r>
            <a:r>
              <a:rPr sz="6200" i="1" spc="4" dirty="0">
                <a:latin typeface="Times New Roman"/>
                <a:cs typeface="Times New Roman"/>
              </a:rPr>
              <a:t>in </a:t>
            </a:r>
            <a:r>
              <a:rPr sz="6200" i="1" spc="8" dirty="0">
                <a:latin typeface="Times New Roman"/>
                <a:cs typeface="Times New Roman"/>
              </a:rPr>
              <a:t> </a:t>
            </a:r>
            <a:r>
              <a:rPr sz="6200" i="1" spc="4" dirty="0">
                <a:latin typeface="Times New Roman"/>
                <a:cs typeface="Times New Roman"/>
              </a:rPr>
              <a:t>cui le </a:t>
            </a:r>
            <a:r>
              <a:rPr sz="6200" i="1" spc="8" dirty="0">
                <a:latin typeface="Times New Roman"/>
                <a:cs typeface="Times New Roman"/>
              </a:rPr>
              <a:t>informazioni e </a:t>
            </a:r>
            <a:r>
              <a:rPr sz="6200" i="1" spc="4" dirty="0">
                <a:latin typeface="Times New Roman"/>
                <a:cs typeface="Times New Roman"/>
              </a:rPr>
              <a:t>le </a:t>
            </a:r>
            <a:r>
              <a:rPr sz="6200" i="1" dirty="0">
                <a:latin typeface="Times New Roman"/>
                <a:cs typeface="Times New Roman"/>
              </a:rPr>
              <a:t>risorse </a:t>
            </a:r>
            <a:r>
              <a:rPr sz="6200" i="1" spc="4" dirty="0">
                <a:latin typeface="Times New Roman"/>
                <a:cs typeface="Times New Roman"/>
              </a:rPr>
              <a:t> </a:t>
            </a:r>
            <a:r>
              <a:rPr sz="6200" i="1" spc="42" dirty="0">
                <a:latin typeface="Times New Roman"/>
                <a:cs typeface="Times New Roman"/>
              </a:rPr>
              <a:t>informatiche</a:t>
            </a:r>
            <a:r>
              <a:rPr sz="6200" i="1" spc="1523" dirty="0">
                <a:latin typeface="Times New Roman"/>
                <a:cs typeface="Times New Roman"/>
              </a:rPr>
              <a:t> </a:t>
            </a:r>
            <a:r>
              <a:rPr sz="6200" i="1" spc="33" dirty="0">
                <a:latin typeface="Times New Roman"/>
                <a:cs typeface="Times New Roman"/>
              </a:rPr>
              <a:t>sono</a:t>
            </a:r>
            <a:r>
              <a:rPr sz="6200" i="1" spc="1536" dirty="0">
                <a:latin typeface="Times New Roman"/>
                <a:cs typeface="Times New Roman"/>
              </a:rPr>
              <a:t> </a:t>
            </a:r>
            <a:r>
              <a:rPr sz="6200" i="1" spc="42" dirty="0">
                <a:latin typeface="Times New Roman"/>
                <a:cs typeface="Times New Roman"/>
              </a:rPr>
              <a:t>accessibili </a:t>
            </a:r>
            <a:r>
              <a:rPr sz="6200" i="1" spc="-1539" dirty="0">
                <a:latin typeface="Times New Roman"/>
                <a:cs typeface="Times New Roman"/>
              </a:rPr>
              <a:t> </a:t>
            </a:r>
            <a:r>
              <a:rPr sz="6200" i="1" spc="4" dirty="0">
                <a:latin typeface="Times New Roman"/>
                <a:cs typeface="Times New Roman"/>
              </a:rPr>
              <a:t>agli utenti </a:t>
            </a:r>
            <a:r>
              <a:rPr sz="6200" i="1" spc="8" dirty="0">
                <a:latin typeface="Times New Roman"/>
                <a:cs typeface="Times New Roman"/>
              </a:rPr>
              <a:t>che ne hanno </a:t>
            </a:r>
            <a:r>
              <a:rPr sz="6200" i="1" spc="4" dirty="0">
                <a:latin typeface="Times New Roman"/>
                <a:cs typeface="Times New Roman"/>
              </a:rPr>
              <a:t>diritto, </a:t>
            </a:r>
            <a:r>
              <a:rPr sz="6200" i="1" spc="-1536" dirty="0">
                <a:latin typeface="Times New Roman"/>
                <a:cs typeface="Times New Roman"/>
              </a:rPr>
              <a:t> </a:t>
            </a:r>
            <a:r>
              <a:rPr sz="6200" i="1" spc="4" dirty="0">
                <a:latin typeface="Times New Roman"/>
                <a:cs typeface="Times New Roman"/>
              </a:rPr>
              <a:t>nel</a:t>
            </a:r>
            <a:r>
              <a:rPr sz="6200" i="1" dirty="0">
                <a:latin typeface="Times New Roman"/>
                <a:cs typeface="Times New Roman"/>
              </a:rPr>
              <a:t> </a:t>
            </a:r>
            <a:r>
              <a:rPr sz="6200" i="1" spc="4" dirty="0">
                <a:latin typeface="Times New Roman"/>
                <a:cs typeface="Times New Roman"/>
              </a:rPr>
              <a:t>momento</a:t>
            </a:r>
            <a:r>
              <a:rPr sz="6200" i="1" spc="-4" dirty="0">
                <a:latin typeface="Times New Roman"/>
                <a:cs typeface="Times New Roman"/>
              </a:rPr>
              <a:t> </a:t>
            </a:r>
            <a:r>
              <a:rPr sz="6200" i="1" spc="4" dirty="0">
                <a:latin typeface="Times New Roman"/>
                <a:cs typeface="Times New Roman"/>
              </a:rPr>
              <a:t>in cui</a:t>
            </a:r>
            <a:r>
              <a:rPr sz="6200" i="1" dirty="0">
                <a:latin typeface="Times New Roman"/>
                <a:cs typeface="Times New Roman"/>
              </a:rPr>
              <a:t> </a:t>
            </a:r>
            <a:r>
              <a:rPr sz="6200" i="1" spc="4" dirty="0">
                <a:latin typeface="Times New Roman"/>
                <a:cs typeface="Times New Roman"/>
              </a:rPr>
              <a:t>servono</a:t>
            </a:r>
            <a:r>
              <a:rPr sz="6200" spc="4" dirty="0">
                <a:latin typeface="Times New Roman"/>
                <a:cs typeface="Times New Roman"/>
              </a:rPr>
              <a:t>.</a:t>
            </a:r>
            <a:endParaRPr sz="6200" dirty="0">
              <a:latin typeface="Times New Roman"/>
              <a:cs typeface="Times New Roman"/>
            </a:endParaRPr>
          </a:p>
        </p:txBody>
      </p:sp>
    </p:spTree>
    <p:extLst>
      <p:ext uri="{BB962C8B-B14F-4D97-AF65-F5344CB8AC3E}">
        <p14:creationId xmlns:p14="http://schemas.microsoft.com/office/powerpoint/2010/main" val="754242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6145" y="-44878"/>
            <a:ext cx="3639144" cy="782322"/>
          </a:xfrm>
          <a:prstGeom prst="rect">
            <a:avLst/>
          </a:prstGeom>
        </p:spPr>
        <p:txBody>
          <a:bodyPr vert="horz" wrap="square" lIns="0" tIns="12756" rIns="0" bIns="0" rtlCol="0">
            <a:spAutoFit/>
          </a:bodyPr>
          <a:lstStyle/>
          <a:p>
            <a:pPr marL="10630">
              <a:lnSpc>
                <a:spcPct val="100000"/>
              </a:lnSpc>
              <a:spcBef>
                <a:spcPts val="100"/>
              </a:spcBef>
            </a:pPr>
            <a:r>
              <a:rPr sz="5000" spc="-130" dirty="0">
                <a:solidFill>
                  <a:srgbClr val="FFC000"/>
                </a:solidFill>
              </a:rPr>
              <a:t>Disponibilità</a:t>
            </a:r>
            <a:endParaRPr sz="5000" dirty="0">
              <a:solidFill>
                <a:srgbClr val="FFC000"/>
              </a:solidFill>
            </a:endParaRPr>
          </a:p>
        </p:txBody>
      </p:sp>
      <p:sp>
        <p:nvSpPr>
          <p:cNvPr id="3" name="object 3"/>
          <p:cNvSpPr txBox="1"/>
          <p:nvPr/>
        </p:nvSpPr>
        <p:spPr>
          <a:xfrm>
            <a:off x="961697" y="1226510"/>
            <a:ext cx="10657489" cy="5440594"/>
          </a:xfrm>
          <a:prstGeom prst="rect">
            <a:avLst/>
          </a:prstGeom>
        </p:spPr>
        <p:txBody>
          <a:bodyPr vert="horz" wrap="square" lIns="0" tIns="10098" rIns="0" bIns="0" rtlCol="0">
            <a:spAutoFit/>
          </a:bodyPr>
          <a:lstStyle/>
          <a:p>
            <a:pPr marL="10630" marR="4252" algn="just">
              <a:lnSpc>
                <a:spcPct val="116100"/>
              </a:lnSpc>
              <a:spcBef>
                <a:spcPts val="80"/>
              </a:spcBef>
            </a:pPr>
            <a:r>
              <a:rPr sz="4400" kern="0" dirty="0">
                <a:latin typeface="Arial MT"/>
                <a:cs typeface="Arial MT"/>
              </a:rPr>
              <a:t>Questo significa che sistemi, reti e applicazioni  hanno le capacità necessarie a fornire il livello di  servizio e le prestazioni richieste e che, in caso di  guasto o di eventi distruttivi, </a:t>
            </a:r>
            <a:r>
              <a:rPr sz="4400" i="1" kern="0" dirty="0">
                <a:solidFill>
                  <a:srgbClr val="FFC000"/>
                </a:solidFill>
                <a:latin typeface="Arial MT"/>
                <a:cs typeface="Arial MT"/>
              </a:rPr>
              <a:t>sono pronti </a:t>
            </a:r>
            <a:r>
              <a:rPr sz="4400" i="1" kern="0" dirty="0">
                <a:solidFill>
                  <a:srgbClr val="FFC000"/>
                </a:solidFill>
                <a:uFill>
                  <a:solidFill>
                    <a:srgbClr val="000000"/>
                  </a:solidFill>
                </a:uFill>
                <a:latin typeface="Arial MT"/>
                <a:cs typeface="Arial MT"/>
              </a:rPr>
              <a:t>gli </a:t>
            </a:r>
            <a:r>
              <a:rPr sz="4400" i="1" kern="0" dirty="0">
                <a:solidFill>
                  <a:srgbClr val="FFC000"/>
                </a:solidFill>
                <a:latin typeface="Arial MT"/>
                <a:cs typeface="Arial MT"/>
              </a:rPr>
              <a:t> </a:t>
            </a:r>
            <a:r>
              <a:rPr sz="4400" i="1" kern="0" dirty="0">
                <a:solidFill>
                  <a:srgbClr val="FFC000"/>
                </a:solidFill>
                <a:uFill>
                  <a:solidFill>
                    <a:srgbClr val="000000"/>
                  </a:solidFill>
                </a:uFill>
                <a:latin typeface="Arial MT"/>
                <a:cs typeface="Arial MT"/>
              </a:rPr>
              <a:t>strumenti e le procedure per ripristinare l’attività in </a:t>
            </a:r>
            <a:r>
              <a:rPr sz="4400" i="1" kern="0" dirty="0">
                <a:solidFill>
                  <a:srgbClr val="FFC000"/>
                </a:solidFill>
                <a:latin typeface="Arial MT"/>
                <a:cs typeface="Arial MT"/>
              </a:rPr>
              <a:t> </a:t>
            </a:r>
            <a:r>
              <a:rPr sz="4400" i="1" kern="0" dirty="0">
                <a:solidFill>
                  <a:srgbClr val="FFC000"/>
                </a:solidFill>
                <a:uFill>
                  <a:solidFill>
                    <a:srgbClr val="000000"/>
                  </a:solidFill>
                </a:uFill>
                <a:latin typeface="Arial MT"/>
                <a:cs typeface="Arial MT"/>
              </a:rPr>
              <a:t>tempi accettabili</a:t>
            </a:r>
            <a:r>
              <a:rPr sz="4400" i="1" kern="0" dirty="0">
                <a:solidFill>
                  <a:srgbClr val="FFC000"/>
                </a:solidFill>
                <a:latin typeface="Arial MT"/>
                <a:cs typeface="Arial MT"/>
              </a:rPr>
              <a:t>.</a:t>
            </a:r>
          </a:p>
        </p:txBody>
      </p:sp>
    </p:spTree>
    <p:extLst>
      <p:ext uri="{BB962C8B-B14F-4D97-AF65-F5344CB8AC3E}">
        <p14:creationId xmlns:p14="http://schemas.microsoft.com/office/powerpoint/2010/main" val="2351737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6145" y="-44878"/>
            <a:ext cx="3639144" cy="782322"/>
          </a:xfrm>
          <a:prstGeom prst="rect">
            <a:avLst/>
          </a:prstGeom>
        </p:spPr>
        <p:txBody>
          <a:bodyPr vert="horz" wrap="square" lIns="0" tIns="12756" rIns="0" bIns="0" rtlCol="0">
            <a:spAutoFit/>
          </a:bodyPr>
          <a:lstStyle/>
          <a:p>
            <a:pPr marL="10630">
              <a:lnSpc>
                <a:spcPct val="100000"/>
              </a:lnSpc>
              <a:spcBef>
                <a:spcPts val="100"/>
              </a:spcBef>
            </a:pPr>
            <a:r>
              <a:rPr sz="5000" spc="-130" dirty="0">
                <a:solidFill>
                  <a:srgbClr val="FFC000"/>
                </a:solidFill>
              </a:rPr>
              <a:t>Disponibilità</a:t>
            </a:r>
            <a:endParaRPr sz="5000" dirty="0">
              <a:solidFill>
                <a:srgbClr val="FFC000"/>
              </a:solidFill>
            </a:endParaRPr>
          </a:p>
        </p:txBody>
      </p:sp>
      <p:sp>
        <p:nvSpPr>
          <p:cNvPr id="3" name="object 3"/>
          <p:cNvSpPr/>
          <p:nvPr/>
        </p:nvSpPr>
        <p:spPr>
          <a:xfrm>
            <a:off x="3564914" y="2077581"/>
            <a:ext cx="8215908" cy="0"/>
          </a:xfrm>
          <a:custGeom>
            <a:avLst/>
            <a:gdLst/>
            <a:ahLst/>
            <a:cxnLst/>
            <a:rect l="l" t="t" r="r" b="b"/>
            <a:pathLst>
              <a:path w="8763635">
                <a:moveTo>
                  <a:pt x="0" y="0"/>
                </a:moveTo>
                <a:lnTo>
                  <a:pt x="8763317" y="0"/>
                </a:lnTo>
              </a:path>
            </a:pathLst>
          </a:custGeom>
          <a:ln w="31572">
            <a:solidFill>
              <a:srgbClr val="000000"/>
            </a:solidFill>
          </a:ln>
        </p:spPr>
        <p:txBody>
          <a:bodyPr wrap="square" lIns="0" tIns="0" rIns="0" bIns="0" rtlCol="0"/>
          <a:lstStyle/>
          <a:p>
            <a:endParaRPr/>
          </a:p>
        </p:txBody>
      </p:sp>
      <p:sp>
        <p:nvSpPr>
          <p:cNvPr id="4" name="object 4"/>
          <p:cNvSpPr txBox="1"/>
          <p:nvPr/>
        </p:nvSpPr>
        <p:spPr>
          <a:xfrm>
            <a:off x="756746" y="835085"/>
            <a:ext cx="10641724" cy="5968663"/>
          </a:xfrm>
          <a:prstGeom prst="rect">
            <a:avLst/>
          </a:prstGeom>
        </p:spPr>
        <p:txBody>
          <a:bodyPr vert="horz" wrap="square" lIns="0" tIns="23917" rIns="0" bIns="0" rtlCol="0">
            <a:spAutoFit/>
          </a:bodyPr>
          <a:lstStyle/>
          <a:p>
            <a:pPr marL="10630" marR="4252" algn="just">
              <a:lnSpc>
                <a:spcPct val="116199"/>
              </a:lnSpc>
              <a:spcBef>
                <a:spcPts val="188"/>
              </a:spcBef>
            </a:pPr>
            <a:r>
              <a:rPr sz="3700" dirty="0">
                <a:latin typeface="Arial MT"/>
                <a:cs typeface="Arial MT"/>
              </a:rPr>
              <a:t>Per impedire l’</a:t>
            </a:r>
            <a:r>
              <a:rPr sz="3700" i="1" dirty="0">
                <a:latin typeface="Arial"/>
                <a:cs typeface="Arial"/>
              </a:rPr>
              <a:t>inaccessibilità </a:t>
            </a:r>
            <a:r>
              <a:rPr sz="3700" dirty="0">
                <a:latin typeface="Arial MT"/>
                <a:cs typeface="Arial MT"/>
              </a:rPr>
              <a:t>delle informazioni, si deve  preservare la disponibilità delle condizioni ambientali  (energia, temperatura, umidità, atmosfera, etc.) </a:t>
            </a:r>
            <a:r>
              <a:rPr sz="3700" u="heavy" dirty="0">
                <a:uFill>
                  <a:solidFill>
                    <a:srgbClr val="000000"/>
                  </a:solidFill>
                </a:uFill>
                <a:latin typeface="Arial MT"/>
                <a:cs typeface="Arial MT"/>
              </a:rPr>
              <a:t>e delle </a:t>
            </a:r>
            <a:r>
              <a:rPr sz="3700" dirty="0">
                <a:latin typeface="Arial MT"/>
                <a:cs typeface="Arial MT"/>
              </a:rPr>
              <a:t> </a:t>
            </a:r>
            <a:r>
              <a:rPr sz="3700" u="heavy" dirty="0">
                <a:uFill>
                  <a:solidFill>
                    <a:srgbClr val="000000"/>
                  </a:solidFill>
                </a:uFill>
                <a:latin typeface="Arial MT"/>
                <a:cs typeface="Arial MT"/>
              </a:rPr>
              <a:t>risorse hardware e software</a:t>
            </a:r>
            <a:r>
              <a:rPr sz="3700" dirty="0">
                <a:latin typeface="Arial MT"/>
                <a:cs typeface="Arial MT"/>
              </a:rPr>
              <a:t> a fronte sia di problemi  interni (guasti, errori, blackout, disastri e altro), sia di  attacchi esterni, per esempio provenienti da Internet,  volti a impedire o a ridurre l’accessibilità ai sistemi e alle  informazioni.</a:t>
            </a:r>
          </a:p>
        </p:txBody>
      </p:sp>
    </p:spTree>
    <p:extLst>
      <p:ext uri="{BB962C8B-B14F-4D97-AF65-F5344CB8AC3E}">
        <p14:creationId xmlns:p14="http://schemas.microsoft.com/office/powerpoint/2010/main" val="1420789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6145" y="-44878"/>
            <a:ext cx="3639144" cy="782322"/>
          </a:xfrm>
          <a:prstGeom prst="rect">
            <a:avLst/>
          </a:prstGeom>
        </p:spPr>
        <p:txBody>
          <a:bodyPr vert="horz" wrap="square" lIns="0" tIns="12756" rIns="0" bIns="0" rtlCol="0">
            <a:spAutoFit/>
          </a:bodyPr>
          <a:lstStyle/>
          <a:p>
            <a:pPr marL="10630">
              <a:lnSpc>
                <a:spcPct val="100000"/>
              </a:lnSpc>
              <a:spcBef>
                <a:spcPts val="100"/>
              </a:spcBef>
            </a:pPr>
            <a:r>
              <a:rPr sz="5000" spc="-130" dirty="0">
                <a:solidFill>
                  <a:srgbClr val="FFC000"/>
                </a:solidFill>
              </a:rPr>
              <a:t>Disponibilità</a:t>
            </a:r>
            <a:endParaRPr sz="5000" dirty="0">
              <a:solidFill>
                <a:srgbClr val="FFC000"/>
              </a:solidFill>
            </a:endParaRPr>
          </a:p>
        </p:txBody>
      </p:sp>
      <p:sp>
        <p:nvSpPr>
          <p:cNvPr id="3" name="object 3"/>
          <p:cNvSpPr/>
          <p:nvPr/>
        </p:nvSpPr>
        <p:spPr>
          <a:xfrm>
            <a:off x="2795356" y="3624133"/>
            <a:ext cx="6124575" cy="0"/>
          </a:xfrm>
          <a:custGeom>
            <a:avLst/>
            <a:gdLst/>
            <a:ahLst/>
            <a:cxnLst/>
            <a:rect l="l" t="t" r="r" b="b"/>
            <a:pathLst>
              <a:path w="6532880">
                <a:moveTo>
                  <a:pt x="0" y="0"/>
                </a:moveTo>
                <a:lnTo>
                  <a:pt x="6532295" y="0"/>
                </a:lnTo>
              </a:path>
            </a:pathLst>
          </a:custGeom>
          <a:ln w="34010">
            <a:solidFill>
              <a:srgbClr val="000000"/>
            </a:solidFill>
          </a:ln>
        </p:spPr>
        <p:txBody>
          <a:bodyPr wrap="square" lIns="0" tIns="0" rIns="0" bIns="0" rtlCol="0"/>
          <a:lstStyle/>
          <a:p>
            <a:endParaRPr/>
          </a:p>
        </p:txBody>
      </p:sp>
      <p:sp>
        <p:nvSpPr>
          <p:cNvPr id="4" name="object 4"/>
          <p:cNvSpPr txBox="1"/>
          <p:nvPr/>
        </p:nvSpPr>
        <p:spPr>
          <a:xfrm>
            <a:off x="725214" y="1000288"/>
            <a:ext cx="10531365" cy="5289914"/>
          </a:xfrm>
          <a:prstGeom prst="rect">
            <a:avLst/>
          </a:prstGeom>
        </p:spPr>
        <p:txBody>
          <a:bodyPr vert="horz" wrap="square" lIns="0" tIns="5846" rIns="0" bIns="0" rtlCol="0">
            <a:spAutoFit/>
          </a:bodyPr>
          <a:lstStyle/>
          <a:p>
            <a:pPr marL="10630" marR="4252" algn="just">
              <a:lnSpc>
                <a:spcPct val="115799"/>
              </a:lnSpc>
              <a:spcBef>
                <a:spcPts val="46"/>
              </a:spcBef>
            </a:pPr>
            <a:r>
              <a:rPr sz="3700" u="heavy" dirty="0">
                <a:uFill>
                  <a:solidFill>
                    <a:srgbClr val="000000"/>
                  </a:solidFill>
                </a:uFill>
                <a:latin typeface="Arial MT"/>
                <a:cs typeface="Arial MT"/>
              </a:rPr>
              <a:t>Sistemi di backup</a:t>
            </a:r>
            <a:r>
              <a:rPr sz="3700" dirty="0">
                <a:latin typeface="Arial MT"/>
                <a:cs typeface="Arial MT"/>
              </a:rPr>
              <a:t> locale e remoto, </a:t>
            </a:r>
            <a:r>
              <a:rPr sz="3700" u="heavy" dirty="0">
                <a:uFill>
                  <a:solidFill>
                    <a:srgbClr val="000000"/>
                  </a:solidFill>
                </a:uFill>
                <a:latin typeface="Arial MT"/>
                <a:cs typeface="Arial MT"/>
              </a:rPr>
              <a:t>ridondanza </a:t>
            </a:r>
            <a:r>
              <a:rPr sz="3700" dirty="0">
                <a:latin typeface="Arial MT"/>
                <a:cs typeface="Arial MT"/>
              </a:rPr>
              <a:t> dell’hardware e degli archivi, </a:t>
            </a:r>
            <a:r>
              <a:rPr sz="3700" u="heavy" dirty="0">
                <a:uFill>
                  <a:solidFill>
                    <a:srgbClr val="000000"/>
                  </a:solidFill>
                </a:uFill>
                <a:latin typeface="Arial MT"/>
                <a:cs typeface="Arial MT"/>
              </a:rPr>
              <a:t>firewall e router </a:t>
            </a:r>
            <a:r>
              <a:rPr sz="3700" dirty="0">
                <a:latin typeface="Arial MT"/>
                <a:cs typeface="Arial MT"/>
              </a:rPr>
              <a:t> configurati per neutralizzare attacchi DoS (Denial of  Service), sistemi di climatizzazione, </a:t>
            </a:r>
            <a:r>
              <a:rPr sz="3700" u="heavy" dirty="0">
                <a:uFill>
                  <a:solidFill>
                    <a:srgbClr val="000000"/>
                  </a:solidFill>
                </a:uFill>
                <a:latin typeface="Arial MT"/>
                <a:cs typeface="Arial MT"/>
              </a:rPr>
              <a:t>gruppi di </a:t>
            </a:r>
            <a:r>
              <a:rPr sz="3700" dirty="0">
                <a:latin typeface="Arial MT"/>
                <a:cs typeface="Arial MT"/>
              </a:rPr>
              <a:t> </a:t>
            </a:r>
            <a:r>
              <a:rPr sz="3700" u="heavy" dirty="0">
                <a:uFill>
                  <a:solidFill>
                    <a:srgbClr val="000000"/>
                  </a:solidFill>
                </a:uFill>
                <a:latin typeface="Arial MT"/>
                <a:cs typeface="Arial MT"/>
              </a:rPr>
              <a:t>continuità</a:t>
            </a:r>
            <a:r>
              <a:rPr sz="3700" dirty="0">
                <a:latin typeface="Arial MT"/>
                <a:cs typeface="Arial MT"/>
              </a:rPr>
              <a:t>, </a:t>
            </a:r>
            <a:r>
              <a:rPr sz="3700" u="heavy" dirty="0">
                <a:uFill>
                  <a:solidFill>
                    <a:srgbClr val="000000"/>
                  </a:solidFill>
                </a:uFill>
                <a:latin typeface="Arial MT"/>
                <a:cs typeface="Arial MT"/>
              </a:rPr>
              <a:t>controllo dell’accesso fisico</a:t>
            </a:r>
            <a:r>
              <a:rPr sz="3700" dirty="0">
                <a:latin typeface="Arial MT"/>
                <a:cs typeface="Arial MT"/>
              </a:rPr>
              <a:t>, </a:t>
            </a:r>
            <a:r>
              <a:rPr sz="3700" u="heavy" dirty="0">
                <a:uFill>
                  <a:solidFill>
                    <a:srgbClr val="000000"/>
                  </a:solidFill>
                </a:uFill>
                <a:latin typeface="Arial MT"/>
                <a:cs typeface="Arial MT"/>
              </a:rPr>
              <a:t>monitoraggio </a:t>
            </a:r>
            <a:r>
              <a:rPr sz="3700" dirty="0">
                <a:latin typeface="Arial MT"/>
                <a:cs typeface="Arial MT"/>
              </a:rPr>
              <a:t> delle prestazioni sono alcuni degli strumenti che  servono per mantenere la disponibilità.</a:t>
            </a:r>
          </a:p>
        </p:txBody>
      </p:sp>
    </p:spTree>
    <p:extLst>
      <p:ext uri="{BB962C8B-B14F-4D97-AF65-F5344CB8AC3E}">
        <p14:creationId xmlns:p14="http://schemas.microsoft.com/office/powerpoint/2010/main" val="3864876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4345" y="-44878"/>
            <a:ext cx="3452648" cy="782322"/>
          </a:xfrm>
          <a:prstGeom prst="rect">
            <a:avLst/>
          </a:prstGeom>
        </p:spPr>
        <p:txBody>
          <a:bodyPr vert="horz" wrap="square" lIns="0" tIns="12756" rIns="0" bIns="0" rtlCol="0">
            <a:spAutoFit/>
          </a:bodyPr>
          <a:lstStyle/>
          <a:p>
            <a:pPr marL="10630" algn="ctr">
              <a:lnSpc>
                <a:spcPct val="100000"/>
              </a:lnSpc>
              <a:spcBef>
                <a:spcPts val="100"/>
              </a:spcBef>
            </a:pPr>
            <a:r>
              <a:rPr sz="5000" spc="-134" dirty="0">
                <a:solidFill>
                  <a:srgbClr val="FFC000"/>
                </a:solidFill>
              </a:rPr>
              <a:t>Integrità</a:t>
            </a:r>
            <a:endParaRPr sz="5000" dirty="0">
              <a:solidFill>
                <a:srgbClr val="FFC000"/>
              </a:solidFill>
            </a:endParaRPr>
          </a:p>
        </p:txBody>
      </p:sp>
      <p:sp>
        <p:nvSpPr>
          <p:cNvPr id="3" name="object 3"/>
          <p:cNvSpPr txBox="1"/>
          <p:nvPr/>
        </p:nvSpPr>
        <p:spPr>
          <a:xfrm>
            <a:off x="595312" y="891004"/>
            <a:ext cx="10929938" cy="5009785"/>
          </a:xfrm>
          <a:prstGeom prst="rect">
            <a:avLst/>
          </a:prstGeom>
        </p:spPr>
        <p:txBody>
          <a:bodyPr vert="horz" wrap="square" lIns="0" tIns="17008" rIns="0" bIns="0" rtlCol="0">
            <a:spAutoFit/>
          </a:bodyPr>
          <a:lstStyle/>
          <a:p>
            <a:pPr marL="10630" marR="4252" algn="just">
              <a:lnSpc>
                <a:spcPts val="7700"/>
              </a:lnSpc>
              <a:spcBef>
                <a:spcPts val="134"/>
              </a:spcBef>
              <a:tabLst>
                <a:tab pos="4756349" algn="l"/>
                <a:tab pos="5798610" algn="l"/>
                <a:tab pos="6859474" algn="l"/>
                <a:tab pos="9563190" algn="l"/>
              </a:tabLst>
            </a:pPr>
            <a:r>
              <a:rPr sz="5000" kern="0" dirty="0" err="1">
                <a:latin typeface="Calibri" panose="020F0502020204030204" pitchFamily="34" charset="0"/>
                <a:cs typeface="Microsoft Sans Serif"/>
              </a:rPr>
              <a:t>L’</a:t>
            </a:r>
            <a:r>
              <a:rPr sz="5000" kern="0" dirty="0" err="1">
                <a:latin typeface="Calibri" panose="020F0502020204030204" pitchFamily="34" charset="0"/>
                <a:cs typeface="Arial MT"/>
              </a:rPr>
              <a:t>inte</a:t>
            </a:r>
            <a:r>
              <a:rPr lang="it-IT" sz="5000" kern="0" dirty="0">
                <a:latin typeface="Calibri" panose="020F0502020204030204" pitchFamily="34" charset="0"/>
                <a:cs typeface="Arial MT"/>
              </a:rPr>
              <a:t>g</a:t>
            </a:r>
            <a:r>
              <a:rPr sz="5000" kern="0" dirty="0" err="1">
                <a:latin typeface="Calibri" panose="020F0502020204030204" pitchFamily="34" charset="0"/>
                <a:cs typeface="Arial MT"/>
              </a:rPr>
              <a:t>rità</a:t>
            </a:r>
            <a:r>
              <a:rPr lang="it-IT" sz="5000" kern="0" dirty="0">
                <a:latin typeface="Calibri" panose="020F0502020204030204" pitchFamily="34" charset="0"/>
                <a:cs typeface="Arial MT"/>
              </a:rPr>
              <a:t>  </a:t>
            </a:r>
            <a:r>
              <a:rPr sz="5000" kern="0" dirty="0">
                <a:latin typeface="Calibri" panose="020F0502020204030204" pitchFamily="34" charset="0"/>
                <a:cs typeface="Microsoft Sans Serif"/>
              </a:rPr>
              <a:t>è</a:t>
            </a:r>
            <a:r>
              <a:rPr lang="it-IT" sz="5000" kern="0" dirty="0">
                <a:latin typeface="Calibri" panose="020F0502020204030204" pitchFamily="34" charset="0"/>
                <a:cs typeface="Microsoft Sans Serif"/>
              </a:rPr>
              <a:t> </a:t>
            </a:r>
            <a:r>
              <a:rPr sz="5000" kern="0" dirty="0" err="1">
                <a:latin typeface="Calibri" panose="020F0502020204030204" pitchFamily="34" charset="0"/>
                <a:cs typeface="Microsoft Sans Serif"/>
              </a:rPr>
              <a:t>il</a:t>
            </a:r>
            <a:r>
              <a:rPr lang="it-IT" sz="5000" kern="0" dirty="0">
                <a:latin typeface="Calibri" panose="020F0502020204030204" pitchFamily="34" charset="0"/>
                <a:cs typeface="Microsoft Sans Serif"/>
              </a:rPr>
              <a:t>  </a:t>
            </a:r>
            <a:r>
              <a:rPr sz="5000" kern="0" dirty="0" err="1">
                <a:latin typeface="Calibri" panose="020F0502020204030204" pitchFamily="34" charset="0"/>
                <a:cs typeface="Arial"/>
              </a:rPr>
              <a:t>grado</a:t>
            </a:r>
            <a:r>
              <a:rPr lang="it-IT" sz="5000" kern="0" dirty="0">
                <a:latin typeface="Calibri" panose="020F0502020204030204" pitchFamily="34" charset="0"/>
                <a:cs typeface="Arial"/>
              </a:rPr>
              <a:t> </a:t>
            </a:r>
            <a:r>
              <a:rPr sz="5000" kern="0" dirty="0">
                <a:latin typeface="Calibri" panose="020F0502020204030204" pitchFamily="34" charset="0"/>
                <a:cs typeface="Arial"/>
              </a:rPr>
              <a:t>di  correttezza, coerenza e </a:t>
            </a:r>
            <a:r>
              <a:rPr sz="5000" kern="0" dirty="0" err="1">
                <a:latin typeface="Calibri" panose="020F0502020204030204" pitchFamily="34" charset="0"/>
                <a:cs typeface="Arial"/>
              </a:rPr>
              <a:t>affidabilità</a:t>
            </a:r>
            <a:r>
              <a:rPr lang="it-IT" sz="5000" kern="0" dirty="0">
                <a:latin typeface="Calibri" panose="020F0502020204030204" pitchFamily="34" charset="0"/>
                <a:cs typeface="Arial"/>
              </a:rPr>
              <a:t> </a:t>
            </a:r>
            <a:r>
              <a:rPr sz="5000" kern="0" dirty="0" err="1">
                <a:latin typeface="Calibri" panose="020F0502020204030204" pitchFamily="34" charset="0"/>
                <a:cs typeface="Arial"/>
              </a:rPr>
              <a:t>delle</a:t>
            </a:r>
            <a:r>
              <a:rPr lang="it-IT" sz="5000" kern="0" dirty="0">
                <a:latin typeface="Calibri" panose="020F0502020204030204" pitchFamily="34" charset="0"/>
                <a:cs typeface="Arial"/>
              </a:rPr>
              <a:t> </a:t>
            </a:r>
            <a:r>
              <a:rPr sz="5000" kern="0" dirty="0" err="1">
                <a:latin typeface="Calibri" panose="020F0502020204030204" pitchFamily="34" charset="0"/>
                <a:cs typeface="Arial"/>
              </a:rPr>
              <a:t>informazioni</a:t>
            </a:r>
            <a:r>
              <a:rPr lang="it-IT" sz="5000" kern="0" dirty="0">
                <a:latin typeface="Calibri" panose="020F0502020204030204" pitchFamily="34" charset="0"/>
                <a:cs typeface="Arial"/>
              </a:rPr>
              <a:t> </a:t>
            </a:r>
            <a:r>
              <a:rPr sz="5000" kern="0" dirty="0">
                <a:latin typeface="Calibri" panose="020F0502020204030204" pitchFamily="34" charset="0"/>
                <a:cs typeface="Microsoft Sans Serif"/>
              </a:rPr>
              <a:t>e</a:t>
            </a:r>
            <a:r>
              <a:rPr lang="it-IT" sz="5000" kern="0" dirty="0">
                <a:latin typeface="Calibri" panose="020F0502020204030204" pitchFamily="34" charset="0"/>
                <a:cs typeface="Microsoft Sans Serif"/>
              </a:rPr>
              <a:t> </a:t>
            </a:r>
            <a:r>
              <a:rPr sz="5000" kern="0" dirty="0" err="1">
                <a:latin typeface="Calibri" panose="020F0502020204030204" pitchFamily="34" charset="0"/>
                <a:cs typeface="Microsoft Sans Serif"/>
              </a:rPr>
              <a:t>anche</a:t>
            </a:r>
            <a:r>
              <a:rPr lang="it-IT" sz="5000" kern="0" dirty="0">
                <a:latin typeface="Calibri" panose="020F0502020204030204" pitchFamily="34" charset="0"/>
                <a:cs typeface="Microsoft Sans Serif"/>
              </a:rPr>
              <a:t> </a:t>
            </a:r>
            <a:r>
              <a:rPr sz="5000" kern="0" dirty="0" err="1">
                <a:latin typeface="Calibri" panose="020F0502020204030204" pitchFamily="34" charset="0"/>
                <a:cs typeface="Microsoft Sans Serif"/>
              </a:rPr>
              <a:t>il</a:t>
            </a:r>
            <a:r>
              <a:rPr lang="it-IT" sz="5000" kern="0" dirty="0">
                <a:latin typeface="Calibri" panose="020F0502020204030204" pitchFamily="34" charset="0"/>
                <a:cs typeface="Microsoft Sans Serif"/>
              </a:rPr>
              <a:t> </a:t>
            </a:r>
            <a:r>
              <a:rPr sz="5000" kern="0" dirty="0" err="1">
                <a:latin typeface="Calibri" panose="020F0502020204030204" pitchFamily="34" charset="0"/>
                <a:cs typeface="Microsoft Sans Serif"/>
              </a:rPr>
              <a:t>grado</a:t>
            </a:r>
            <a:r>
              <a:rPr lang="it-IT" sz="5000" kern="0" dirty="0">
                <a:latin typeface="Calibri" panose="020F0502020204030204" pitchFamily="34" charset="0"/>
                <a:cs typeface="Microsoft Sans Serif"/>
              </a:rPr>
              <a:t> </a:t>
            </a:r>
            <a:r>
              <a:rPr sz="5000" kern="0" dirty="0">
                <a:latin typeface="Calibri" panose="020F0502020204030204" pitchFamily="34" charset="0"/>
                <a:cs typeface="Microsoft Sans Serif"/>
              </a:rPr>
              <a:t>di</a:t>
            </a:r>
            <a:r>
              <a:rPr lang="it-IT" sz="5000" kern="0" dirty="0">
                <a:latin typeface="Calibri" panose="020F0502020204030204" pitchFamily="34" charset="0"/>
                <a:cs typeface="Microsoft Sans Serif"/>
              </a:rPr>
              <a:t> </a:t>
            </a:r>
            <a:r>
              <a:rPr sz="5000" kern="0" dirty="0" err="1">
                <a:latin typeface="Calibri" panose="020F0502020204030204" pitchFamily="34" charset="0"/>
                <a:cs typeface="Microsoft Sans Serif"/>
              </a:rPr>
              <a:t>completezza</a:t>
            </a:r>
            <a:r>
              <a:rPr sz="5000" kern="0" dirty="0">
                <a:latin typeface="Calibri" panose="020F0502020204030204" pitchFamily="34" charset="0"/>
                <a:cs typeface="Microsoft Sans Serif"/>
              </a:rPr>
              <a:t>, </a:t>
            </a:r>
            <a:r>
              <a:rPr sz="5000" kern="0" dirty="0" err="1">
                <a:latin typeface="Calibri" panose="020F0502020204030204" pitchFamily="34" charset="0"/>
                <a:cs typeface="Microsoft Sans Serif"/>
              </a:rPr>
              <a:t>coerenza</a:t>
            </a:r>
            <a:r>
              <a:rPr lang="it-IT" sz="5000" kern="0" dirty="0">
                <a:latin typeface="Calibri" panose="020F0502020204030204" pitchFamily="34" charset="0"/>
                <a:cs typeface="Microsoft Sans Serif"/>
              </a:rPr>
              <a:t> </a:t>
            </a:r>
            <a:r>
              <a:rPr sz="5000" kern="0" dirty="0">
                <a:latin typeface="Calibri" panose="020F0502020204030204" pitchFamily="34" charset="0"/>
                <a:cs typeface="Microsoft Sans Serif"/>
              </a:rPr>
              <a:t>e</a:t>
            </a:r>
            <a:r>
              <a:rPr lang="it-IT" sz="5000" kern="0" dirty="0">
                <a:latin typeface="Calibri" panose="020F0502020204030204" pitchFamily="34" charset="0"/>
                <a:cs typeface="Microsoft Sans Serif"/>
              </a:rPr>
              <a:t> </a:t>
            </a:r>
            <a:r>
              <a:rPr sz="5000" kern="0" dirty="0" err="1">
                <a:latin typeface="Calibri" panose="020F0502020204030204" pitchFamily="34" charset="0"/>
                <a:cs typeface="Microsoft Sans Serif"/>
              </a:rPr>
              <a:t>condizioni</a:t>
            </a:r>
            <a:r>
              <a:rPr lang="it-IT" sz="5000" kern="0" dirty="0">
                <a:latin typeface="Calibri" panose="020F0502020204030204" pitchFamily="34" charset="0"/>
                <a:cs typeface="Microsoft Sans Serif"/>
              </a:rPr>
              <a:t> </a:t>
            </a:r>
            <a:r>
              <a:rPr sz="5000" kern="0" dirty="0">
                <a:latin typeface="Calibri" panose="020F0502020204030204" pitchFamily="34" charset="0"/>
                <a:cs typeface="Microsoft Sans Serif"/>
              </a:rPr>
              <a:t>di</a:t>
            </a:r>
            <a:r>
              <a:rPr lang="it-IT" sz="5000" kern="0" dirty="0">
                <a:latin typeface="Calibri" panose="020F0502020204030204" pitchFamily="34" charset="0"/>
                <a:cs typeface="Microsoft Sans Serif"/>
              </a:rPr>
              <a:t> </a:t>
            </a:r>
            <a:r>
              <a:rPr sz="5000" kern="0" dirty="0" err="1">
                <a:latin typeface="Calibri" panose="020F0502020204030204" pitchFamily="34" charset="0"/>
                <a:cs typeface="Microsoft Sans Serif"/>
              </a:rPr>
              <a:t>funzionamento</a:t>
            </a:r>
            <a:r>
              <a:rPr sz="5000" kern="0" dirty="0">
                <a:latin typeface="Calibri" panose="020F0502020204030204" pitchFamily="34" charset="0"/>
                <a:cs typeface="Microsoft Sans Serif"/>
              </a:rPr>
              <a:t>  delle </a:t>
            </a:r>
            <a:r>
              <a:rPr sz="5000" kern="0" dirty="0" err="1">
                <a:latin typeface="Calibri" panose="020F0502020204030204" pitchFamily="34" charset="0"/>
                <a:cs typeface="Microsoft Sans Serif"/>
              </a:rPr>
              <a:t>risorse</a:t>
            </a:r>
            <a:r>
              <a:rPr sz="5000" kern="0" dirty="0">
                <a:latin typeface="Calibri" panose="020F0502020204030204" pitchFamily="34" charset="0"/>
                <a:cs typeface="Microsoft Sans Serif"/>
              </a:rPr>
              <a:t> </a:t>
            </a:r>
            <a:r>
              <a:rPr lang="it-IT" sz="5000" kern="0" dirty="0">
                <a:latin typeface="Calibri" panose="020F0502020204030204" pitchFamily="34" charset="0"/>
                <a:cs typeface="Microsoft Sans Serif"/>
              </a:rPr>
              <a:t>i</a:t>
            </a:r>
            <a:r>
              <a:rPr sz="5000" kern="0" dirty="0" err="1">
                <a:latin typeface="Calibri" panose="020F0502020204030204" pitchFamily="34" charset="0"/>
                <a:cs typeface="Microsoft Sans Serif"/>
              </a:rPr>
              <a:t>nformatiche</a:t>
            </a:r>
            <a:r>
              <a:rPr sz="5000" kern="0" dirty="0">
                <a:latin typeface="Calibri" panose="020F0502020204030204" pitchFamily="34" charset="0"/>
                <a:cs typeface="Microsoft Sans Serif"/>
              </a:rPr>
              <a:t>.</a:t>
            </a:r>
          </a:p>
        </p:txBody>
      </p:sp>
    </p:spTree>
    <p:extLst>
      <p:ext uri="{BB962C8B-B14F-4D97-AF65-F5344CB8AC3E}">
        <p14:creationId xmlns:p14="http://schemas.microsoft.com/office/powerpoint/2010/main" val="3764472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7144" y="-44878"/>
            <a:ext cx="4256689" cy="782322"/>
          </a:xfrm>
          <a:prstGeom prst="rect">
            <a:avLst/>
          </a:prstGeom>
        </p:spPr>
        <p:txBody>
          <a:bodyPr vert="horz" wrap="square" lIns="0" tIns="12756" rIns="0" bIns="0" rtlCol="0">
            <a:spAutoFit/>
          </a:bodyPr>
          <a:lstStyle/>
          <a:p>
            <a:pPr marL="10630" algn="ctr">
              <a:lnSpc>
                <a:spcPct val="100000"/>
              </a:lnSpc>
              <a:spcBef>
                <a:spcPts val="100"/>
              </a:spcBef>
            </a:pPr>
            <a:r>
              <a:rPr sz="5000" spc="-134" dirty="0">
                <a:solidFill>
                  <a:srgbClr val="FFC000"/>
                </a:solidFill>
              </a:rPr>
              <a:t>Integrità</a:t>
            </a:r>
            <a:endParaRPr sz="5000" dirty="0">
              <a:solidFill>
                <a:srgbClr val="FFC000"/>
              </a:solidFill>
            </a:endParaRPr>
          </a:p>
        </p:txBody>
      </p:sp>
      <p:sp>
        <p:nvSpPr>
          <p:cNvPr id="3" name="object 3"/>
          <p:cNvSpPr/>
          <p:nvPr/>
        </p:nvSpPr>
        <p:spPr>
          <a:xfrm>
            <a:off x="853916" y="4543890"/>
            <a:ext cx="8096250" cy="0"/>
          </a:xfrm>
          <a:custGeom>
            <a:avLst/>
            <a:gdLst/>
            <a:ahLst/>
            <a:cxnLst/>
            <a:rect l="l" t="t" r="r" b="b"/>
            <a:pathLst>
              <a:path w="8636000">
                <a:moveTo>
                  <a:pt x="0" y="0"/>
                </a:moveTo>
                <a:lnTo>
                  <a:pt x="8636000" y="0"/>
                </a:lnTo>
              </a:path>
            </a:pathLst>
          </a:custGeom>
          <a:ln w="34010">
            <a:solidFill>
              <a:srgbClr val="000000"/>
            </a:solidFill>
          </a:ln>
        </p:spPr>
        <p:txBody>
          <a:bodyPr wrap="square" lIns="0" tIns="0" rIns="0" bIns="0" rtlCol="0"/>
          <a:lstStyle/>
          <a:p>
            <a:endParaRPr/>
          </a:p>
        </p:txBody>
      </p:sp>
      <p:sp>
        <p:nvSpPr>
          <p:cNvPr id="4" name="object 4"/>
          <p:cNvSpPr txBox="1"/>
          <p:nvPr/>
        </p:nvSpPr>
        <p:spPr>
          <a:xfrm>
            <a:off x="740978" y="919629"/>
            <a:ext cx="10925505" cy="5451865"/>
          </a:xfrm>
          <a:prstGeom prst="rect">
            <a:avLst/>
          </a:prstGeom>
        </p:spPr>
        <p:txBody>
          <a:bodyPr vert="horz" wrap="square" lIns="0" tIns="6909" rIns="0" bIns="0" rtlCol="0">
            <a:spAutoFit/>
          </a:bodyPr>
          <a:lstStyle/>
          <a:p>
            <a:pPr marR="4252" indent="9302" algn="just">
              <a:lnSpc>
                <a:spcPct val="106400"/>
              </a:lnSpc>
              <a:spcBef>
                <a:spcPts val="54"/>
              </a:spcBef>
            </a:pPr>
            <a:r>
              <a:rPr sz="3700" dirty="0">
                <a:latin typeface="Arial MT"/>
                <a:cs typeface="Arial MT"/>
              </a:rPr>
              <a:t>Per l’hardware e i sistemi di comunicazione,  l’integrità consiste di fattori come </a:t>
            </a:r>
            <a:r>
              <a:rPr sz="3700" u="heavy" dirty="0">
                <a:uFill>
                  <a:solidFill>
                    <a:srgbClr val="000000"/>
                  </a:solidFill>
                </a:uFill>
                <a:latin typeface="Arial MT"/>
                <a:cs typeface="Arial MT"/>
              </a:rPr>
              <a:t>elaborazione </a:t>
            </a:r>
            <a:r>
              <a:rPr sz="3700" dirty="0">
                <a:latin typeface="Arial MT"/>
                <a:cs typeface="Arial MT"/>
              </a:rPr>
              <a:t> </a:t>
            </a:r>
            <a:r>
              <a:rPr sz="3700" u="heavy" dirty="0">
                <a:uFill>
                  <a:solidFill>
                    <a:srgbClr val="000000"/>
                  </a:solidFill>
                </a:uFill>
                <a:latin typeface="Arial MT"/>
                <a:cs typeface="Arial MT"/>
              </a:rPr>
              <a:t>corretta dei dati</a:t>
            </a:r>
            <a:r>
              <a:rPr sz="3700" dirty="0">
                <a:latin typeface="Arial MT"/>
                <a:cs typeface="Arial MT"/>
              </a:rPr>
              <a:t>, </a:t>
            </a:r>
            <a:r>
              <a:rPr sz="3700" u="heavy" dirty="0">
                <a:uFill>
                  <a:solidFill>
                    <a:srgbClr val="000000"/>
                  </a:solidFill>
                </a:uFill>
                <a:latin typeface="Arial MT"/>
                <a:cs typeface="Arial MT"/>
              </a:rPr>
              <a:t>livello adeguato di prestazioni</a:t>
            </a:r>
            <a:r>
              <a:rPr sz="3700" dirty="0">
                <a:latin typeface="Arial MT"/>
                <a:cs typeface="Arial MT"/>
              </a:rPr>
              <a:t> e  </a:t>
            </a:r>
            <a:r>
              <a:rPr sz="3700" u="heavy" dirty="0">
                <a:uFill>
                  <a:solidFill>
                    <a:srgbClr val="000000"/>
                  </a:solidFill>
                </a:uFill>
                <a:latin typeface="Arial MT"/>
                <a:cs typeface="Arial MT"/>
              </a:rPr>
              <a:t>corretto instradamento dei </a:t>
            </a:r>
            <a:r>
              <a:rPr sz="3700" u="heavy" dirty="0" err="1">
                <a:uFill>
                  <a:solidFill>
                    <a:srgbClr val="000000"/>
                  </a:solidFill>
                </a:uFill>
                <a:latin typeface="Arial MT"/>
                <a:cs typeface="Arial MT"/>
              </a:rPr>
              <a:t>dati</a:t>
            </a:r>
            <a:r>
              <a:rPr sz="3700" dirty="0">
                <a:latin typeface="Arial MT"/>
                <a:cs typeface="Arial MT"/>
              </a:rPr>
              <a:t>.</a:t>
            </a:r>
            <a:endParaRPr lang="it-IT" sz="3700" dirty="0">
              <a:latin typeface="Arial MT"/>
              <a:cs typeface="Arial MT"/>
            </a:endParaRPr>
          </a:p>
          <a:p>
            <a:pPr marR="4252" indent="9302" algn="just">
              <a:lnSpc>
                <a:spcPct val="106400"/>
              </a:lnSpc>
              <a:spcBef>
                <a:spcPts val="54"/>
              </a:spcBef>
            </a:pPr>
            <a:endParaRPr sz="3700" dirty="0">
              <a:latin typeface="Arial MT"/>
              <a:cs typeface="Arial MT"/>
            </a:endParaRPr>
          </a:p>
          <a:p>
            <a:pPr marR="6378" indent="9302" algn="just">
              <a:lnSpc>
                <a:spcPct val="105900"/>
              </a:lnSpc>
            </a:pPr>
            <a:r>
              <a:rPr sz="3700" dirty="0">
                <a:latin typeface="Arial MT"/>
                <a:cs typeface="Arial MT"/>
              </a:rPr>
              <a:t>L’integrità del software riguarda fattori come la  completezza e coerenza dei moduli del sistema  operativo e delle applicazioni e la </a:t>
            </a:r>
            <a:r>
              <a:rPr sz="3700" u="heavy" dirty="0">
                <a:uFill>
                  <a:solidFill>
                    <a:srgbClr val="000000"/>
                  </a:solidFill>
                </a:uFill>
                <a:latin typeface="Arial MT"/>
                <a:cs typeface="Arial MT"/>
              </a:rPr>
              <a:t>correttezza dei </a:t>
            </a:r>
            <a:r>
              <a:rPr sz="3700" dirty="0">
                <a:latin typeface="Arial MT"/>
                <a:cs typeface="Arial MT"/>
              </a:rPr>
              <a:t> </a:t>
            </a:r>
            <a:r>
              <a:rPr sz="3700" u="heavy" dirty="0">
                <a:uFill>
                  <a:solidFill>
                    <a:srgbClr val="000000"/>
                  </a:solidFill>
                </a:uFill>
                <a:latin typeface="Arial MT"/>
                <a:cs typeface="Arial MT"/>
              </a:rPr>
              <a:t>file critici</a:t>
            </a:r>
            <a:r>
              <a:rPr sz="3700" dirty="0">
                <a:latin typeface="Arial MT"/>
                <a:cs typeface="Arial MT"/>
              </a:rPr>
              <a:t> di sistema e di configurazione.</a:t>
            </a:r>
          </a:p>
        </p:txBody>
      </p:sp>
    </p:spTree>
    <p:extLst>
      <p:ext uri="{BB962C8B-B14F-4D97-AF65-F5344CB8AC3E}">
        <p14:creationId xmlns:p14="http://schemas.microsoft.com/office/powerpoint/2010/main" val="2634790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7145" y="-44878"/>
            <a:ext cx="4256689" cy="782322"/>
          </a:xfrm>
          <a:prstGeom prst="rect">
            <a:avLst/>
          </a:prstGeom>
        </p:spPr>
        <p:txBody>
          <a:bodyPr vert="horz" wrap="square" lIns="0" tIns="12756" rIns="0" bIns="0" rtlCol="0">
            <a:spAutoFit/>
          </a:bodyPr>
          <a:lstStyle/>
          <a:p>
            <a:pPr marL="10630" algn="ctr">
              <a:lnSpc>
                <a:spcPct val="100000"/>
              </a:lnSpc>
              <a:spcBef>
                <a:spcPts val="100"/>
              </a:spcBef>
            </a:pPr>
            <a:r>
              <a:rPr sz="5000" spc="-134" dirty="0">
                <a:solidFill>
                  <a:srgbClr val="FFC000"/>
                </a:solidFill>
              </a:rPr>
              <a:t>Integrità</a:t>
            </a:r>
            <a:endParaRPr sz="5000" dirty="0">
              <a:solidFill>
                <a:srgbClr val="FFC000"/>
              </a:solidFill>
            </a:endParaRPr>
          </a:p>
        </p:txBody>
      </p:sp>
      <p:sp>
        <p:nvSpPr>
          <p:cNvPr id="3" name="object 3"/>
          <p:cNvSpPr txBox="1"/>
          <p:nvPr/>
        </p:nvSpPr>
        <p:spPr>
          <a:xfrm>
            <a:off x="914400" y="1178719"/>
            <a:ext cx="10641724" cy="4256440"/>
          </a:xfrm>
          <a:prstGeom prst="rect">
            <a:avLst/>
          </a:prstGeom>
        </p:spPr>
        <p:txBody>
          <a:bodyPr vert="horz" wrap="square" lIns="0" tIns="9035" rIns="0" bIns="0" rtlCol="0">
            <a:spAutoFit/>
          </a:bodyPr>
          <a:lstStyle/>
          <a:p>
            <a:pPr marL="10630" marR="4252" algn="just">
              <a:lnSpc>
                <a:spcPct val="115399"/>
              </a:lnSpc>
              <a:spcBef>
                <a:spcPts val="71"/>
              </a:spcBef>
            </a:pPr>
            <a:r>
              <a:rPr sz="4000" kern="0" dirty="0">
                <a:latin typeface="Arial MT"/>
                <a:cs typeface="Arial MT"/>
              </a:rPr>
              <a:t>Per le informazioni, l’integrità viene meno  quando i dati sono </a:t>
            </a:r>
            <a:r>
              <a:rPr sz="4000" u="heavy" kern="0" dirty="0">
                <a:uFill>
                  <a:solidFill>
                    <a:srgbClr val="000000"/>
                  </a:solidFill>
                </a:uFill>
                <a:latin typeface="Arial MT"/>
                <a:cs typeface="Arial MT"/>
              </a:rPr>
              <a:t>alterati</a:t>
            </a:r>
            <a:r>
              <a:rPr sz="4000" kern="0" dirty="0">
                <a:latin typeface="Arial MT"/>
                <a:cs typeface="Arial MT"/>
              </a:rPr>
              <a:t>, </a:t>
            </a:r>
            <a:r>
              <a:rPr sz="4000" u="heavy" kern="0" dirty="0">
                <a:uFill>
                  <a:solidFill>
                    <a:srgbClr val="000000"/>
                  </a:solidFill>
                </a:uFill>
                <a:latin typeface="Arial MT"/>
                <a:cs typeface="Arial MT"/>
              </a:rPr>
              <a:t>cancellati</a:t>
            </a:r>
            <a:r>
              <a:rPr sz="4000" kern="0" dirty="0">
                <a:latin typeface="Arial MT"/>
                <a:cs typeface="Arial MT"/>
              </a:rPr>
              <a:t> o anche  </a:t>
            </a:r>
            <a:r>
              <a:rPr sz="4000" u="heavy" kern="0" dirty="0">
                <a:uFill>
                  <a:solidFill>
                    <a:srgbClr val="000000"/>
                  </a:solidFill>
                </a:uFill>
                <a:latin typeface="Arial MT"/>
                <a:cs typeface="Arial MT"/>
              </a:rPr>
              <a:t>inventati</a:t>
            </a:r>
            <a:r>
              <a:rPr sz="4000" kern="0" dirty="0">
                <a:latin typeface="Arial MT"/>
                <a:cs typeface="Arial MT"/>
              </a:rPr>
              <a:t>, per errore o per dolo, e quando si  perde, per esempio in un database, la  coerenza tra dati in relazione tra loro (per  esempio i record coinvolti in una transazione).</a:t>
            </a:r>
          </a:p>
        </p:txBody>
      </p:sp>
    </p:spTree>
    <p:extLst>
      <p:ext uri="{BB962C8B-B14F-4D97-AF65-F5344CB8AC3E}">
        <p14:creationId xmlns:p14="http://schemas.microsoft.com/office/powerpoint/2010/main" val="3269007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7631" y="10139"/>
            <a:ext cx="2536031" cy="689989"/>
          </a:xfrm>
          <a:prstGeom prst="rect">
            <a:avLst/>
          </a:prstGeom>
        </p:spPr>
        <p:txBody>
          <a:bodyPr vert="horz" wrap="square" lIns="0" tIns="12756" rIns="0" bIns="0" rtlCol="0">
            <a:spAutoFit/>
          </a:bodyPr>
          <a:lstStyle/>
          <a:p>
            <a:pPr marL="10630" algn="ctr">
              <a:lnSpc>
                <a:spcPct val="100000"/>
              </a:lnSpc>
              <a:spcBef>
                <a:spcPts val="100"/>
              </a:spcBef>
            </a:pPr>
            <a:r>
              <a:rPr sz="4400" spc="-142" dirty="0">
                <a:solidFill>
                  <a:srgbClr val="FFC000"/>
                </a:solidFill>
              </a:rPr>
              <a:t>Integrità</a:t>
            </a:r>
          </a:p>
        </p:txBody>
      </p:sp>
      <p:sp>
        <p:nvSpPr>
          <p:cNvPr id="3" name="object 3"/>
          <p:cNvSpPr txBox="1"/>
          <p:nvPr/>
        </p:nvSpPr>
        <p:spPr>
          <a:xfrm>
            <a:off x="740978" y="1117189"/>
            <a:ext cx="11056209" cy="5285620"/>
          </a:xfrm>
          <a:prstGeom prst="rect">
            <a:avLst/>
          </a:prstGeom>
        </p:spPr>
        <p:txBody>
          <a:bodyPr vert="horz" wrap="square" lIns="0" tIns="1594" rIns="0" bIns="0" rtlCol="0">
            <a:spAutoFit/>
          </a:bodyPr>
          <a:lstStyle/>
          <a:p>
            <a:pPr marL="10630" marR="4252" algn="just">
              <a:lnSpc>
                <a:spcPct val="115700"/>
              </a:lnSpc>
              <a:spcBef>
                <a:spcPts val="13"/>
              </a:spcBef>
            </a:pPr>
            <a:r>
              <a:rPr sz="3700" kern="0" dirty="0">
                <a:latin typeface="Arial MT"/>
                <a:cs typeface="Arial MT"/>
              </a:rPr>
              <a:t>Procedure di manutenzione e diagnosi preventiva,  hardware e software per la rilevazione e prevenzione di  accessi illeciti, attacchi virali e intrusioni, applicazioni  che minimizzano errori logici e formali di data entry,  accesso ristretto alle risorse critiche e controllo degli  accessi sono alcuni degli strumenti utili a </a:t>
            </a:r>
            <a:r>
              <a:rPr sz="3700" kern="0" dirty="0" err="1">
                <a:latin typeface="Arial MT"/>
                <a:cs typeface="Arial MT"/>
              </a:rPr>
              <a:t>preservare</a:t>
            </a:r>
            <a:r>
              <a:rPr lang="it-IT" sz="3700" kern="0" dirty="0">
                <a:latin typeface="Arial MT"/>
                <a:cs typeface="Arial MT"/>
              </a:rPr>
              <a:t> </a:t>
            </a:r>
            <a:r>
              <a:rPr sz="3700" kern="0" dirty="0" err="1">
                <a:latin typeface="Arial MT"/>
                <a:cs typeface="Arial MT"/>
              </a:rPr>
              <a:t>l’</a:t>
            </a:r>
            <a:r>
              <a:rPr sz="3700" i="1" kern="0" dirty="0" err="1">
                <a:latin typeface="Times New Roman"/>
                <a:cs typeface="Times New Roman"/>
              </a:rPr>
              <a:t>integrità</a:t>
            </a:r>
            <a:r>
              <a:rPr sz="3700" i="1" kern="0" dirty="0">
                <a:latin typeface="Times New Roman"/>
                <a:cs typeface="Times New Roman"/>
              </a:rPr>
              <a:t> delle informazioni e delle risorse</a:t>
            </a:r>
            <a:r>
              <a:rPr sz="3700" kern="0" dirty="0">
                <a:latin typeface="Arial MT"/>
                <a:cs typeface="Arial MT"/>
              </a:rPr>
              <a:t>.</a:t>
            </a:r>
          </a:p>
        </p:txBody>
      </p:sp>
    </p:spTree>
    <p:extLst>
      <p:ext uri="{BB962C8B-B14F-4D97-AF65-F5344CB8AC3E}">
        <p14:creationId xmlns:p14="http://schemas.microsoft.com/office/powerpoint/2010/main" val="887932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7631" y="10139"/>
            <a:ext cx="2536031" cy="689989"/>
          </a:xfrm>
          <a:prstGeom prst="rect">
            <a:avLst/>
          </a:prstGeom>
        </p:spPr>
        <p:txBody>
          <a:bodyPr vert="horz" wrap="square" lIns="0" tIns="12756" rIns="0" bIns="0" rtlCol="0">
            <a:spAutoFit/>
          </a:bodyPr>
          <a:lstStyle/>
          <a:p>
            <a:pPr marL="10630" algn="ctr">
              <a:lnSpc>
                <a:spcPct val="100000"/>
              </a:lnSpc>
              <a:spcBef>
                <a:spcPts val="100"/>
              </a:spcBef>
            </a:pPr>
            <a:r>
              <a:rPr sz="4400" spc="-142" dirty="0">
                <a:solidFill>
                  <a:srgbClr val="FFC000"/>
                </a:solidFill>
              </a:rPr>
              <a:t>Integrità</a:t>
            </a:r>
          </a:p>
        </p:txBody>
      </p:sp>
      <p:sp>
        <p:nvSpPr>
          <p:cNvPr id="3" name="object 3"/>
          <p:cNvSpPr txBox="1"/>
          <p:nvPr/>
        </p:nvSpPr>
        <p:spPr>
          <a:xfrm>
            <a:off x="756746" y="1025454"/>
            <a:ext cx="10783614" cy="4786818"/>
          </a:xfrm>
          <a:prstGeom prst="rect">
            <a:avLst/>
          </a:prstGeom>
        </p:spPr>
        <p:txBody>
          <a:bodyPr vert="horz" wrap="square" lIns="0" tIns="8504" rIns="0" bIns="0" rtlCol="0">
            <a:spAutoFit/>
          </a:bodyPr>
          <a:lstStyle/>
          <a:p>
            <a:pPr marL="10630" marR="4252" algn="just">
              <a:lnSpc>
                <a:spcPct val="115399"/>
              </a:lnSpc>
              <a:spcBef>
                <a:spcPts val="67"/>
              </a:spcBef>
            </a:pPr>
            <a:r>
              <a:rPr sz="4500" kern="0" dirty="0">
                <a:latin typeface="Arial MT"/>
                <a:cs typeface="Arial MT"/>
              </a:rPr>
              <a:t>Anche le tecniche di </a:t>
            </a:r>
            <a:r>
              <a:rPr sz="4500" b="1" kern="0" dirty="0">
                <a:latin typeface="Arial"/>
                <a:cs typeface="Arial"/>
              </a:rPr>
              <a:t>hashing </a:t>
            </a:r>
            <a:r>
              <a:rPr sz="4500" kern="0" dirty="0">
                <a:latin typeface="Arial MT"/>
                <a:cs typeface="Arial MT"/>
              </a:rPr>
              <a:t>(calcolo di un  numero di lunghezza fissa a partire da un  qualsiasi messaggio o documento) sono  usate per verificare che le informazioni non  vengano alterate per dolo o per errore  (anche di trasmissione).</a:t>
            </a:r>
          </a:p>
        </p:txBody>
      </p:sp>
    </p:spTree>
    <p:extLst>
      <p:ext uri="{BB962C8B-B14F-4D97-AF65-F5344CB8AC3E}">
        <p14:creationId xmlns:p14="http://schemas.microsoft.com/office/powerpoint/2010/main" val="547112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4400" y="107156"/>
            <a:ext cx="10405242" cy="5865252"/>
          </a:xfrm>
          <a:prstGeom prst="rect">
            <a:avLst/>
          </a:prstGeom>
        </p:spPr>
        <p:txBody>
          <a:bodyPr vert="horz" wrap="square" lIns="0" tIns="12756" rIns="0" bIns="0" rtlCol="0">
            <a:spAutoFit/>
          </a:bodyPr>
          <a:lstStyle/>
          <a:p>
            <a:pPr marR="379487" algn="ctr">
              <a:spcBef>
                <a:spcPts val="100"/>
              </a:spcBef>
            </a:pPr>
            <a:r>
              <a:rPr sz="4500" kern="0" dirty="0">
                <a:solidFill>
                  <a:srgbClr val="FFC000"/>
                </a:solidFill>
                <a:latin typeface="Arial MT"/>
                <a:cs typeface="Arial MT"/>
              </a:rPr>
              <a:t>Riservatezza</a:t>
            </a:r>
          </a:p>
          <a:p>
            <a:pPr marL="11161" marR="4252" indent="-1063" algn="just">
              <a:lnSpc>
                <a:spcPct val="113999"/>
              </a:lnSpc>
              <a:spcBef>
                <a:spcPts val="3348"/>
              </a:spcBef>
            </a:pPr>
            <a:r>
              <a:rPr sz="4500" i="1" kern="0" dirty="0">
                <a:latin typeface="Arial"/>
                <a:cs typeface="Arial"/>
              </a:rPr>
              <a:t>La </a:t>
            </a:r>
            <a:r>
              <a:rPr sz="4500" b="1" kern="0" dirty="0">
                <a:latin typeface="Trebuchet MS"/>
                <a:cs typeface="Trebuchet MS"/>
              </a:rPr>
              <a:t>riservatezza </a:t>
            </a:r>
            <a:r>
              <a:rPr sz="4500" i="1" kern="0" dirty="0">
                <a:latin typeface="Arial"/>
                <a:cs typeface="Arial"/>
              </a:rPr>
              <a:t>consiste </a:t>
            </a:r>
            <a:r>
              <a:rPr sz="4500" i="1" kern="0" dirty="0" err="1">
                <a:latin typeface="Arial"/>
                <a:cs typeface="Arial"/>
              </a:rPr>
              <a:t>nel</a:t>
            </a:r>
            <a:r>
              <a:rPr sz="4500" i="1" kern="0" dirty="0">
                <a:latin typeface="Arial"/>
                <a:cs typeface="Arial"/>
              </a:rPr>
              <a:t> </a:t>
            </a:r>
            <a:r>
              <a:rPr sz="4500" i="1" kern="0" dirty="0" err="1">
                <a:latin typeface="Arial"/>
                <a:cs typeface="Arial"/>
              </a:rPr>
              <a:t>limitare</a:t>
            </a:r>
            <a:r>
              <a:rPr sz="4500" i="1" kern="0" dirty="0">
                <a:latin typeface="Arial"/>
                <a:cs typeface="Arial"/>
              </a:rPr>
              <a:t> l’accesso alle informazioni e alle ri-  sorse informatiche alle sole </a:t>
            </a:r>
            <a:r>
              <a:rPr sz="4500" i="1" kern="0" dirty="0" err="1">
                <a:latin typeface="Arial"/>
                <a:cs typeface="Arial"/>
              </a:rPr>
              <a:t>persone</a:t>
            </a:r>
            <a:r>
              <a:rPr lang="it-IT" sz="4500" i="1" kern="0" dirty="0">
                <a:latin typeface="Arial"/>
                <a:cs typeface="Arial"/>
              </a:rPr>
              <a:t> autorizzate, si applica sia all’archiviazione delle informazioni sia alla comunicazione</a:t>
            </a:r>
            <a:endParaRPr sz="4500" kern="0" dirty="0">
              <a:latin typeface="Arial"/>
              <a:cs typeface="Arial"/>
            </a:endParaRPr>
          </a:p>
        </p:txBody>
      </p:sp>
    </p:spTree>
    <p:extLst>
      <p:ext uri="{BB962C8B-B14F-4D97-AF65-F5344CB8AC3E}">
        <p14:creationId xmlns:p14="http://schemas.microsoft.com/office/powerpoint/2010/main" val="4051847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7918" y="-20639"/>
            <a:ext cx="3795713" cy="751544"/>
          </a:xfrm>
          <a:prstGeom prst="rect">
            <a:avLst/>
          </a:prstGeom>
        </p:spPr>
        <p:txBody>
          <a:bodyPr vert="horz" wrap="square" lIns="0" tIns="12756" rIns="0" bIns="0" rtlCol="0">
            <a:spAutoFit/>
          </a:bodyPr>
          <a:lstStyle/>
          <a:p>
            <a:pPr marL="10630">
              <a:lnSpc>
                <a:spcPct val="100000"/>
              </a:lnSpc>
              <a:spcBef>
                <a:spcPts val="100"/>
              </a:spcBef>
            </a:pPr>
            <a:r>
              <a:rPr sz="4800" kern="0" dirty="0">
                <a:solidFill>
                  <a:srgbClr val="FFC000"/>
                </a:solidFill>
              </a:rPr>
              <a:t>Riservatezza</a:t>
            </a:r>
          </a:p>
        </p:txBody>
      </p:sp>
      <p:sp>
        <p:nvSpPr>
          <p:cNvPr id="3" name="object 3"/>
          <p:cNvSpPr txBox="1"/>
          <p:nvPr/>
        </p:nvSpPr>
        <p:spPr>
          <a:xfrm>
            <a:off x="788276" y="990123"/>
            <a:ext cx="11023200" cy="5479757"/>
          </a:xfrm>
          <a:prstGeom prst="rect">
            <a:avLst/>
          </a:prstGeom>
        </p:spPr>
        <p:txBody>
          <a:bodyPr vert="horz" wrap="square" lIns="0" tIns="6909" rIns="0" bIns="0" rtlCol="0">
            <a:spAutoFit/>
          </a:bodyPr>
          <a:lstStyle/>
          <a:p>
            <a:pPr marR="7972" indent="9525" algn="just">
              <a:lnSpc>
                <a:spcPts val="5524"/>
              </a:lnSpc>
              <a:spcBef>
                <a:spcPts val="54"/>
              </a:spcBef>
            </a:pPr>
            <a:r>
              <a:rPr sz="4000" i="1" kern="0" dirty="0">
                <a:latin typeface="Arial" panose="020B0604020202020204" pitchFamily="34" charset="0"/>
                <a:cs typeface="Arial" panose="020B0604020202020204" pitchFamily="34" charset="0"/>
              </a:rPr>
              <a:t>Un’</a:t>
            </a:r>
            <a:r>
              <a:rPr sz="4000" b="1" i="1" kern="0" dirty="0">
                <a:latin typeface="Arial" panose="020B0604020202020204" pitchFamily="34" charset="0"/>
                <a:cs typeface="Arial" panose="020B0604020202020204" pitchFamily="34" charset="0"/>
              </a:rPr>
              <a:t>informazione </a:t>
            </a:r>
            <a:r>
              <a:rPr sz="4000" i="1" kern="0" dirty="0">
                <a:latin typeface="Arial" panose="020B0604020202020204" pitchFamily="34" charset="0"/>
                <a:cs typeface="Arial" panose="020B0604020202020204" pitchFamily="34" charset="0"/>
              </a:rPr>
              <a:t>è composta generalmente  di più dati in relazione tra di loro, ciascuno  dei quali non necessariamente costituisce  un’informazione.</a:t>
            </a:r>
            <a:endParaRPr sz="4000" kern="0" dirty="0">
              <a:latin typeface="Arial" panose="020B0604020202020204" pitchFamily="34" charset="0"/>
              <a:cs typeface="Arial" panose="020B0604020202020204" pitchFamily="34" charset="0"/>
            </a:endParaRPr>
          </a:p>
          <a:p>
            <a:pPr>
              <a:lnSpc>
                <a:spcPts val="5315"/>
              </a:lnSpc>
              <a:tabLst>
                <a:tab pos="542656" algn="l"/>
                <a:tab pos="1926669" algn="l"/>
                <a:tab pos="2483676" algn="l"/>
                <a:tab pos="2998695" algn="l"/>
                <a:tab pos="4788238" algn="l"/>
                <a:tab pos="5451544" algn="l"/>
                <a:tab pos="6841404" algn="l"/>
                <a:tab pos="8806872" algn="l"/>
                <a:tab pos="9470178" algn="l"/>
              </a:tabLst>
            </a:pPr>
            <a:r>
              <a:rPr sz="4000" kern="0" dirty="0">
                <a:latin typeface="Arial" panose="020B0604020202020204" pitchFamily="34" charset="0"/>
                <a:cs typeface="Arial" panose="020B0604020202020204" pitchFamily="34" charset="0"/>
              </a:rPr>
              <a:t>Il	nome	e	il	numero	di	conto	corrente	di	una</a:t>
            </a:r>
          </a:p>
          <a:p>
            <a:pPr>
              <a:spcBef>
                <a:spcPts val="318"/>
              </a:spcBef>
              <a:tabLst>
                <a:tab pos="2401826" algn="l"/>
                <a:tab pos="4367826" algn="l"/>
                <a:tab pos="5372351" algn="l"/>
                <a:tab pos="6592664" algn="l"/>
                <a:tab pos="9334115" algn="l"/>
                <a:tab pos="9851260" algn="l"/>
              </a:tabLst>
            </a:pPr>
            <a:r>
              <a:rPr sz="4000" kern="0" dirty="0">
                <a:latin typeface="Arial" panose="020B0604020202020204" pitchFamily="34" charset="0"/>
                <a:cs typeface="Arial" panose="020B0604020202020204" pitchFamily="34" charset="0"/>
              </a:rPr>
              <a:t>persona,	separati,	non	sono	informazioni;	è	la</a:t>
            </a:r>
          </a:p>
          <a:p>
            <a:pPr marR="4252">
              <a:lnSpc>
                <a:spcPct val="105900"/>
              </a:lnSpc>
              <a:spcBef>
                <a:spcPts val="84"/>
              </a:spcBef>
              <a:tabLst>
                <a:tab pos="3589717" algn="l"/>
                <a:tab pos="4606999" algn="l"/>
                <a:tab pos="5767251" algn="l"/>
                <a:tab pos="6933352" algn="l"/>
                <a:tab pos="8059059" algn="l"/>
              </a:tabLst>
            </a:pPr>
            <a:r>
              <a:rPr sz="4000" kern="0" dirty="0">
                <a:latin typeface="Arial" panose="020B0604020202020204" pitchFamily="34" charset="0"/>
                <a:cs typeface="Arial" panose="020B0604020202020204" pitchFamily="34" charset="0"/>
              </a:rPr>
              <a:t>combinazione	dei	due	dati	che	costituisce  l’informazione.</a:t>
            </a:r>
          </a:p>
        </p:txBody>
      </p:sp>
    </p:spTree>
    <p:extLst>
      <p:ext uri="{BB962C8B-B14F-4D97-AF65-F5344CB8AC3E}">
        <p14:creationId xmlns:p14="http://schemas.microsoft.com/office/powerpoint/2010/main" val="1609860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7918" y="-20639"/>
            <a:ext cx="3795713" cy="751544"/>
          </a:xfrm>
          <a:prstGeom prst="rect">
            <a:avLst/>
          </a:prstGeom>
        </p:spPr>
        <p:txBody>
          <a:bodyPr vert="horz" wrap="square" lIns="0" tIns="12756" rIns="0" bIns="0" rtlCol="0">
            <a:spAutoFit/>
          </a:bodyPr>
          <a:lstStyle/>
          <a:p>
            <a:pPr marL="10630">
              <a:lnSpc>
                <a:spcPct val="100000"/>
              </a:lnSpc>
              <a:spcBef>
                <a:spcPts val="100"/>
              </a:spcBef>
            </a:pPr>
            <a:r>
              <a:rPr sz="4800" spc="-314" dirty="0">
                <a:solidFill>
                  <a:srgbClr val="FFC000"/>
                </a:solidFill>
              </a:rPr>
              <a:t>Riservatezza</a:t>
            </a:r>
          </a:p>
        </p:txBody>
      </p:sp>
      <p:sp>
        <p:nvSpPr>
          <p:cNvPr id="4" name="object 4"/>
          <p:cNvSpPr txBox="1">
            <a:spLocks noGrp="1"/>
          </p:cNvSpPr>
          <p:nvPr>
            <p:ph type="ftr" sz="quarter" idx="4294967295"/>
          </p:nvPr>
        </p:nvSpPr>
        <p:spPr>
          <a:xfrm>
            <a:off x="352809" y="6259442"/>
            <a:ext cx="11458575" cy="448841"/>
          </a:xfrm>
          <a:prstGeom prst="rect">
            <a:avLst/>
          </a:prstGeom>
        </p:spPr>
        <p:txBody>
          <a:bodyPr vert="horz" wrap="square" lIns="0" tIns="0" rIns="0" bIns="0" rtlCol="0">
            <a:spAutoFit/>
          </a:bodyPr>
          <a:lstStyle/>
          <a:p>
            <a:pPr marL="10630">
              <a:lnSpc>
                <a:spcPts val="3486"/>
              </a:lnSpc>
            </a:pPr>
            <a:r>
              <a:rPr spc="-381" dirty="0"/>
              <a:t>Sicurezza</a:t>
            </a:r>
            <a:r>
              <a:rPr spc="-142" dirty="0"/>
              <a:t> </a:t>
            </a:r>
            <a:r>
              <a:rPr spc="-318" dirty="0"/>
              <a:t>Informatica</a:t>
            </a:r>
            <a:r>
              <a:rPr spc="-138" dirty="0"/>
              <a:t> </a:t>
            </a:r>
            <a:r>
              <a:rPr spc="-146" dirty="0"/>
              <a:t>-</a:t>
            </a:r>
            <a:r>
              <a:rPr spc="-138" dirty="0"/>
              <a:t> </a:t>
            </a:r>
            <a:r>
              <a:rPr b="1" spc="-310" dirty="0">
                <a:latin typeface="Arial"/>
                <a:cs typeface="Arial"/>
              </a:rPr>
              <a:t>Modulo</a:t>
            </a:r>
            <a:r>
              <a:rPr b="1" spc="-138" dirty="0">
                <a:latin typeface="Arial"/>
                <a:cs typeface="Arial"/>
              </a:rPr>
              <a:t> </a:t>
            </a:r>
            <a:r>
              <a:rPr b="1" spc="-230" dirty="0">
                <a:latin typeface="Arial"/>
                <a:cs typeface="Arial"/>
              </a:rPr>
              <a:t>1:</a:t>
            </a:r>
            <a:r>
              <a:rPr b="1" spc="-138" dirty="0">
                <a:latin typeface="Arial"/>
                <a:cs typeface="Arial"/>
              </a:rPr>
              <a:t> </a:t>
            </a:r>
            <a:r>
              <a:rPr b="1" spc="-259" dirty="0">
                <a:latin typeface="Arial"/>
                <a:cs typeface="Arial"/>
              </a:rPr>
              <a:t>Concetti</a:t>
            </a:r>
            <a:r>
              <a:rPr b="1" spc="-142" dirty="0">
                <a:latin typeface="Arial"/>
                <a:cs typeface="Arial"/>
              </a:rPr>
              <a:t> </a:t>
            </a:r>
            <a:r>
              <a:rPr b="1" spc="-259" dirty="0">
                <a:latin typeface="Arial"/>
                <a:cs typeface="Arial"/>
              </a:rPr>
              <a:t>Generali</a:t>
            </a:r>
            <a:r>
              <a:rPr b="1" spc="-138" dirty="0">
                <a:latin typeface="Arial"/>
                <a:cs typeface="Arial"/>
              </a:rPr>
              <a:t> </a:t>
            </a:r>
            <a:r>
              <a:rPr spc="-146" dirty="0"/>
              <a:t>-</a:t>
            </a:r>
            <a:r>
              <a:rPr spc="-138" dirty="0"/>
              <a:t> </a:t>
            </a:r>
            <a:r>
              <a:rPr spc="-322" dirty="0"/>
              <a:t>Prof.</a:t>
            </a:r>
            <a:r>
              <a:rPr spc="-138" dirty="0"/>
              <a:t> </a:t>
            </a:r>
            <a:r>
              <a:rPr spc="-405" dirty="0"/>
              <a:t>Crescenzio</a:t>
            </a:r>
            <a:r>
              <a:rPr spc="-138" dirty="0"/>
              <a:t> </a:t>
            </a:r>
            <a:r>
              <a:rPr spc="-423" dirty="0"/>
              <a:t>Gallo</a:t>
            </a:r>
          </a:p>
        </p:txBody>
      </p:sp>
      <p:sp>
        <p:nvSpPr>
          <p:cNvPr id="3" name="object 3"/>
          <p:cNvSpPr txBox="1"/>
          <p:nvPr/>
        </p:nvSpPr>
        <p:spPr>
          <a:xfrm>
            <a:off x="804041" y="971760"/>
            <a:ext cx="10815146" cy="5055220"/>
          </a:xfrm>
          <a:prstGeom prst="rect">
            <a:avLst/>
          </a:prstGeom>
        </p:spPr>
        <p:txBody>
          <a:bodyPr vert="horz" wrap="square" lIns="0" tIns="2657" rIns="0" bIns="0" rtlCol="0">
            <a:spAutoFit/>
          </a:bodyPr>
          <a:lstStyle/>
          <a:p>
            <a:pPr marL="41988" marR="4252" indent="-31890" algn="just">
              <a:lnSpc>
                <a:spcPct val="114399"/>
              </a:lnSpc>
              <a:spcBef>
                <a:spcPts val="21"/>
              </a:spcBef>
            </a:pPr>
            <a:r>
              <a:rPr sz="4800" kern="0" dirty="0">
                <a:latin typeface="Arial MT"/>
                <a:cs typeface="Arial MT"/>
              </a:rPr>
              <a:t>La riservatezza dell’informazione può  essere quindi garantita sia </a:t>
            </a:r>
            <a:r>
              <a:rPr sz="4800" u="heavy" kern="0" dirty="0">
                <a:uFill>
                  <a:solidFill>
                    <a:srgbClr val="000000"/>
                  </a:solidFill>
                </a:uFill>
                <a:latin typeface="Arial MT"/>
                <a:cs typeface="Arial MT"/>
              </a:rPr>
              <a:t>nascondendo </a:t>
            </a:r>
            <a:r>
              <a:rPr sz="4800" kern="0" dirty="0">
                <a:latin typeface="Arial MT"/>
                <a:cs typeface="Arial MT"/>
              </a:rPr>
              <a:t> </a:t>
            </a:r>
            <a:r>
              <a:rPr sz="4800" u="heavy" kern="0" dirty="0">
                <a:uFill>
                  <a:solidFill>
                    <a:srgbClr val="000000"/>
                  </a:solidFill>
                </a:uFill>
                <a:latin typeface="Arial MT"/>
                <a:cs typeface="Arial MT"/>
              </a:rPr>
              <a:t>l’intera informazione</a:t>
            </a:r>
            <a:r>
              <a:rPr sz="4800" kern="0" dirty="0">
                <a:latin typeface="Arial MT"/>
                <a:cs typeface="Arial MT"/>
              </a:rPr>
              <a:t> (per esempio con  tecniche di crittografia) sia </a:t>
            </a:r>
            <a:r>
              <a:rPr sz="4800" u="heavy" kern="0" dirty="0">
                <a:uFill>
                  <a:solidFill>
                    <a:srgbClr val="000000"/>
                  </a:solidFill>
                </a:uFill>
                <a:latin typeface="Arial MT"/>
                <a:cs typeface="Arial MT"/>
              </a:rPr>
              <a:t>nascondendo </a:t>
            </a:r>
            <a:r>
              <a:rPr sz="4800" kern="0" dirty="0">
                <a:latin typeface="Arial MT"/>
                <a:cs typeface="Arial MT"/>
              </a:rPr>
              <a:t> </a:t>
            </a:r>
            <a:r>
              <a:rPr sz="4800" u="heavy" kern="0" dirty="0">
                <a:uFill>
                  <a:solidFill>
                    <a:srgbClr val="000000"/>
                  </a:solidFill>
                </a:uFill>
                <a:latin typeface="Arial MT"/>
                <a:cs typeface="Arial MT"/>
              </a:rPr>
              <a:t>la relazione tra i dati</a:t>
            </a:r>
            <a:r>
              <a:rPr sz="4800" kern="0" dirty="0">
                <a:latin typeface="Arial MT"/>
                <a:cs typeface="Arial MT"/>
              </a:rPr>
              <a:t> che la compongono.</a:t>
            </a:r>
          </a:p>
        </p:txBody>
      </p:sp>
    </p:spTree>
    <p:extLst>
      <p:ext uri="{BB962C8B-B14F-4D97-AF65-F5344CB8AC3E}">
        <p14:creationId xmlns:p14="http://schemas.microsoft.com/office/powerpoint/2010/main" val="812495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7918" y="-20639"/>
            <a:ext cx="3795713" cy="751544"/>
          </a:xfrm>
          <a:prstGeom prst="rect">
            <a:avLst/>
          </a:prstGeom>
        </p:spPr>
        <p:txBody>
          <a:bodyPr vert="horz" wrap="square" lIns="0" tIns="12756" rIns="0" bIns="0" rtlCol="0">
            <a:spAutoFit/>
          </a:bodyPr>
          <a:lstStyle/>
          <a:p>
            <a:pPr marL="10630">
              <a:lnSpc>
                <a:spcPct val="100000"/>
              </a:lnSpc>
              <a:spcBef>
                <a:spcPts val="100"/>
              </a:spcBef>
            </a:pPr>
            <a:r>
              <a:rPr sz="4800" spc="-314" dirty="0">
                <a:solidFill>
                  <a:srgbClr val="FFC000"/>
                </a:solidFill>
              </a:rPr>
              <a:t>Riservatezza</a:t>
            </a:r>
          </a:p>
        </p:txBody>
      </p:sp>
      <p:sp>
        <p:nvSpPr>
          <p:cNvPr id="3" name="object 3"/>
          <p:cNvSpPr txBox="1"/>
          <p:nvPr/>
        </p:nvSpPr>
        <p:spPr>
          <a:xfrm>
            <a:off x="788276" y="794092"/>
            <a:ext cx="10862442" cy="5544300"/>
          </a:xfrm>
          <a:prstGeom prst="rect">
            <a:avLst/>
          </a:prstGeom>
        </p:spPr>
        <p:txBody>
          <a:bodyPr vert="horz" wrap="square" lIns="0" tIns="10630" rIns="0" bIns="0" rtlCol="0">
            <a:spAutoFit/>
          </a:bodyPr>
          <a:lstStyle/>
          <a:p>
            <a:pPr marL="52618" marR="4252" indent="-42520" algn="just">
              <a:lnSpc>
                <a:spcPct val="106700"/>
              </a:lnSpc>
              <a:spcBef>
                <a:spcPts val="84"/>
              </a:spcBef>
            </a:pPr>
            <a:r>
              <a:rPr sz="3600" kern="0" dirty="0">
                <a:latin typeface="Arial MT"/>
                <a:cs typeface="Arial MT"/>
              </a:rPr>
              <a:t>La riservatezza non dipende solo da strumenti hardware  e software; il </a:t>
            </a:r>
            <a:r>
              <a:rPr sz="3600" u="heavy" kern="0" dirty="0">
                <a:uFill>
                  <a:solidFill>
                    <a:srgbClr val="000000"/>
                  </a:solidFill>
                </a:uFill>
                <a:latin typeface="Arial MT"/>
                <a:cs typeface="Arial MT"/>
              </a:rPr>
              <a:t>fattore umano</a:t>
            </a:r>
            <a:r>
              <a:rPr sz="3600" kern="0" dirty="0">
                <a:latin typeface="Arial MT"/>
                <a:cs typeface="Arial MT"/>
              </a:rPr>
              <a:t> gioca un ruolo chiave quando  vengono ignorate le </a:t>
            </a:r>
            <a:r>
              <a:rPr sz="3600" u="heavy" kern="0" dirty="0">
                <a:uFill>
                  <a:solidFill>
                    <a:srgbClr val="000000"/>
                  </a:solidFill>
                </a:uFill>
                <a:latin typeface="Arial MT"/>
                <a:cs typeface="Arial MT"/>
              </a:rPr>
              <a:t>elementari regole di comportamento</a:t>
            </a:r>
            <a:r>
              <a:rPr sz="3600" kern="0" dirty="0">
                <a:latin typeface="Arial MT"/>
                <a:cs typeface="Arial MT"/>
              </a:rPr>
              <a:t>:</a:t>
            </a:r>
          </a:p>
          <a:p>
            <a:pPr marL="445924" indent="-435826">
              <a:spcBef>
                <a:spcPts val="251"/>
              </a:spcBef>
              <a:buSzPct val="125000"/>
              <a:buChar char="•"/>
              <a:tabLst>
                <a:tab pos="446456" algn="l"/>
              </a:tabLst>
            </a:pPr>
            <a:r>
              <a:rPr sz="3600" kern="0" dirty="0">
                <a:latin typeface="Arial MT"/>
                <a:cs typeface="Arial MT"/>
              </a:rPr>
              <a:t>tenere le password segrete,</a:t>
            </a:r>
          </a:p>
          <a:p>
            <a:pPr marL="445924" indent="-435826">
              <a:spcBef>
                <a:spcPts val="335"/>
              </a:spcBef>
              <a:buSzPct val="125000"/>
              <a:buChar char="•"/>
              <a:tabLst>
                <a:tab pos="446456" algn="l"/>
              </a:tabLst>
            </a:pPr>
            <a:r>
              <a:rPr sz="3600" kern="0" dirty="0">
                <a:latin typeface="Arial MT"/>
                <a:cs typeface="Arial MT"/>
              </a:rPr>
              <a:t>controllare gli accessi a reti e sistemi,</a:t>
            </a:r>
          </a:p>
          <a:p>
            <a:pPr marL="446456" marR="6909" indent="-446456">
              <a:lnSpc>
                <a:spcPts val="5357"/>
              </a:lnSpc>
              <a:spcBef>
                <a:spcPts val="234"/>
              </a:spcBef>
              <a:buSzPct val="125000"/>
              <a:buChar char="•"/>
              <a:tabLst>
                <a:tab pos="446456" algn="l"/>
                <a:tab pos="2144582" algn="l"/>
                <a:tab pos="4638357" algn="l"/>
                <a:tab pos="5177824" algn="l"/>
                <a:tab pos="7462721" algn="l"/>
                <a:tab pos="9019470" algn="l"/>
              </a:tabLst>
            </a:pPr>
            <a:r>
              <a:rPr lang="it-IT" sz="3600" kern="0" dirty="0">
                <a:latin typeface="Arial MT"/>
                <a:cs typeface="Arial MT"/>
              </a:rPr>
              <a:t>R</a:t>
            </a:r>
            <a:r>
              <a:rPr sz="3600" kern="0" dirty="0" err="1">
                <a:latin typeface="Arial MT"/>
                <a:cs typeface="Arial MT"/>
              </a:rPr>
              <a:t>ifiutare</a:t>
            </a:r>
            <a:r>
              <a:rPr lang="it-IT" sz="3600" kern="0" dirty="0">
                <a:latin typeface="Arial MT"/>
                <a:cs typeface="Arial MT"/>
              </a:rPr>
              <a:t> </a:t>
            </a:r>
            <a:r>
              <a:rPr sz="3600" kern="0" dirty="0" err="1">
                <a:latin typeface="Arial MT"/>
                <a:cs typeface="Arial MT"/>
              </a:rPr>
              <a:t>informazioni</a:t>
            </a:r>
            <a:r>
              <a:rPr lang="it-IT" sz="3600" kern="0" dirty="0">
                <a:latin typeface="Arial MT"/>
                <a:cs typeface="Arial MT"/>
              </a:rPr>
              <a:t> </a:t>
            </a:r>
            <a:r>
              <a:rPr sz="3600" kern="0" dirty="0">
                <a:latin typeface="Arial MT"/>
                <a:cs typeface="Arial MT"/>
              </a:rPr>
              <a:t>a</a:t>
            </a:r>
            <a:r>
              <a:rPr lang="it-IT" sz="3600" kern="0" dirty="0">
                <a:latin typeface="Arial MT"/>
                <a:cs typeface="Arial MT"/>
              </a:rPr>
              <a:t> </a:t>
            </a:r>
            <a:r>
              <a:rPr sz="3600" kern="0" dirty="0" err="1">
                <a:latin typeface="Arial MT"/>
                <a:cs typeface="Arial MT"/>
              </a:rPr>
              <a:t>sconosciuti</a:t>
            </a:r>
            <a:r>
              <a:rPr lang="it-IT" sz="3600" kern="0" dirty="0">
                <a:latin typeface="Arial MT"/>
                <a:cs typeface="Arial MT"/>
              </a:rPr>
              <a:t> </a:t>
            </a:r>
            <a:r>
              <a:rPr sz="3600" kern="0" dirty="0">
                <a:latin typeface="Arial MT"/>
                <a:cs typeface="Arial MT"/>
              </a:rPr>
              <a:t>(</a:t>
            </a:r>
            <a:r>
              <a:rPr sz="3600" kern="0" dirty="0" err="1">
                <a:latin typeface="Arial MT"/>
                <a:cs typeface="Arial MT"/>
              </a:rPr>
              <a:t>anche</a:t>
            </a:r>
            <a:r>
              <a:rPr lang="it-IT" sz="3600" kern="0" dirty="0">
                <a:latin typeface="Arial MT"/>
                <a:cs typeface="Arial MT"/>
              </a:rPr>
              <a:t> </a:t>
            </a:r>
            <a:r>
              <a:rPr sz="3600" kern="0" dirty="0" err="1">
                <a:latin typeface="Arial MT"/>
                <a:cs typeface="Arial MT"/>
              </a:rPr>
              <a:t>quando</a:t>
            </a:r>
            <a:r>
              <a:rPr sz="3600" kern="0" dirty="0">
                <a:latin typeface="Arial MT"/>
                <a:cs typeface="Arial MT"/>
              </a:rPr>
              <a:t>  affermano di essere tecnici </a:t>
            </a:r>
            <a:r>
              <a:rPr sz="3600" kern="0" dirty="0" err="1">
                <a:latin typeface="Arial MT"/>
                <a:cs typeface="Arial MT"/>
              </a:rPr>
              <a:t>della</a:t>
            </a:r>
            <a:r>
              <a:rPr sz="3600" kern="0" dirty="0">
                <a:latin typeface="Arial MT"/>
                <a:cs typeface="Arial MT"/>
              </a:rPr>
              <a:t> </a:t>
            </a:r>
            <a:r>
              <a:rPr lang="it-IT" sz="3600" kern="0" dirty="0">
                <a:latin typeface="Arial MT"/>
                <a:cs typeface="Arial MT"/>
              </a:rPr>
              <a:t>m</a:t>
            </a:r>
            <a:r>
              <a:rPr sz="3600" kern="0" dirty="0" err="1">
                <a:latin typeface="Arial MT"/>
                <a:cs typeface="Arial MT"/>
              </a:rPr>
              <a:t>anutenzione</a:t>
            </a:r>
            <a:r>
              <a:rPr sz="3600" kern="0" dirty="0">
                <a:latin typeface="Arial MT"/>
                <a:cs typeface="Arial MT"/>
              </a:rPr>
              <a:t>),</a:t>
            </a:r>
          </a:p>
          <a:p>
            <a:pPr marL="445924" indent="-435826">
              <a:spcBef>
                <a:spcPts val="100"/>
              </a:spcBef>
              <a:buSzPct val="125000"/>
              <a:buChar char="•"/>
              <a:tabLst>
                <a:tab pos="446456" algn="l"/>
              </a:tabLst>
            </a:pPr>
            <a:r>
              <a:rPr sz="3600" kern="0" dirty="0">
                <a:latin typeface="Arial MT"/>
                <a:cs typeface="Arial MT"/>
              </a:rPr>
              <a:t>cifrare i documenti e i messaggi riservati e così via.</a:t>
            </a:r>
          </a:p>
        </p:txBody>
      </p:sp>
    </p:spTree>
    <p:extLst>
      <p:ext uri="{BB962C8B-B14F-4D97-AF65-F5344CB8AC3E}">
        <p14:creationId xmlns:p14="http://schemas.microsoft.com/office/powerpoint/2010/main" val="941664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95559" y="71694"/>
            <a:ext cx="4061817" cy="566878"/>
          </a:xfrm>
          <a:prstGeom prst="rect">
            <a:avLst/>
          </a:prstGeom>
        </p:spPr>
        <p:txBody>
          <a:bodyPr vert="horz" wrap="square" lIns="0" tIns="12756" rIns="0" bIns="0" rtlCol="0">
            <a:spAutoFit/>
          </a:bodyPr>
          <a:lstStyle/>
          <a:p>
            <a:pPr marL="10630" algn="ctr">
              <a:lnSpc>
                <a:spcPct val="100000"/>
              </a:lnSpc>
              <a:spcBef>
                <a:spcPts val="100"/>
              </a:spcBef>
            </a:pPr>
            <a:r>
              <a:rPr spc="121" dirty="0">
                <a:solidFill>
                  <a:srgbClr val="FFC000"/>
                </a:solidFill>
              </a:rPr>
              <a:t>Altri</a:t>
            </a:r>
            <a:r>
              <a:rPr spc="-29" dirty="0">
                <a:solidFill>
                  <a:srgbClr val="FFC000"/>
                </a:solidFill>
              </a:rPr>
              <a:t> </a:t>
            </a:r>
            <a:r>
              <a:rPr spc="-54" dirty="0">
                <a:solidFill>
                  <a:srgbClr val="FFC000"/>
                </a:solidFill>
              </a:rPr>
              <a:t>obiettivi</a:t>
            </a:r>
          </a:p>
        </p:txBody>
      </p:sp>
      <p:sp>
        <p:nvSpPr>
          <p:cNvPr id="3" name="object 3"/>
          <p:cNvSpPr txBox="1"/>
          <p:nvPr/>
        </p:nvSpPr>
        <p:spPr>
          <a:xfrm>
            <a:off x="677917" y="700020"/>
            <a:ext cx="11224522" cy="5999130"/>
          </a:xfrm>
          <a:prstGeom prst="rect">
            <a:avLst/>
          </a:prstGeom>
        </p:spPr>
        <p:txBody>
          <a:bodyPr vert="horz" wrap="square" lIns="0" tIns="6909" rIns="0" bIns="0" rtlCol="0">
            <a:spAutoFit/>
          </a:bodyPr>
          <a:lstStyle/>
          <a:p>
            <a:pPr marL="10630" marR="4252" algn="just">
              <a:lnSpc>
                <a:spcPct val="113300"/>
              </a:lnSpc>
              <a:spcBef>
                <a:spcPts val="54"/>
              </a:spcBef>
            </a:pPr>
            <a:r>
              <a:rPr sz="3600" kern="0" dirty="0">
                <a:latin typeface="Arial" panose="020B0604020202020204" pitchFamily="34" charset="0"/>
                <a:cs typeface="Arial" panose="020B0604020202020204" pitchFamily="34" charset="0"/>
              </a:rPr>
              <a:t>Altri due obiettivi di sicurezza possono essere considerati  un’</a:t>
            </a:r>
            <a:r>
              <a:rPr sz="3600" i="1" kern="0" dirty="0">
                <a:latin typeface="Arial" panose="020B0604020202020204" pitchFamily="34" charset="0"/>
                <a:cs typeface="Arial" panose="020B0604020202020204" pitchFamily="34" charset="0"/>
              </a:rPr>
              <a:t>estensione dell’integrità </a:t>
            </a:r>
            <a:r>
              <a:rPr sz="3600" kern="0" dirty="0">
                <a:latin typeface="Arial" panose="020B0604020202020204" pitchFamily="34" charset="0"/>
                <a:cs typeface="Arial" panose="020B0604020202020204" pitchFamily="34" charset="0"/>
              </a:rPr>
              <a:t>delle informazioni, applicata a  eventi più complessi come l’invio di un messaggio o una  transazione:</a:t>
            </a:r>
          </a:p>
          <a:p>
            <a:pPr marL="336968" indent="-326869">
              <a:lnSpc>
                <a:spcPts val="5390"/>
              </a:lnSpc>
              <a:buSzPct val="122680"/>
              <a:buChar char="•"/>
              <a:tabLst>
                <a:tab pos="337499" algn="l"/>
                <a:tab pos="3137414" algn="l"/>
                <a:tab pos="5379261" algn="l"/>
                <a:tab pos="6385381" algn="l"/>
                <a:tab pos="7940535" algn="l"/>
                <a:tab pos="10152617" algn="l"/>
              </a:tabLst>
            </a:pPr>
            <a:r>
              <a:rPr sz="3600" kern="0" dirty="0">
                <a:latin typeface="Arial" panose="020B0604020202020204" pitchFamily="34" charset="0"/>
                <a:cs typeface="Arial" panose="020B0604020202020204" pitchFamily="34" charset="0"/>
              </a:rPr>
              <a:t>l’</a:t>
            </a:r>
            <a:r>
              <a:rPr sz="3600" b="1" kern="0" dirty="0">
                <a:latin typeface="Arial" panose="020B0604020202020204" pitchFamily="34" charset="0"/>
                <a:cs typeface="Arial" panose="020B0604020202020204" pitchFamily="34" charset="0"/>
              </a:rPr>
              <a:t>autenticità	</a:t>
            </a:r>
            <a:r>
              <a:rPr sz="3600" kern="0" dirty="0">
                <a:latin typeface="Arial" panose="020B0604020202020204" pitchFamily="34" charset="0"/>
                <a:cs typeface="Arial" panose="020B0604020202020204" pitchFamily="34" charset="0"/>
              </a:rPr>
              <a:t>garantisce	che	eventi,	documenti	e</a:t>
            </a:r>
            <a:r>
              <a:rPr lang="it-IT" sz="3600" kern="0" dirty="0">
                <a:latin typeface="Arial" panose="020B0604020202020204" pitchFamily="34" charset="0"/>
                <a:cs typeface="Arial" panose="020B0604020202020204" pitchFamily="34" charset="0"/>
              </a:rPr>
              <a:t> m</a:t>
            </a:r>
            <a:r>
              <a:rPr sz="3600" kern="0" dirty="0" err="1">
                <a:latin typeface="Arial" panose="020B0604020202020204" pitchFamily="34" charset="0"/>
                <a:cs typeface="Arial" panose="020B0604020202020204" pitchFamily="34" charset="0"/>
              </a:rPr>
              <a:t>essaggi</a:t>
            </a:r>
            <a:r>
              <a:rPr lang="it-IT" sz="3600" kern="0" dirty="0">
                <a:latin typeface="Arial" panose="020B0604020202020204" pitchFamily="34" charset="0"/>
                <a:cs typeface="Arial" panose="020B0604020202020204" pitchFamily="34" charset="0"/>
              </a:rPr>
              <a:t> </a:t>
            </a:r>
            <a:r>
              <a:rPr sz="3600" kern="0" dirty="0" err="1">
                <a:latin typeface="Arial" panose="020B0604020202020204" pitchFamily="34" charset="0"/>
                <a:cs typeface="Arial" panose="020B0604020202020204" pitchFamily="34" charset="0"/>
              </a:rPr>
              <a:t>vengano</a:t>
            </a:r>
            <a:r>
              <a:rPr lang="it-IT" sz="3600" kern="0" dirty="0">
                <a:latin typeface="Arial" panose="020B0604020202020204" pitchFamily="34" charset="0"/>
                <a:cs typeface="Arial" panose="020B0604020202020204" pitchFamily="34" charset="0"/>
              </a:rPr>
              <a:t> </a:t>
            </a:r>
            <a:r>
              <a:rPr sz="3600" kern="0" dirty="0" err="1">
                <a:latin typeface="Arial" panose="020B0604020202020204" pitchFamily="34" charset="0"/>
                <a:cs typeface="Arial" panose="020B0604020202020204" pitchFamily="34" charset="0"/>
              </a:rPr>
              <a:t>attribuiti</a:t>
            </a:r>
            <a:r>
              <a:rPr lang="it-IT" sz="3600" kern="0" dirty="0">
                <a:latin typeface="Arial" panose="020B0604020202020204" pitchFamily="34" charset="0"/>
                <a:cs typeface="Arial" panose="020B0604020202020204" pitchFamily="34" charset="0"/>
              </a:rPr>
              <a:t> </a:t>
            </a:r>
            <a:r>
              <a:rPr sz="3600" kern="0" dirty="0">
                <a:latin typeface="Arial" panose="020B0604020202020204" pitchFamily="34" charset="0"/>
                <a:cs typeface="Arial" panose="020B0604020202020204" pitchFamily="34" charset="0"/>
              </a:rPr>
              <a:t>con</a:t>
            </a:r>
            <a:r>
              <a:rPr lang="it-IT" sz="3600" kern="0" dirty="0">
                <a:latin typeface="Arial" panose="020B0604020202020204" pitchFamily="34" charset="0"/>
                <a:cs typeface="Arial" panose="020B0604020202020204" pitchFamily="34" charset="0"/>
              </a:rPr>
              <a:t> </a:t>
            </a:r>
            <a:r>
              <a:rPr sz="3600" kern="0" dirty="0" err="1">
                <a:latin typeface="Arial" panose="020B0604020202020204" pitchFamily="34" charset="0"/>
                <a:cs typeface="Arial" panose="020B0604020202020204" pitchFamily="34" charset="0"/>
              </a:rPr>
              <a:t>certezza</a:t>
            </a:r>
            <a:r>
              <a:rPr lang="it-IT" sz="3600" kern="0" dirty="0">
                <a:latin typeface="Arial" panose="020B0604020202020204" pitchFamily="34" charset="0"/>
                <a:cs typeface="Arial" panose="020B0604020202020204" pitchFamily="34" charset="0"/>
              </a:rPr>
              <a:t> </a:t>
            </a:r>
            <a:r>
              <a:rPr sz="3600" kern="0" dirty="0">
                <a:latin typeface="Arial" panose="020B0604020202020204" pitchFamily="34" charset="0"/>
                <a:cs typeface="Arial" panose="020B0604020202020204" pitchFamily="34" charset="0"/>
              </a:rPr>
              <a:t>al</a:t>
            </a:r>
            <a:r>
              <a:rPr lang="it-IT" sz="3600" kern="0" dirty="0">
                <a:latin typeface="Arial" panose="020B0604020202020204" pitchFamily="34" charset="0"/>
                <a:cs typeface="Arial" panose="020B0604020202020204" pitchFamily="34" charset="0"/>
              </a:rPr>
              <a:t> </a:t>
            </a:r>
            <a:r>
              <a:rPr sz="3600" kern="0" dirty="0" err="1">
                <a:latin typeface="Arial" panose="020B0604020202020204" pitchFamily="34" charset="0"/>
                <a:cs typeface="Arial" panose="020B0604020202020204" pitchFamily="34" charset="0"/>
              </a:rPr>
              <a:t>legittimo</a:t>
            </a:r>
            <a:r>
              <a:rPr sz="3600" kern="0" dirty="0">
                <a:latin typeface="Arial" panose="020B0604020202020204" pitchFamily="34" charset="0"/>
                <a:cs typeface="Arial" panose="020B0604020202020204" pitchFamily="34" charset="0"/>
              </a:rPr>
              <a:t>  autore e a nessun altro;</a:t>
            </a:r>
          </a:p>
          <a:p>
            <a:pPr marL="336968" marR="9567" indent="-326869">
              <a:lnSpc>
                <a:spcPts val="5524"/>
              </a:lnSpc>
              <a:buSzPct val="122680"/>
              <a:buChar char="•"/>
              <a:tabLst>
                <a:tab pos="337499" algn="l"/>
              </a:tabLst>
            </a:pPr>
            <a:r>
              <a:rPr sz="3600" kern="0" dirty="0">
                <a:latin typeface="Arial" panose="020B0604020202020204" pitchFamily="34" charset="0"/>
                <a:cs typeface="Arial" panose="020B0604020202020204" pitchFamily="34" charset="0"/>
              </a:rPr>
              <a:t>il </a:t>
            </a:r>
            <a:r>
              <a:rPr sz="3600" b="1" kern="0" dirty="0">
                <a:latin typeface="Arial" panose="020B0604020202020204" pitchFamily="34" charset="0"/>
                <a:cs typeface="Arial" panose="020B0604020202020204" pitchFamily="34" charset="0"/>
              </a:rPr>
              <a:t>non ripudio </a:t>
            </a:r>
            <a:r>
              <a:rPr sz="3600" kern="0" dirty="0">
                <a:latin typeface="Arial" panose="020B0604020202020204" pitchFamily="34" charset="0"/>
                <a:cs typeface="Arial" panose="020B0604020202020204" pitchFamily="34" charset="0"/>
              </a:rPr>
              <a:t>impedisce che un evento o documento  possa essere disconosciuto dal suo autore.</a:t>
            </a:r>
          </a:p>
        </p:txBody>
      </p:sp>
    </p:spTree>
    <p:extLst>
      <p:ext uri="{BB962C8B-B14F-4D97-AF65-F5344CB8AC3E}">
        <p14:creationId xmlns:p14="http://schemas.microsoft.com/office/powerpoint/2010/main" val="646191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8634" y="10001"/>
            <a:ext cx="10468304" cy="6997421"/>
          </a:xfrm>
          <a:prstGeom prst="rect">
            <a:avLst/>
          </a:prstGeom>
        </p:spPr>
        <p:txBody>
          <a:bodyPr vert="horz" wrap="square" lIns="0" tIns="12756" rIns="0" bIns="0" rtlCol="0">
            <a:spAutoFit/>
          </a:bodyPr>
          <a:lstStyle/>
          <a:p>
            <a:pPr marL="3238398" algn="just">
              <a:spcBef>
                <a:spcPts val="100"/>
              </a:spcBef>
            </a:pPr>
            <a:r>
              <a:rPr sz="4800" kern="0" dirty="0">
                <a:solidFill>
                  <a:srgbClr val="FFC000"/>
                </a:solidFill>
                <a:latin typeface="Arial MT"/>
                <a:cs typeface="Arial MT"/>
              </a:rPr>
              <a:t>Altri obiettivi</a:t>
            </a:r>
          </a:p>
          <a:p>
            <a:pPr marL="10630" marR="4252" algn="just">
              <a:lnSpc>
                <a:spcPct val="115199"/>
              </a:lnSpc>
              <a:spcBef>
                <a:spcPts val="1800"/>
              </a:spcBef>
            </a:pPr>
            <a:r>
              <a:rPr sz="4800" kern="0" dirty="0">
                <a:latin typeface="Arial MT"/>
                <a:cs typeface="Arial MT"/>
              </a:rPr>
              <a:t>Queste due caratteristiche trovano  applicazione nella </a:t>
            </a:r>
            <a:r>
              <a:rPr sz="4800" b="1" kern="0" dirty="0">
                <a:latin typeface="Arial"/>
                <a:cs typeface="Arial"/>
              </a:rPr>
              <a:t>firma digitale</a:t>
            </a:r>
            <a:r>
              <a:rPr sz="4800" kern="0" dirty="0">
                <a:latin typeface="Arial MT"/>
                <a:cs typeface="Arial MT"/>
              </a:rPr>
              <a:t>, che  utilizza tecniche di hashing e crittografia per  garantire che un documento resti integro e  provenga da un autore univocamente  identificato.</a:t>
            </a:r>
          </a:p>
        </p:txBody>
      </p:sp>
    </p:spTree>
    <p:extLst>
      <p:ext uri="{BB962C8B-B14F-4D97-AF65-F5344CB8AC3E}">
        <p14:creationId xmlns:p14="http://schemas.microsoft.com/office/powerpoint/2010/main" val="3143677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3205988"/>
            <a:ext cx="7662041" cy="513715"/>
          </a:xfrm>
          <a:prstGeom prst="rect">
            <a:avLst/>
          </a:prstGeom>
        </p:spPr>
        <p:txBody>
          <a:bodyPr vert="horz" wrap="square" lIns="0" tIns="13335" rIns="0" bIns="0" rtlCol="0">
            <a:spAutoFit/>
          </a:bodyPr>
          <a:lstStyle/>
          <a:p>
            <a:pPr marL="12700" algn="ctr">
              <a:lnSpc>
                <a:spcPct val="100000"/>
              </a:lnSpc>
              <a:spcBef>
                <a:spcPts val="105"/>
              </a:spcBef>
            </a:pPr>
            <a:r>
              <a:rPr sz="3200" b="1" dirty="0">
                <a:solidFill>
                  <a:srgbClr val="FFC000"/>
                </a:solidFill>
                <a:latin typeface="Verdana"/>
                <a:cs typeface="Verdana"/>
              </a:rPr>
              <a:t>Quadro</a:t>
            </a:r>
            <a:r>
              <a:rPr sz="3200" b="1" spc="-65" dirty="0">
                <a:solidFill>
                  <a:srgbClr val="FFC000"/>
                </a:solidFill>
                <a:latin typeface="Verdana"/>
                <a:cs typeface="Verdana"/>
              </a:rPr>
              <a:t> </a:t>
            </a:r>
            <a:r>
              <a:rPr sz="3200" b="1" spc="-5" dirty="0">
                <a:solidFill>
                  <a:srgbClr val="FFC000"/>
                </a:solidFill>
                <a:latin typeface="Verdana"/>
                <a:cs typeface="Verdana"/>
              </a:rPr>
              <a:t>normativo</a:t>
            </a:r>
            <a:endParaRPr sz="3200" dirty="0">
              <a:solidFill>
                <a:srgbClr val="FFC000"/>
              </a:solidFill>
              <a:latin typeface="Verdana"/>
              <a:cs typeface="Verdana"/>
            </a:endParaRPr>
          </a:p>
        </p:txBody>
      </p:sp>
    </p:spTree>
    <p:extLst>
      <p:ext uri="{BB962C8B-B14F-4D97-AF65-F5344CB8AC3E}">
        <p14:creationId xmlns:p14="http://schemas.microsoft.com/office/powerpoint/2010/main" val="1507583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64157" y="729761"/>
            <a:ext cx="9606915" cy="5742021"/>
          </a:xfrm>
          <a:prstGeom prst="rect">
            <a:avLst/>
          </a:prstGeom>
        </p:spPr>
        <p:txBody>
          <a:bodyPr vert="horz" wrap="square" lIns="0" tIns="12065" rIns="0" bIns="0" rtlCol="0">
            <a:spAutoFit/>
          </a:bodyPr>
          <a:lstStyle/>
          <a:p>
            <a:pPr marL="12700" marR="5080" algn="just">
              <a:lnSpc>
                <a:spcPct val="150000"/>
              </a:lnSpc>
              <a:spcBef>
                <a:spcPts val="95"/>
              </a:spcBef>
            </a:pPr>
            <a:r>
              <a:rPr sz="2800" dirty="0">
                <a:latin typeface="Verdana"/>
                <a:cs typeface="Verdana"/>
              </a:rPr>
              <a:t>Il</a:t>
            </a:r>
            <a:r>
              <a:rPr sz="2800" spc="5" dirty="0">
                <a:latin typeface="Verdana"/>
                <a:cs typeface="Verdana"/>
              </a:rPr>
              <a:t> </a:t>
            </a:r>
            <a:r>
              <a:rPr sz="2800" spc="-10" dirty="0">
                <a:latin typeface="Verdana"/>
                <a:cs typeface="Verdana"/>
              </a:rPr>
              <a:t>tema</a:t>
            </a:r>
            <a:r>
              <a:rPr sz="2800" spc="-5" dirty="0">
                <a:latin typeface="Verdana"/>
                <a:cs typeface="Verdana"/>
              </a:rPr>
              <a:t> della</a:t>
            </a:r>
            <a:r>
              <a:rPr sz="2800" dirty="0">
                <a:latin typeface="Verdana"/>
                <a:cs typeface="Verdana"/>
              </a:rPr>
              <a:t> </a:t>
            </a:r>
            <a:r>
              <a:rPr sz="2800" spc="-5" dirty="0">
                <a:latin typeface="Verdana"/>
                <a:cs typeface="Verdana"/>
              </a:rPr>
              <a:t>sicurezza</a:t>
            </a:r>
            <a:r>
              <a:rPr sz="2800" dirty="0">
                <a:latin typeface="Verdana"/>
                <a:cs typeface="Verdana"/>
              </a:rPr>
              <a:t> </a:t>
            </a:r>
            <a:r>
              <a:rPr sz="2800" spc="-10" dirty="0">
                <a:latin typeface="Verdana"/>
                <a:cs typeface="Verdana"/>
              </a:rPr>
              <a:t>informatica</a:t>
            </a:r>
            <a:r>
              <a:rPr sz="2800" spc="-5" dirty="0">
                <a:latin typeface="Verdana"/>
                <a:cs typeface="Verdana"/>
              </a:rPr>
              <a:t> riveste </a:t>
            </a:r>
            <a:r>
              <a:rPr sz="2800" dirty="0">
                <a:latin typeface="Verdana"/>
                <a:cs typeface="Verdana"/>
              </a:rPr>
              <a:t> un’importanza </a:t>
            </a:r>
            <a:r>
              <a:rPr sz="2800" spc="-5" dirty="0">
                <a:latin typeface="Verdana"/>
                <a:cs typeface="Verdana"/>
              </a:rPr>
              <a:t>fondamentale perché necessaria per </a:t>
            </a:r>
            <a:r>
              <a:rPr sz="2800" dirty="0">
                <a:latin typeface="Verdana"/>
                <a:cs typeface="Verdana"/>
              </a:rPr>
              <a:t> </a:t>
            </a:r>
            <a:r>
              <a:rPr sz="2800" spc="-5" dirty="0">
                <a:latin typeface="Verdana"/>
                <a:cs typeface="Verdana"/>
              </a:rPr>
              <a:t>garantire </a:t>
            </a:r>
            <a:r>
              <a:rPr sz="2800" spc="-10" dirty="0">
                <a:latin typeface="Verdana"/>
                <a:cs typeface="Verdana"/>
              </a:rPr>
              <a:t>la </a:t>
            </a:r>
            <a:r>
              <a:rPr sz="2800" spc="-5" dirty="0">
                <a:latin typeface="Verdana"/>
                <a:cs typeface="Verdana"/>
              </a:rPr>
              <a:t>disponibilità, </a:t>
            </a:r>
            <a:r>
              <a:rPr sz="2800" spc="-10" dirty="0">
                <a:latin typeface="Verdana"/>
                <a:cs typeface="Verdana"/>
              </a:rPr>
              <a:t>l'integrità </a:t>
            </a:r>
            <a:r>
              <a:rPr sz="2800" spc="-5" dirty="0">
                <a:latin typeface="Verdana"/>
                <a:cs typeface="Verdana"/>
              </a:rPr>
              <a:t>e la </a:t>
            </a:r>
            <a:r>
              <a:rPr sz="2800" spc="-10" dirty="0">
                <a:latin typeface="Verdana"/>
                <a:cs typeface="Verdana"/>
              </a:rPr>
              <a:t>riservatezza </a:t>
            </a:r>
            <a:r>
              <a:rPr sz="2800" spc="-5" dirty="0">
                <a:latin typeface="Verdana"/>
                <a:cs typeface="Verdana"/>
              </a:rPr>
              <a:t> delle</a:t>
            </a:r>
            <a:r>
              <a:rPr sz="2800" spc="-20" dirty="0">
                <a:latin typeface="Verdana"/>
                <a:cs typeface="Verdana"/>
              </a:rPr>
              <a:t> </a:t>
            </a:r>
            <a:r>
              <a:rPr sz="2800" spc="-5" dirty="0">
                <a:latin typeface="Verdana"/>
                <a:cs typeface="Verdana"/>
              </a:rPr>
              <a:t>informazioni</a:t>
            </a:r>
            <a:r>
              <a:rPr sz="2800" spc="35" dirty="0">
                <a:latin typeface="Verdana"/>
                <a:cs typeface="Verdana"/>
              </a:rPr>
              <a:t> </a:t>
            </a:r>
            <a:r>
              <a:rPr sz="2800" spc="-5" dirty="0">
                <a:latin typeface="Verdana"/>
                <a:cs typeface="Verdana"/>
              </a:rPr>
              <a:t>del</a:t>
            </a:r>
            <a:r>
              <a:rPr sz="2800" dirty="0">
                <a:latin typeface="Verdana"/>
                <a:cs typeface="Verdana"/>
              </a:rPr>
              <a:t> </a:t>
            </a:r>
            <a:r>
              <a:rPr sz="2800" spc="-5" dirty="0">
                <a:latin typeface="Verdana"/>
                <a:cs typeface="Verdana"/>
              </a:rPr>
              <a:t>Sistema</a:t>
            </a:r>
            <a:r>
              <a:rPr sz="2800" spc="15" dirty="0">
                <a:latin typeface="Verdana"/>
                <a:cs typeface="Verdana"/>
              </a:rPr>
              <a:t> </a:t>
            </a:r>
            <a:r>
              <a:rPr sz="2800" spc="-10" dirty="0">
                <a:latin typeface="Verdana"/>
                <a:cs typeface="Verdana"/>
              </a:rPr>
              <a:t>informativo.</a:t>
            </a:r>
            <a:endParaRPr sz="2800" dirty="0">
              <a:latin typeface="Verdana"/>
              <a:cs typeface="Verdana"/>
            </a:endParaRPr>
          </a:p>
          <a:p>
            <a:pPr marL="12700" marR="5080" algn="just">
              <a:lnSpc>
                <a:spcPct val="150000"/>
              </a:lnSpc>
              <a:spcBef>
                <a:spcPts val="5"/>
              </a:spcBef>
            </a:pPr>
            <a:r>
              <a:rPr sz="2800" spc="-5" dirty="0">
                <a:latin typeface="Verdana"/>
                <a:cs typeface="Verdana"/>
              </a:rPr>
              <a:t>Un’area</a:t>
            </a:r>
            <a:r>
              <a:rPr sz="2800" dirty="0">
                <a:latin typeface="Verdana"/>
                <a:cs typeface="Verdana"/>
              </a:rPr>
              <a:t> </a:t>
            </a:r>
            <a:r>
              <a:rPr sz="2800" spc="-10" dirty="0">
                <a:latin typeface="Verdana"/>
                <a:cs typeface="Verdana"/>
              </a:rPr>
              <a:t>tecnologica</a:t>
            </a:r>
            <a:r>
              <a:rPr sz="2800" spc="-5" dirty="0">
                <a:latin typeface="Verdana"/>
                <a:cs typeface="Verdana"/>
              </a:rPr>
              <a:t> in</a:t>
            </a:r>
            <a:r>
              <a:rPr sz="2800" dirty="0">
                <a:latin typeface="Verdana"/>
                <a:cs typeface="Verdana"/>
              </a:rPr>
              <a:t> continua</a:t>
            </a:r>
            <a:r>
              <a:rPr sz="2800" spc="5" dirty="0">
                <a:latin typeface="Verdana"/>
                <a:cs typeface="Verdana"/>
              </a:rPr>
              <a:t> </a:t>
            </a:r>
            <a:r>
              <a:rPr sz="2800" spc="-5" dirty="0">
                <a:latin typeface="Verdana"/>
                <a:cs typeface="Verdana"/>
              </a:rPr>
              <a:t>evoluzione,</a:t>
            </a:r>
            <a:r>
              <a:rPr sz="2800" dirty="0">
                <a:latin typeface="Verdana"/>
                <a:cs typeface="Verdana"/>
              </a:rPr>
              <a:t> quasi </a:t>
            </a:r>
            <a:r>
              <a:rPr sz="2800" spc="5" dirty="0">
                <a:latin typeface="Verdana"/>
                <a:cs typeface="Verdana"/>
              </a:rPr>
              <a:t> </a:t>
            </a:r>
            <a:r>
              <a:rPr sz="2800" spc="-10" dirty="0">
                <a:latin typeface="Verdana"/>
                <a:cs typeface="Verdana"/>
              </a:rPr>
              <a:t>giornaliera,</a:t>
            </a:r>
            <a:r>
              <a:rPr sz="2800" spc="-5" dirty="0">
                <a:latin typeface="Verdana"/>
                <a:cs typeface="Verdana"/>
              </a:rPr>
              <a:t> </a:t>
            </a:r>
            <a:r>
              <a:rPr sz="2800" spc="-10" dirty="0">
                <a:latin typeface="Verdana"/>
                <a:cs typeface="Verdana"/>
              </a:rPr>
              <a:t>nella</a:t>
            </a:r>
            <a:r>
              <a:rPr sz="2800" spc="-5" dirty="0">
                <a:latin typeface="Verdana"/>
                <a:cs typeface="Verdana"/>
              </a:rPr>
              <a:t> quale</a:t>
            </a:r>
            <a:r>
              <a:rPr sz="2800" dirty="0">
                <a:latin typeface="Verdana"/>
                <a:cs typeface="Verdana"/>
              </a:rPr>
              <a:t> </a:t>
            </a:r>
            <a:r>
              <a:rPr sz="2800" spc="-5" dirty="0">
                <a:latin typeface="Verdana"/>
                <a:cs typeface="Verdana"/>
              </a:rPr>
              <a:t>gli</a:t>
            </a:r>
            <a:r>
              <a:rPr sz="2800" dirty="0">
                <a:latin typeface="Verdana"/>
                <a:cs typeface="Verdana"/>
              </a:rPr>
              <a:t> </a:t>
            </a:r>
            <a:r>
              <a:rPr sz="2800" spc="-10" dirty="0">
                <a:latin typeface="Verdana"/>
                <a:cs typeface="Verdana"/>
              </a:rPr>
              <a:t>investimenti</a:t>
            </a:r>
            <a:r>
              <a:rPr sz="2800" spc="965" dirty="0">
                <a:latin typeface="Verdana"/>
                <a:cs typeface="Verdana"/>
              </a:rPr>
              <a:t> </a:t>
            </a:r>
            <a:r>
              <a:rPr sz="2800" spc="-10" dirty="0">
                <a:latin typeface="Verdana"/>
                <a:cs typeface="Verdana"/>
              </a:rPr>
              <a:t>devono </a:t>
            </a:r>
            <a:r>
              <a:rPr sz="2800" spc="-969" dirty="0">
                <a:latin typeface="Verdana"/>
                <a:cs typeface="Verdana"/>
              </a:rPr>
              <a:t> </a:t>
            </a:r>
            <a:r>
              <a:rPr sz="2800" dirty="0">
                <a:latin typeface="Verdana"/>
                <a:cs typeface="Verdana"/>
              </a:rPr>
              <a:t>essere</a:t>
            </a:r>
            <a:r>
              <a:rPr sz="2800" spc="5" dirty="0">
                <a:latin typeface="Verdana"/>
                <a:cs typeface="Verdana"/>
              </a:rPr>
              <a:t> </a:t>
            </a:r>
            <a:r>
              <a:rPr sz="2800" spc="-5" dirty="0">
                <a:latin typeface="Verdana"/>
                <a:cs typeface="Verdana"/>
              </a:rPr>
              <a:t>rafforzati</a:t>
            </a:r>
            <a:r>
              <a:rPr sz="2800" dirty="0">
                <a:latin typeface="Verdana"/>
                <a:cs typeface="Verdana"/>
              </a:rPr>
              <a:t> </a:t>
            </a:r>
            <a:r>
              <a:rPr sz="2800" spc="-5" dirty="0">
                <a:latin typeface="Verdana"/>
                <a:cs typeface="Verdana"/>
              </a:rPr>
              <a:t>in</a:t>
            </a:r>
            <a:r>
              <a:rPr sz="2800" dirty="0">
                <a:latin typeface="Verdana"/>
                <a:cs typeface="Verdana"/>
              </a:rPr>
              <a:t> continuazione</a:t>
            </a:r>
            <a:r>
              <a:rPr sz="2800" spc="5" dirty="0">
                <a:latin typeface="Verdana"/>
                <a:cs typeface="Verdana"/>
              </a:rPr>
              <a:t> </a:t>
            </a:r>
            <a:r>
              <a:rPr sz="2800" spc="-10" dirty="0">
                <a:latin typeface="Verdana"/>
                <a:cs typeface="Verdana"/>
              </a:rPr>
              <a:t>tenendo</a:t>
            </a:r>
            <a:r>
              <a:rPr sz="2800" spc="-5" dirty="0">
                <a:latin typeface="Verdana"/>
                <a:cs typeface="Verdana"/>
              </a:rPr>
              <a:t> </a:t>
            </a:r>
            <a:r>
              <a:rPr sz="2800" dirty="0">
                <a:latin typeface="Verdana"/>
                <a:cs typeface="Verdana"/>
              </a:rPr>
              <a:t>conto </a:t>
            </a:r>
            <a:r>
              <a:rPr sz="2800" spc="5" dirty="0">
                <a:latin typeface="Verdana"/>
                <a:cs typeface="Verdana"/>
              </a:rPr>
              <a:t> </a:t>
            </a:r>
            <a:r>
              <a:rPr sz="2800" spc="-5" dirty="0">
                <a:latin typeface="Verdana"/>
                <a:cs typeface="Verdana"/>
              </a:rPr>
              <a:t>anche dei principi </a:t>
            </a:r>
            <a:r>
              <a:rPr sz="2800" dirty="0">
                <a:latin typeface="Verdana"/>
                <a:cs typeface="Verdana"/>
              </a:rPr>
              <a:t>di </a:t>
            </a:r>
            <a:r>
              <a:rPr sz="2800" spc="-10" dirty="0">
                <a:latin typeface="Verdana"/>
                <a:cs typeface="Verdana"/>
              </a:rPr>
              <a:t>privacy </a:t>
            </a:r>
            <a:r>
              <a:rPr sz="2800" spc="-5" dirty="0">
                <a:latin typeface="Verdana"/>
                <a:cs typeface="Verdana"/>
              </a:rPr>
              <a:t>previsti dall’ordinamento </a:t>
            </a:r>
            <a:r>
              <a:rPr sz="2800" spc="-969" dirty="0">
                <a:latin typeface="Verdana"/>
                <a:cs typeface="Verdana"/>
              </a:rPr>
              <a:t> </a:t>
            </a:r>
            <a:r>
              <a:rPr sz="2800" spc="-15" dirty="0">
                <a:latin typeface="Verdana"/>
                <a:cs typeface="Verdana"/>
              </a:rPr>
              <a:t>giuridico.</a:t>
            </a:r>
            <a:endParaRPr sz="2800" dirty="0">
              <a:latin typeface="Verdana"/>
              <a:cs typeface="Verdana"/>
            </a:endParaRPr>
          </a:p>
        </p:txBody>
      </p:sp>
    </p:spTree>
    <p:extLst>
      <p:ext uri="{BB962C8B-B14F-4D97-AF65-F5344CB8AC3E}">
        <p14:creationId xmlns:p14="http://schemas.microsoft.com/office/powerpoint/2010/main" val="625210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7907" y="1058141"/>
            <a:ext cx="9920605" cy="3803029"/>
          </a:xfrm>
          <a:prstGeom prst="rect">
            <a:avLst/>
          </a:prstGeom>
        </p:spPr>
        <p:txBody>
          <a:bodyPr vert="horz" wrap="square" lIns="0" tIns="12065" rIns="0" bIns="0" rtlCol="0">
            <a:spAutoFit/>
          </a:bodyPr>
          <a:lstStyle/>
          <a:p>
            <a:pPr marL="12700" marR="5080" algn="just">
              <a:lnSpc>
                <a:spcPct val="150000"/>
              </a:lnSpc>
              <a:spcBef>
                <a:spcPts val="95"/>
              </a:spcBef>
            </a:pPr>
            <a:r>
              <a:rPr sz="2800" spc="-5" dirty="0">
                <a:latin typeface="Verdana"/>
                <a:cs typeface="Verdana"/>
              </a:rPr>
              <a:t>Negli </a:t>
            </a:r>
            <a:r>
              <a:rPr sz="2800" spc="-10" dirty="0">
                <a:latin typeface="Verdana"/>
                <a:cs typeface="Verdana"/>
              </a:rPr>
              <a:t>ultimi </a:t>
            </a:r>
            <a:r>
              <a:rPr sz="2800" dirty="0">
                <a:latin typeface="Verdana"/>
                <a:cs typeface="Verdana"/>
              </a:rPr>
              <a:t>anni </a:t>
            </a:r>
            <a:r>
              <a:rPr sz="2800" spc="-5" dirty="0">
                <a:latin typeface="Verdana"/>
                <a:cs typeface="Verdana"/>
              </a:rPr>
              <a:t>il numero </a:t>
            </a:r>
            <a:r>
              <a:rPr sz="2800" spc="-10" dirty="0">
                <a:latin typeface="Verdana"/>
                <a:cs typeface="Verdana"/>
              </a:rPr>
              <a:t>complessivo </a:t>
            </a:r>
            <a:r>
              <a:rPr sz="2800" spc="-5" dirty="0">
                <a:latin typeface="Verdana"/>
                <a:cs typeface="Verdana"/>
              </a:rPr>
              <a:t>di attacchi e </a:t>
            </a:r>
            <a:r>
              <a:rPr sz="2800" spc="5" dirty="0">
                <a:latin typeface="Verdana"/>
                <a:cs typeface="Verdana"/>
              </a:rPr>
              <a:t>di </a:t>
            </a:r>
            <a:r>
              <a:rPr sz="2800" spc="10" dirty="0">
                <a:latin typeface="Verdana"/>
                <a:cs typeface="Verdana"/>
              </a:rPr>
              <a:t> </a:t>
            </a:r>
            <a:r>
              <a:rPr sz="2800" spc="-10" dirty="0">
                <a:latin typeface="Verdana"/>
                <a:cs typeface="Verdana"/>
              </a:rPr>
              <a:t>incidenti legati alla </a:t>
            </a:r>
            <a:r>
              <a:rPr sz="2800" spc="-5" dirty="0">
                <a:latin typeface="Verdana"/>
                <a:cs typeface="Verdana"/>
              </a:rPr>
              <a:t>sicurezza informatica, specialmente </a:t>
            </a:r>
            <a:r>
              <a:rPr sz="2800" spc="-969" dirty="0">
                <a:latin typeface="Verdana"/>
                <a:cs typeface="Verdana"/>
              </a:rPr>
              <a:t> </a:t>
            </a:r>
            <a:r>
              <a:rPr sz="2800" spc="-5" dirty="0">
                <a:latin typeface="Verdana"/>
                <a:cs typeface="Verdana"/>
              </a:rPr>
              <a:t>nella </a:t>
            </a:r>
            <a:r>
              <a:rPr sz="2800" spc="-25" dirty="0">
                <a:latin typeface="Verdana"/>
                <a:cs typeface="Verdana"/>
              </a:rPr>
              <a:t>PA,</a:t>
            </a:r>
            <a:r>
              <a:rPr sz="2800" spc="-20" dirty="0">
                <a:latin typeface="Verdana"/>
                <a:cs typeface="Verdana"/>
              </a:rPr>
              <a:t> </a:t>
            </a:r>
            <a:r>
              <a:rPr sz="2800" spc="-5" dirty="0">
                <a:latin typeface="Verdana"/>
                <a:cs typeface="Verdana"/>
              </a:rPr>
              <a:t>è aumentato </a:t>
            </a:r>
            <a:r>
              <a:rPr sz="2800" spc="-10" dirty="0">
                <a:latin typeface="Verdana"/>
                <a:cs typeface="Verdana"/>
              </a:rPr>
              <a:t>in </a:t>
            </a:r>
            <a:r>
              <a:rPr sz="2800" dirty="0">
                <a:latin typeface="Verdana"/>
                <a:cs typeface="Verdana"/>
              </a:rPr>
              <a:t>modo </a:t>
            </a:r>
            <a:r>
              <a:rPr sz="2800" spc="-5" dirty="0">
                <a:latin typeface="Verdana"/>
                <a:cs typeface="Verdana"/>
              </a:rPr>
              <a:t>esponenziale. </a:t>
            </a:r>
            <a:r>
              <a:rPr sz="2800" spc="-60" dirty="0">
                <a:latin typeface="Verdana"/>
                <a:cs typeface="Verdana"/>
              </a:rPr>
              <a:t>Tutti </a:t>
            </a:r>
            <a:r>
              <a:rPr sz="2800" dirty="0">
                <a:latin typeface="Verdana"/>
                <a:cs typeface="Verdana"/>
              </a:rPr>
              <a:t>gli </a:t>
            </a:r>
            <a:r>
              <a:rPr sz="2800" spc="5" dirty="0">
                <a:latin typeface="Verdana"/>
                <a:cs typeface="Verdana"/>
              </a:rPr>
              <a:t> </a:t>
            </a:r>
            <a:r>
              <a:rPr sz="2800" dirty="0">
                <a:latin typeface="Verdana"/>
                <a:cs typeface="Verdana"/>
              </a:rPr>
              <a:t>studi </a:t>
            </a:r>
            <a:r>
              <a:rPr sz="2800" spc="-5" dirty="0">
                <a:latin typeface="Verdana"/>
                <a:cs typeface="Verdana"/>
              </a:rPr>
              <a:t>e </a:t>
            </a:r>
            <a:r>
              <a:rPr sz="2800" spc="-10" dirty="0">
                <a:latin typeface="Verdana"/>
                <a:cs typeface="Verdana"/>
              </a:rPr>
              <a:t>le </a:t>
            </a:r>
            <a:r>
              <a:rPr sz="2800" spc="-5" dirty="0">
                <a:latin typeface="Verdana"/>
                <a:cs typeface="Verdana"/>
              </a:rPr>
              <a:t>ricerche che </a:t>
            </a:r>
            <a:r>
              <a:rPr sz="2800" dirty="0">
                <a:latin typeface="Verdana"/>
                <a:cs typeface="Verdana"/>
              </a:rPr>
              <a:t>analizzano </a:t>
            </a:r>
            <a:r>
              <a:rPr sz="2800" spc="-5" dirty="0">
                <a:latin typeface="Verdana"/>
                <a:cs typeface="Verdana"/>
              </a:rPr>
              <a:t>e studiano questi </a:t>
            </a:r>
            <a:r>
              <a:rPr sz="2800" dirty="0">
                <a:latin typeface="Verdana"/>
                <a:cs typeface="Verdana"/>
              </a:rPr>
              <a:t> fenomeni</a:t>
            </a:r>
            <a:r>
              <a:rPr sz="2800" spc="5" dirty="0">
                <a:latin typeface="Verdana"/>
                <a:cs typeface="Verdana"/>
              </a:rPr>
              <a:t> </a:t>
            </a:r>
            <a:r>
              <a:rPr sz="2800" dirty="0">
                <a:latin typeface="Verdana"/>
                <a:cs typeface="Verdana"/>
              </a:rPr>
              <a:t>sono</a:t>
            </a:r>
            <a:r>
              <a:rPr sz="2800" spc="5" dirty="0">
                <a:latin typeface="Verdana"/>
                <a:cs typeface="Verdana"/>
              </a:rPr>
              <a:t> </a:t>
            </a:r>
            <a:r>
              <a:rPr sz="2800" dirty="0">
                <a:latin typeface="Verdana"/>
                <a:cs typeface="Verdana"/>
              </a:rPr>
              <a:t>concordi</a:t>
            </a:r>
            <a:r>
              <a:rPr sz="2800" spc="5" dirty="0">
                <a:latin typeface="Verdana"/>
                <a:cs typeface="Verdana"/>
              </a:rPr>
              <a:t> </a:t>
            </a:r>
            <a:r>
              <a:rPr sz="2800" spc="-5" dirty="0">
                <a:latin typeface="Verdana"/>
                <a:cs typeface="Verdana"/>
              </a:rPr>
              <a:t>nell'affermare</a:t>
            </a:r>
            <a:r>
              <a:rPr sz="2800" dirty="0">
                <a:latin typeface="Verdana"/>
                <a:cs typeface="Verdana"/>
              </a:rPr>
              <a:t> una </a:t>
            </a:r>
            <a:r>
              <a:rPr sz="2800" spc="5" dirty="0">
                <a:latin typeface="Verdana"/>
                <a:cs typeface="Verdana"/>
              </a:rPr>
              <a:t> </a:t>
            </a:r>
            <a:r>
              <a:rPr sz="2800" spc="-5" dirty="0">
                <a:latin typeface="Verdana"/>
                <a:cs typeface="Verdana"/>
              </a:rPr>
              <a:t>preoccupante</a:t>
            </a:r>
            <a:r>
              <a:rPr sz="2800" spc="35" dirty="0">
                <a:latin typeface="Verdana"/>
                <a:cs typeface="Verdana"/>
              </a:rPr>
              <a:t> </a:t>
            </a:r>
            <a:r>
              <a:rPr sz="2800" spc="-10" dirty="0">
                <a:latin typeface="Verdana"/>
                <a:cs typeface="Verdana"/>
              </a:rPr>
              <a:t>tendenza</a:t>
            </a:r>
            <a:r>
              <a:rPr sz="2800" spc="30" dirty="0">
                <a:latin typeface="Verdana"/>
                <a:cs typeface="Verdana"/>
              </a:rPr>
              <a:t> </a:t>
            </a:r>
            <a:r>
              <a:rPr sz="2800" spc="-5" dirty="0">
                <a:latin typeface="Verdana"/>
                <a:cs typeface="Verdana"/>
              </a:rPr>
              <a:t>alla</a:t>
            </a:r>
            <a:r>
              <a:rPr sz="2800" spc="5" dirty="0">
                <a:latin typeface="Verdana"/>
                <a:cs typeface="Verdana"/>
              </a:rPr>
              <a:t> </a:t>
            </a:r>
            <a:r>
              <a:rPr sz="2800" spc="-10" dirty="0">
                <a:latin typeface="Verdana"/>
                <a:cs typeface="Verdana"/>
              </a:rPr>
              <a:t>crescita.</a:t>
            </a:r>
            <a:endParaRPr sz="2800" dirty="0">
              <a:latin typeface="Verdana"/>
              <a:cs typeface="Verdana"/>
            </a:endParaRPr>
          </a:p>
        </p:txBody>
      </p:sp>
    </p:spTree>
    <p:extLst>
      <p:ext uri="{BB962C8B-B14F-4D97-AF65-F5344CB8AC3E}">
        <p14:creationId xmlns:p14="http://schemas.microsoft.com/office/powerpoint/2010/main" val="3825059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162608" y="1192578"/>
            <a:ext cx="9877425" cy="4536498"/>
          </a:xfrm>
          <a:prstGeom prst="rect">
            <a:avLst/>
          </a:prstGeom>
        </p:spPr>
        <p:txBody>
          <a:bodyPr vert="horz" wrap="square" lIns="0" tIns="12065" rIns="0" bIns="0" rtlCol="0">
            <a:spAutoFit/>
          </a:bodyPr>
          <a:lstStyle/>
          <a:p>
            <a:pPr marL="12700" marR="5080" algn="just">
              <a:lnSpc>
                <a:spcPct val="150000"/>
              </a:lnSpc>
              <a:spcBef>
                <a:spcPts val="95"/>
              </a:spcBef>
            </a:pPr>
            <a:r>
              <a:rPr lang="it-IT" sz="2800" dirty="0">
                <a:latin typeface="Verdana"/>
                <a:cs typeface="Verdana"/>
              </a:rPr>
              <a:t>Le pubbliche amministrazioni dal punto della </a:t>
            </a:r>
            <a:r>
              <a:rPr sz="2800" dirty="0" err="1">
                <a:latin typeface="Verdana"/>
                <a:cs typeface="Verdana"/>
              </a:rPr>
              <a:t>sicurezza</a:t>
            </a:r>
            <a:r>
              <a:rPr sz="2800" dirty="0">
                <a:latin typeface="Verdana"/>
                <a:cs typeface="Verdana"/>
              </a:rPr>
              <a:t>,</a:t>
            </a:r>
            <a:r>
              <a:rPr sz="2800" spc="5" dirty="0">
                <a:latin typeface="Verdana"/>
                <a:cs typeface="Verdana"/>
              </a:rPr>
              <a:t> </a:t>
            </a:r>
            <a:r>
              <a:rPr sz="2800" spc="-5" dirty="0">
                <a:latin typeface="Verdana"/>
                <a:cs typeface="Verdana"/>
              </a:rPr>
              <a:t>possono</a:t>
            </a:r>
            <a:r>
              <a:rPr sz="2800" dirty="0">
                <a:latin typeface="Verdana"/>
                <a:cs typeface="Verdana"/>
              </a:rPr>
              <a:t> </a:t>
            </a:r>
            <a:r>
              <a:rPr sz="2800" spc="-5" dirty="0">
                <a:latin typeface="Verdana"/>
                <a:cs typeface="Verdana"/>
              </a:rPr>
              <a:t>essere</a:t>
            </a:r>
            <a:r>
              <a:rPr sz="2800" dirty="0">
                <a:latin typeface="Verdana"/>
                <a:cs typeface="Verdana"/>
              </a:rPr>
              <a:t> </a:t>
            </a:r>
            <a:r>
              <a:rPr sz="2800" spc="-10" dirty="0">
                <a:latin typeface="Verdana"/>
                <a:cs typeface="Verdana"/>
              </a:rPr>
              <a:t>considerate</a:t>
            </a:r>
            <a:r>
              <a:rPr sz="2800" spc="-5" dirty="0">
                <a:latin typeface="Verdana"/>
                <a:cs typeface="Verdana"/>
              </a:rPr>
              <a:t> come </a:t>
            </a:r>
            <a:r>
              <a:rPr sz="2800" dirty="0">
                <a:latin typeface="Verdana"/>
                <a:cs typeface="Verdana"/>
              </a:rPr>
              <a:t> </a:t>
            </a:r>
            <a:r>
              <a:rPr sz="2800" spc="-5" dirty="0">
                <a:latin typeface="Verdana"/>
                <a:cs typeface="Verdana"/>
              </a:rPr>
              <a:t>organizzazioni fortemente regolate, </a:t>
            </a:r>
            <a:r>
              <a:rPr sz="2800" spc="-10" dirty="0">
                <a:latin typeface="Verdana"/>
                <a:cs typeface="Verdana"/>
              </a:rPr>
              <a:t>in considerazione </a:t>
            </a:r>
            <a:r>
              <a:rPr sz="2800" spc="-5" dirty="0">
                <a:latin typeface="Verdana"/>
                <a:cs typeface="Verdana"/>
              </a:rPr>
              <a:t> del fatto </a:t>
            </a:r>
            <a:r>
              <a:rPr sz="2800" spc="-10" dirty="0">
                <a:latin typeface="Verdana"/>
                <a:cs typeface="Verdana"/>
              </a:rPr>
              <a:t>che </a:t>
            </a:r>
            <a:r>
              <a:rPr sz="2800" spc="-5" dirty="0">
                <a:latin typeface="Verdana"/>
                <a:cs typeface="Verdana"/>
              </a:rPr>
              <a:t>la loro attività </a:t>
            </a:r>
            <a:r>
              <a:rPr sz="2800" dirty="0">
                <a:latin typeface="Verdana"/>
                <a:cs typeface="Verdana"/>
              </a:rPr>
              <a:t>si </a:t>
            </a:r>
            <a:r>
              <a:rPr sz="2800" spc="-5" dirty="0">
                <a:latin typeface="Verdana"/>
                <a:cs typeface="Verdana"/>
              </a:rPr>
              <a:t>svolge nell’ambito e nei </a:t>
            </a:r>
            <a:r>
              <a:rPr sz="2800" dirty="0">
                <a:latin typeface="Verdana"/>
                <a:cs typeface="Verdana"/>
              </a:rPr>
              <a:t> </a:t>
            </a:r>
            <a:r>
              <a:rPr sz="2800" spc="-10" dirty="0">
                <a:latin typeface="Verdana"/>
                <a:cs typeface="Verdana"/>
              </a:rPr>
              <a:t>limiti</a:t>
            </a:r>
            <a:r>
              <a:rPr sz="2800" spc="195" dirty="0">
                <a:latin typeface="Verdana"/>
                <a:cs typeface="Verdana"/>
              </a:rPr>
              <a:t> </a:t>
            </a:r>
            <a:r>
              <a:rPr sz="2800" spc="-5" dirty="0">
                <a:latin typeface="Verdana"/>
                <a:cs typeface="Verdana"/>
              </a:rPr>
              <a:t>di</a:t>
            </a:r>
            <a:r>
              <a:rPr sz="2800" spc="190" dirty="0">
                <a:latin typeface="Verdana"/>
                <a:cs typeface="Verdana"/>
              </a:rPr>
              <a:t> </a:t>
            </a:r>
            <a:r>
              <a:rPr sz="2800" spc="-5" dirty="0">
                <a:latin typeface="Verdana"/>
                <a:cs typeface="Verdana"/>
              </a:rPr>
              <a:t>norme</a:t>
            </a:r>
            <a:r>
              <a:rPr sz="2800" spc="190" dirty="0">
                <a:latin typeface="Verdana"/>
                <a:cs typeface="Verdana"/>
              </a:rPr>
              <a:t> </a:t>
            </a:r>
            <a:r>
              <a:rPr sz="2800" spc="-5" dirty="0">
                <a:latin typeface="Verdana"/>
                <a:cs typeface="Verdana"/>
              </a:rPr>
              <a:t>che</a:t>
            </a:r>
            <a:r>
              <a:rPr sz="2800" spc="195" dirty="0">
                <a:latin typeface="Verdana"/>
                <a:cs typeface="Verdana"/>
              </a:rPr>
              <a:t> </a:t>
            </a:r>
            <a:r>
              <a:rPr sz="2800" dirty="0">
                <a:latin typeface="Verdana"/>
                <a:cs typeface="Verdana"/>
              </a:rPr>
              <a:t>hanno</a:t>
            </a:r>
            <a:r>
              <a:rPr sz="2800" spc="204" dirty="0">
                <a:latin typeface="Verdana"/>
                <a:cs typeface="Verdana"/>
              </a:rPr>
              <a:t> </a:t>
            </a:r>
            <a:r>
              <a:rPr sz="2800" spc="-20" dirty="0">
                <a:latin typeface="Verdana"/>
                <a:cs typeface="Verdana"/>
              </a:rPr>
              <a:t>valore</a:t>
            </a:r>
            <a:r>
              <a:rPr sz="2800" spc="220" dirty="0">
                <a:latin typeface="Verdana"/>
                <a:cs typeface="Verdana"/>
              </a:rPr>
              <a:t> </a:t>
            </a:r>
            <a:r>
              <a:rPr sz="2800" spc="-5" dirty="0">
                <a:latin typeface="Verdana"/>
                <a:cs typeface="Verdana"/>
              </a:rPr>
              <a:t>di</a:t>
            </a:r>
            <a:r>
              <a:rPr sz="2800" spc="190" dirty="0">
                <a:latin typeface="Verdana"/>
                <a:cs typeface="Verdana"/>
              </a:rPr>
              <a:t> </a:t>
            </a:r>
            <a:r>
              <a:rPr sz="2800" spc="-5" dirty="0">
                <a:latin typeface="Verdana"/>
                <a:cs typeface="Verdana"/>
              </a:rPr>
              <a:t>legge.</a:t>
            </a:r>
            <a:r>
              <a:rPr sz="2800" spc="180" dirty="0">
                <a:latin typeface="Verdana"/>
                <a:cs typeface="Verdana"/>
              </a:rPr>
              <a:t> </a:t>
            </a:r>
            <a:r>
              <a:rPr sz="2800" dirty="0">
                <a:latin typeface="Verdana"/>
                <a:cs typeface="Verdana"/>
              </a:rPr>
              <a:t>Il</a:t>
            </a:r>
            <a:r>
              <a:rPr sz="2800" spc="180" dirty="0">
                <a:latin typeface="Verdana"/>
                <a:cs typeface="Verdana"/>
              </a:rPr>
              <a:t> </a:t>
            </a:r>
            <a:r>
              <a:rPr sz="2800" spc="-5" dirty="0">
                <a:latin typeface="Verdana"/>
                <a:cs typeface="Verdana"/>
              </a:rPr>
              <a:t>problema </a:t>
            </a:r>
            <a:r>
              <a:rPr sz="2800" spc="-969" dirty="0">
                <a:latin typeface="Verdana"/>
                <a:cs typeface="Verdana"/>
              </a:rPr>
              <a:t> </a:t>
            </a:r>
            <a:r>
              <a:rPr sz="2800" spc="-5" dirty="0">
                <a:latin typeface="Verdana"/>
                <a:cs typeface="Verdana"/>
              </a:rPr>
              <a:t>è che fino a poco </a:t>
            </a:r>
            <a:r>
              <a:rPr sz="2800" spc="-10" dirty="0">
                <a:latin typeface="Verdana"/>
                <a:cs typeface="Verdana"/>
              </a:rPr>
              <a:t>tempo </a:t>
            </a:r>
            <a:r>
              <a:rPr sz="2800" dirty="0">
                <a:latin typeface="Verdana"/>
                <a:cs typeface="Verdana"/>
              </a:rPr>
              <a:t>fa </a:t>
            </a:r>
            <a:r>
              <a:rPr sz="2800" spc="-15" dirty="0">
                <a:latin typeface="Verdana"/>
                <a:cs typeface="Verdana"/>
              </a:rPr>
              <a:t>erano </a:t>
            </a:r>
            <a:r>
              <a:rPr sz="2800" spc="-5" dirty="0">
                <a:latin typeface="Verdana"/>
                <a:cs typeface="Verdana"/>
              </a:rPr>
              <a:t>state poche </a:t>
            </a:r>
            <a:r>
              <a:rPr sz="2800" spc="-10" dirty="0">
                <a:latin typeface="Verdana"/>
                <a:cs typeface="Verdana"/>
              </a:rPr>
              <a:t>le </a:t>
            </a:r>
            <a:r>
              <a:rPr sz="2800" dirty="0">
                <a:latin typeface="Verdana"/>
                <a:cs typeface="Verdana"/>
              </a:rPr>
              <a:t>norme </a:t>
            </a:r>
            <a:r>
              <a:rPr sz="2800" spc="-969" dirty="0">
                <a:latin typeface="Verdana"/>
                <a:cs typeface="Verdana"/>
              </a:rPr>
              <a:t> </a:t>
            </a:r>
            <a:r>
              <a:rPr sz="2800" spc="-10" dirty="0">
                <a:latin typeface="Verdana"/>
                <a:cs typeface="Verdana"/>
              </a:rPr>
              <a:t>giuridiche</a:t>
            </a:r>
            <a:r>
              <a:rPr sz="2800" spc="60" dirty="0">
                <a:latin typeface="Verdana"/>
                <a:cs typeface="Verdana"/>
              </a:rPr>
              <a:t> </a:t>
            </a:r>
            <a:r>
              <a:rPr sz="2800" spc="-10" dirty="0">
                <a:latin typeface="Verdana"/>
                <a:cs typeface="Verdana"/>
              </a:rPr>
              <a:t>che</a:t>
            </a:r>
            <a:r>
              <a:rPr sz="2800" spc="10" dirty="0">
                <a:latin typeface="Verdana"/>
                <a:cs typeface="Verdana"/>
              </a:rPr>
              <a:t> </a:t>
            </a:r>
            <a:r>
              <a:rPr sz="2800" spc="-10" dirty="0">
                <a:latin typeface="Verdana"/>
                <a:cs typeface="Verdana"/>
              </a:rPr>
              <a:t>si</a:t>
            </a:r>
            <a:r>
              <a:rPr sz="2800" spc="15" dirty="0">
                <a:latin typeface="Verdana"/>
                <a:cs typeface="Verdana"/>
              </a:rPr>
              <a:t> </a:t>
            </a:r>
            <a:r>
              <a:rPr sz="2800" spc="-15" dirty="0">
                <a:latin typeface="Verdana"/>
                <a:cs typeface="Verdana"/>
              </a:rPr>
              <a:t>erano</a:t>
            </a:r>
            <a:r>
              <a:rPr sz="2800" spc="15" dirty="0">
                <a:latin typeface="Verdana"/>
                <a:cs typeface="Verdana"/>
              </a:rPr>
              <a:t> </a:t>
            </a:r>
            <a:r>
              <a:rPr sz="2800" spc="-10" dirty="0">
                <a:latin typeface="Verdana"/>
                <a:cs typeface="Verdana"/>
              </a:rPr>
              <a:t>occupate</a:t>
            </a:r>
            <a:r>
              <a:rPr sz="2800" spc="55" dirty="0">
                <a:latin typeface="Verdana"/>
                <a:cs typeface="Verdana"/>
              </a:rPr>
              <a:t> </a:t>
            </a:r>
            <a:r>
              <a:rPr sz="2800" spc="-5" dirty="0">
                <a:latin typeface="Verdana"/>
                <a:cs typeface="Verdana"/>
              </a:rPr>
              <a:t>di</a:t>
            </a:r>
            <a:r>
              <a:rPr sz="2800" spc="10" dirty="0">
                <a:latin typeface="Verdana"/>
                <a:cs typeface="Verdana"/>
              </a:rPr>
              <a:t> </a:t>
            </a:r>
            <a:r>
              <a:rPr sz="2800" spc="-5" dirty="0">
                <a:latin typeface="Verdana"/>
                <a:cs typeface="Verdana"/>
              </a:rPr>
              <a:t>cyber</a:t>
            </a:r>
            <a:r>
              <a:rPr sz="2800" spc="35" dirty="0">
                <a:latin typeface="Verdana"/>
                <a:cs typeface="Verdana"/>
              </a:rPr>
              <a:t> </a:t>
            </a:r>
            <a:r>
              <a:rPr sz="2800" spc="-40" dirty="0">
                <a:latin typeface="Verdana"/>
                <a:cs typeface="Verdana"/>
              </a:rPr>
              <a:t>security.</a:t>
            </a:r>
            <a:endParaRPr sz="2800" dirty="0">
              <a:latin typeface="Verdana"/>
              <a:cs typeface="Verdana"/>
            </a:endParaRPr>
          </a:p>
        </p:txBody>
      </p:sp>
    </p:spTree>
    <p:extLst>
      <p:ext uri="{BB962C8B-B14F-4D97-AF65-F5344CB8AC3E}">
        <p14:creationId xmlns:p14="http://schemas.microsoft.com/office/powerpoint/2010/main" val="623504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98194" y="784247"/>
            <a:ext cx="9598025" cy="4924105"/>
          </a:xfrm>
          <a:prstGeom prst="rect">
            <a:avLst/>
          </a:prstGeom>
        </p:spPr>
        <p:txBody>
          <a:bodyPr vert="horz" wrap="square" lIns="0" tIns="12700" rIns="0" bIns="0" rtlCol="0">
            <a:spAutoFit/>
          </a:bodyPr>
          <a:lstStyle/>
          <a:p>
            <a:pPr marL="12700" marR="5080" algn="just">
              <a:lnSpc>
                <a:spcPct val="150000"/>
              </a:lnSpc>
              <a:spcBef>
                <a:spcPts val="100"/>
              </a:spcBef>
            </a:pPr>
            <a:r>
              <a:rPr sz="2400" spc="-10" dirty="0">
                <a:latin typeface="Verdana"/>
                <a:cs typeface="Verdana"/>
              </a:rPr>
              <a:t>In</a:t>
            </a:r>
            <a:r>
              <a:rPr sz="2400" spc="-5" dirty="0">
                <a:latin typeface="Verdana"/>
                <a:cs typeface="Verdana"/>
              </a:rPr>
              <a:t> </a:t>
            </a:r>
            <a:r>
              <a:rPr sz="2400" dirty="0">
                <a:latin typeface="Verdana"/>
                <a:cs typeface="Verdana"/>
              </a:rPr>
              <a:t>effetti</a:t>
            </a:r>
            <a:r>
              <a:rPr sz="2400" spc="5" dirty="0">
                <a:latin typeface="Verdana"/>
                <a:cs typeface="Verdana"/>
              </a:rPr>
              <a:t> </a:t>
            </a:r>
            <a:r>
              <a:rPr sz="2400" spc="-10" dirty="0">
                <a:latin typeface="Verdana"/>
                <a:cs typeface="Verdana"/>
              </a:rPr>
              <a:t>le</a:t>
            </a:r>
            <a:r>
              <a:rPr sz="2400" spc="-5" dirty="0">
                <a:latin typeface="Verdana"/>
                <a:cs typeface="Verdana"/>
              </a:rPr>
              <a:t> </a:t>
            </a:r>
            <a:r>
              <a:rPr sz="2400" dirty="0">
                <a:latin typeface="Verdana"/>
                <a:cs typeface="Verdana"/>
              </a:rPr>
              <a:t>norme</a:t>
            </a:r>
            <a:r>
              <a:rPr sz="2400" spc="5" dirty="0">
                <a:latin typeface="Verdana"/>
                <a:cs typeface="Verdana"/>
              </a:rPr>
              <a:t> di</a:t>
            </a:r>
            <a:r>
              <a:rPr sz="2400" spc="10" dirty="0">
                <a:latin typeface="Verdana"/>
                <a:cs typeface="Verdana"/>
              </a:rPr>
              <a:t> </a:t>
            </a:r>
            <a:r>
              <a:rPr sz="2400" dirty="0">
                <a:latin typeface="Verdana"/>
                <a:cs typeface="Verdana"/>
              </a:rPr>
              <a:t>maggiore</a:t>
            </a:r>
            <a:r>
              <a:rPr sz="2400" spc="5" dirty="0">
                <a:latin typeface="Verdana"/>
                <a:cs typeface="Verdana"/>
              </a:rPr>
              <a:t> </a:t>
            </a:r>
            <a:r>
              <a:rPr sz="2400" spc="-10" dirty="0">
                <a:latin typeface="Verdana"/>
                <a:cs typeface="Verdana"/>
              </a:rPr>
              <a:t>rilevanza</a:t>
            </a:r>
            <a:r>
              <a:rPr sz="2400" spc="-5" dirty="0">
                <a:latin typeface="Verdana"/>
                <a:cs typeface="Verdana"/>
              </a:rPr>
              <a:t> </a:t>
            </a:r>
            <a:r>
              <a:rPr sz="2400" dirty="0">
                <a:latin typeface="Verdana"/>
                <a:cs typeface="Verdana"/>
              </a:rPr>
              <a:t>sono</a:t>
            </a:r>
            <a:r>
              <a:rPr sz="2400" spc="840" dirty="0">
                <a:latin typeface="Verdana"/>
                <a:cs typeface="Verdana"/>
              </a:rPr>
              <a:t> </a:t>
            </a:r>
            <a:r>
              <a:rPr sz="2400" spc="-5" dirty="0">
                <a:latin typeface="Verdana"/>
                <a:cs typeface="Verdana"/>
              </a:rPr>
              <a:t>quelle </a:t>
            </a:r>
            <a:r>
              <a:rPr sz="2400" dirty="0">
                <a:latin typeface="Verdana"/>
                <a:cs typeface="Verdana"/>
              </a:rPr>
              <a:t> contenute</a:t>
            </a:r>
            <a:r>
              <a:rPr sz="2400" spc="5" dirty="0">
                <a:latin typeface="Verdana"/>
                <a:cs typeface="Verdana"/>
              </a:rPr>
              <a:t> </a:t>
            </a:r>
            <a:r>
              <a:rPr sz="2400" dirty="0">
                <a:latin typeface="Verdana"/>
                <a:cs typeface="Verdana"/>
              </a:rPr>
              <a:t>nel</a:t>
            </a:r>
            <a:r>
              <a:rPr sz="2400" spc="5" dirty="0">
                <a:latin typeface="Verdana"/>
                <a:cs typeface="Verdana"/>
              </a:rPr>
              <a:t> </a:t>
            </a:r>
            <a:r>
              <a:rPr sz="2400" spc="-5" dirty="0">
                <a:solidFill>
                  <a:srgbClr val="FFFF00"/>
                </a:solidFill>
                <a:latin typeface="Verdana"/>
                <a:cs typeface="Verdana"/>
              </a:rPr>
              <a:t>Codice</a:t>
            </a:r>
            <a:r>
              <a:rPr sz="2400" dirty="0">
                <a:solidFill>
                  <a:srgbClr val="FFFF00"/>
                </a:solidFill>
                <a:latin typeface="Verdana"/>
                <a:cs typeface="Verdana"/>
              </a:rPr>
              <a:t> </a:t>
            </a:r>
            <a:r>
              <a:rPr sz="2400" spc="-15" dirty="0">
                <a:solidFill>
                  <a:srgbClr val="FFFF00"/>
                </a:solidFill>
                <a:latin typeface="Verdana"/>
                <a:cs typeface="Verdana"/>
              </a:rPr>
              <a:t>dell’Amministrazione</a:t>
            </a:r>
            <a:r>
              <a:rPr sz="2400" spc="-10" dirty="0">
                <a:solidFill>
                  <a:srgbClr val="FFFF00"/>
                </a:solidFill>
                <a:latin typeface="Verdana"/>
                <a:cs typeface="Verdana"/>
              </a:rPr>
              <a:t> </a:t>
            </a:r>
            <a:r>
              <a:rPr sz="2400" spc="-5" dirty="0">
                <a:solidFill>
                  <a:srgbClr val="FFFF00"/>
                </a:solidFill>
                <a:latin typeface="Verdana"/>
                <a:cs typeface="Verdana"/>
              </a:rPr>
              <a:t>Digitale</a:t>
            </a:r>
            <a:r>
              <a:rPr sz="2400" dirty="0">
                <a:solidFill>
                  <a:srgbClr val="FFFF00"/>
                </a:solidFill>
                <a:latin typeface="Verdana"/>
                <a:cs typeface="Verdana"/>
              </a:rPr>
              <a:t> </a:t>
            </a:r>
            <a:r>
              <a:rPr sz="2400" spc="-5" dirty="0">
                <a:solidFill>
                  <a:srgbClr val="FFFF00"/>
                </a:solidFill>
                <a:latin typeface="Verdana"/>
                <a:cs typeface="Verdana"/>
              </a:rPr>
              <a:t>(CAD</a:t>
            </a:r>
            <a:r>
              <a:rPr sz="2400" dirty="0">
                <a:solidFill>
                  <a:srgbClr val="FFFF00"/>
                </a:solidFill>
                <a:latin typeface="Verdana"/>
                <a:cs typeface="Verdana"/>
              </a:rPr>
              <a:t> - </a:t>
            </a:r>
            <a:r>
              <a:rPr sz="2400" spc="-830" dirty="0">
                <a:solidFill>
                  <a:srgbClr val="FFFF00"/>
                </a:solidFill>
                <a:latin typeface="Verdana"/>
                <a:cs typeface="Verdana"/>
              </a:rPr>
              <a:t> </a:t>
            </a:r>
            <a:r>
              <a:rPr sz="2400" spc="-15" dirty="0">
                <a:solidFill>
                  <a:srgbClr val="FFFF00"/>
                </a:solidFill>
                <a:latin typeface="Verdana"/>
                <a:cs typeface="Verdana"/>
              </a:rPr>
              <a:t>D.Lgs.</a:t>
            </a:r>
            <a:r>
              <a:rPr sz="2400" spc="-10" dirty="0">
                <a:solidFill>
                  <a:srgbClr val="FFFF00"/>
                </a:solidFill>
                <a:latin typeface="Verdana"/>
                <a:cs typeface="Verdana"/>
              </a:rPr>
              <a:t> </a:t>
            </a:r>
            <a:r>
              <a:rPr sz="2400" dirty="0">
                <a:solidFill>
                  <a:srgbClr val="FFFF00"/>
                </a:solidFill>
                <a:latin typeface="Verdana"/>
                <a:cs typeface="Verdana"/>
              </a:rPr>
              <a:t>7</a:t>
            </a:r>
            <a:r>
              <a:rPr sz="2400" spc="5" dirty="0">
                <a:solidFill>
                  <a:srgbClr val="FFFF00"/>
                </a:solidFill>
                <a:latin typeface="Verdana"/>
                <a:cs typeface="Verdana"/>
              </a:rPr>
              <a:t> </a:t>
            </a:r>
            <a:r>
              <a:rPr sz="2400" spc="-5" dirty="0">
                <a:solidFill>
                  <a:srgbClr val="FFFF00"/>
                </a:solidFill>
                <a:latin typeface="Verdana"/>
                <a:cs typeface="Verdana"/>
              </a:rPr>
              <a:t>marzo</a:t>
            </a:r>
            <a:r>
              <a:rPr sz="2400" dirty="0">
                <a:solidFill>
                  <a:srgbClr val="FFFF00"/>
                </a:solidFill>
                <a:latin typeface="Verdana"/>
                <a:cs typeface="Verdana"/>
              </a:rPr>
              <a:t> </a:t>
            </a:r>
            <a:r>
              <a:rPr sz="2400" spc="-5" dirty="0">
                <a:solidFill>
                  <a:srgbClr val="FFFF00"/>
                </a:solidFill>
                <a:latin typeface="Verdana"/>
                <a:cs typeface="Verdana"/>
              </a:rPr>
              <a:t>2005</a:t>
            </a:r>
            <a:r>
              <a:rPr sz="2400" dirty="0">
                <a:solidFill>
                  <a:srgbClr val="FFFF00"/>
                </a:solidFill>
                <a:latin typeface="Verdana"/>
                <a:cs typeface="Verdana"/>
              </a:rPr>
              <a:t> s.m.i.)</a:t>
            </a:r>
            <a:r>
              <a:rPr sz="2400" dirty="0">
                <a:latin typeface="Verdana"/>
                <a:cs typeface="Verdana"/>
              </a:rPr>
              <a:t>,</a:t>
            </a:r>
            <a:r>
              <a:rPr sz="2400" spc="5" dirty="0">
                <a:latin typeface="Verdana"/>
                <a:cs typeface="Verdana"/>
              </a:rPr>
              <a:t> </a:t>
            </a:r>
            <a:r>
              <a:rPr sz="2400" dirty="0">
                <a:latin typeface="Verdana"/>
                <a:cs typeface="Verdana"/>
              </a:rPr>
              <a:t>che</a:t>
            </a:r>
            <a:r>
              <a:rPr sz="2400" spc="5" dirty="0">
                <a:latin typeface="Verdana"/>
                <a:cs typeface="Verdana"/>
              </a:rPr>
              <a:t> </a:t>
            </a:r>
            <a:r>
              <a:rPr sz="2400" spc="-5" dirty="0">
                <a:latin typeface="Verdana"/>
                <a:cs typeface="Verdana"/>
              </a:rPr>
              <a:t>all’art.</a:t>
            </a:r>
            <a:r>
              <a:rPr sz="2400" dirty="0">
                <a:latin typeface="Verdana"/>
                <a:cs typeface="Verdana"/>
              </a:rPr>
              <a:t> </a:t>
            </a:r>
            <a:r>
              <a:rPr sz="2400" spc="-5" dirty="0">
                <a:latin typeface="Verdana"/>
                <a:cs typeface="Verdana"/>
              </a:rPr>
              <a:t>17</a:t>
            </a:r>
            <a:r>
              <a:rPr sz="2400" dirty="0">
                <a:latin typeface="Verdana"/>
                <a:cs typeface="Verdana"/>
              </a:rPr>
              <a:t> al</a:t>
            </a:r>
            <a:r>
              <a:rPr sz="2400" spc="840" dirty="0">
                <a:latin typeface="Verdana"/>
                <a:cs typeface="Verdana"/>
              </a:rPr>
              <a:t> </a:t>
            </a:r>
            <a:r>
              <a:rPr sz="2400" spc="-5" dirty="0">
                <a:latin typeface="Verdana"/>
                <a:cs typeface="Verdana"/>
              </a:rPr>
              <a:t>fine</a:t>
            </a:r>
            <a:r>
              <a:rPr sz="2400" spc="835" dirty="0">
                <a:latin typeface="Verdana"/>
                <a:cs typeface="Verdana"/>
              </a:rPr>
              <a:t> </a:t>
            </a:r>
            <a:r>
              <a:rPr sz="2400" spc="15" dirty="0">
                <a:latin typeface="Verdana"/>
                <a:cs typeface="Verdana"/>
              </a:rPr>
              <a:t>di </a:t>
            </a:r>
            <a:r>
              <a:rPr sz="2400" spc="20" dirty="0">
                <a:latin typeface="Verdana"/>
                <a:cs typeface="Verdana"/>
              </a:rPr>
              <a:t> </a:t>
            </a:r>
            <a:r>
              <a:rPr sz="2400" spc="-10" dirty="0">
                <a:latin typeface="Verdana"/>
                <a:cs typeface="Verdana"/>
              </a:rPr>
              <a:t>garantire</a:t>
            </a:r>
            <a:r>
              <a:rPr sz="2400" spc="-5" dirty="0">
                <a:latin typeface="Verdana"/>
                <a:cs typeface="Verdana"/>
              </a:rPr>
              <a:t> </a:t>
            </a:r>
            <a:r>
              <a:rPr sz="2400" dirty="0">
                <a:latin typeface="Verdana"/>
                <a:cs typeface="Verdana"/>
              </a:rPr>
              <a:t>l’attuazione</a:t>
            </a:r>
            <a:r>
              <a:rPr sz="2400" spc="5" dirty="0">
                <a:latin typeface="Verdana"/>
                <a:cs typeface="Verdana"/>
              </a:rPr>
              <a:t> </a:t>
            </a:r>
            <a:r>
              <a:rPr sz="2400" dirty="0">
                <a:latin typeface="Verdana"/>
                <a:cs typeface="Verdana"/>
              </a:rPr>
              <a:t>delle</a:t>
            </a:r>
            <a:r>
              <a:rPr sz="2400" spc="5" dirty="0">
                <a:latin typeface="Verdana"/>
                <a:cs typeface="Verdana"/>
              </a:rPr>
              <a:t> </a:t>
            </a:r>
            <a:r>
              <a:rPr sz="2400" spc="-5" dirty="0">
                <a:latin typeface="Verdana"/>
                <a:cs typeface="Verdana"/>
              </a:rPr>
              <a:t>linee</a:t>
            </a:r>
            <a:r>
              <a:rPr sz="2400" dirty="0">
                <a:latin typeface="Verdana"/>
                <a:cs typeface="Verdana"/>
              </a:rPr>
              <a:t> </a:t>
            </a:r>
            <a:r>
              <a:rPr sz="2400" spc="-5" dirty="0">
                <a:latin typeface="Verdana"/>
                <a:cs typeface="Verdana"/>
              </a:rPr>
              <a:t>strategiche</a:t>
            </a:r>
            <a:r>
              <a:rPr sz="2400" dirty="0">
                <a:latin typeface="Verdana"/>
                <a:cs typeface="Verdana"/>
              </a:rPr>
              <a:t> per</a:t>
            </a:r>
            <a:r>
              <a:rPr sz="2400" spc="5" dirty="0">
                <a:latin typeface="Verdana"/>
                <a:cs typeface="Verdana"/>
              </a:rPr>
              <a:t> </a:t>
            </a:r>
            <a:r>
              <a:rPr sz="2400" spc="-15" dirty="0">
                <a:latin typeface="Verdana"/>
                <a:cs typeface="Verdana"/>
              </a:rPr>
              <a:t>la </a:t>
            </a:r>
            <a:r>
              <a:rPr sz="2400" spc="-10" dirty="0">
                <a:latin typeface="Verdana"/>
                <a:cs typeface="Verdana"/>
              </a:rPr>
              <a:t> </a:t>
            </a:r>
            <a:r>
              <a:rPr sz="2400" spc="-5" dirty="0">
                <a:latin typeface="Verdana"/>
                <a:cs typeface="Verdana"/>
              </a:rPr>
              <a:t>riorganizzazione</a:t>
            </a:r>
            <a:r>
              <a:rPr sz="2400" dirty="0">
                <a:latin typeface="Verdana"/>
                <a:cs typeface="Verdana"/>
              </a:rPr>
              <a:t> e</a:t>
            </a:r>
            <a:r>
              <a:rPr sz="2400" spc="5" dirty="0">
                <a:latin typeface="Verdana"/>
                <a:cs typeface="Verdana"/>
              </a:rPr>
              <a:t> </a:t>
            </a:r>
            <a:r>
              <a:rPr sz="2400" spc="-5" dirty="0">
                <a:latin typeface="Verdana"/>
                <a:cs typeface="Verdana"/>
              </a:rPr>
              <a:t>digitalizzazione</a:t>
            </a:r>
            <a:r>
              <a:rPr sz="2400" spc="835" dirty="0">
                <a:latin typeface="Verdana"/>
                <a:cs typeface="Verdana"/>
              </a:rPr>
              <a:t> </a:t>
            </a:r>
            <a:r>
              <a:rPr sz="2400" spc="-5" dirty="0">
                <a:latin typeface="Verdana"/>
                <a:cs typeface="Verdana"/>
              </a:rPr>
              <a:t>dell’amministrazione </a:t>
            </a:r>
            <a:r>
              <a:rPr sz="2400" dirty="0">
                <a:latin typeface="Verdana"/>
                <a:cs typeface="Verdana"/>
              </a:rPr>
              <a:t> </a:t>
            </a:r>
            <a:r>
              <a:rPr sz="2400" spc="-5" dirty="0">
                <a:latin typeface="Verdana"/>
                <a:cs typeface="Verdana"/>
              </a:rPr>
              <a:t>definite</a:t>
            </a:r>
            <a:r>
              <a:rPr sz="2400" dirty="0">
                <a:latin typeface="Verdana"/>
                <a:cs typeface="Verdana"/>
              </a:rPr>
              <a:t> dal</a:t>
            </a:r>
            <a:r>
              <a:rPr sz="2400" spc="5" dirty="0">
                <a:latin typeface="Verdana"/>
                <a:cs typeface="Verdana"/>
              </a:rPr>
              <a:t> </a:t>
            </a:r>
            <a:r>
              <a:rPr sz="2400" spc="-15" dirty="0">
                <a:latin typeface="Verdana"/>
                <a:cs typeface="Verdana"/>
              </a:rPr>
              <a:t>Governo,</a:t>
            </a:r>
            <a:r>
              <a:rPr sz="2400" spc="-10" dirty="0">
                <a:latin typeface="Verdana"/>
                <a:cs typeface="Verdana"/>
              </a:rPr>
              <a:t> </a:t>
            </a:r>
            <a:r>
              <a:rPr sz="2400" spc="-5" dirty="0">
                <a:latin typeface="Verdana"/>
                <a:cs typeface="Verdana"/>
              </a:rPr>
              <a:t>prevede</a:t>
            </a:r>
            <a:r>
              <a:rPr sz="2400" dirty="0">
                <a:latin typeface="Verdana"/>
                <a:cs typeface="Verdana"/>
              </a:rPr>
              <a:t> che</a:t>
            </a:r>
            <a:r>
              <a:rPr sz="2400" spc="5" dirty="0">
                <a:latin typeface="Verdana"/>
                <a:cs typeface="Verdana"/>
              </a:rPr>
              <a:t> </a:t>
            </a:r>
            <a:r>
              <a:rPr sz="2400" dirty="0">
                <a:latin typeface="Verdana"/>
                <a:cs typeface="Verdana"/>
              </a:rPr>
              <a:t>le</a:t>
            </a:r>
            <a:r>
              <a:rPr sz="2400" spc="844" dirty="0">
                <a:latin typeface="Verdana"/>
                <a:cs typeface="Verdana"/>
              </a:rPr>
              <a:t> </a:t>
            </a:r>
            <a:r>
              <a:rPr sz="2400" dirty="0">
                <a:latin typeface="Verdana"/>
                <a:cs typeface="Verdana"/>
              </a:rPr>
              <a:t>pubbliche </a:t>
            </a:r>
            <a:r>
              <a:rPr sz="2400" spc="-830" dirty="0">
                <a:latin typeface="Verdana"/>
                <a:cs typeface="Verdana"/>
              </a:rPr>
              <a:t> </a:t>
            </a:r>
            <a:r>
              <a:rPr sz="2400" spc="-5" dirty="0">
                <a:latin typeface="Verdana"/>
                <a:cs typeface="Verdana"/>
              </a:rPr>
              <a:t>amministrazioni individuino </a:t>
            </a:r>
            <a:r>
              <a:rPr sz="2400" dirty="0">
                <a:latin typeface="Verdana"/>
                <a:cs typeface="Verdana"/>
              </a:rPr>
              <a:t>mediante propri atti </a:t>
            </a:r>
            <a:r>
              <a:rPr sz="2400" spc="-5" dirty="0">
                <a:latin typeface="Verdana"/>
                <a:cs typeface="Verdana"/>
              </a:rPr>
              <a:t>organizzativi, </a:t>
            </a:r>
            <a:r>
              <a:rPr sz="2400" spc="-830" dirty="0">
                <a:latin typeface="Verdana"/>
                <a:cs typeface="Verdana"/>
              </a:rPr>
              <a:t> </a:t>
            </a:r>
            <a:r>
              <a:rPr sz="2400" dirty="0">
                <a:latin typeface="Verdana"/>
                <a:cs typeface="Verdana"/>
              </a:rPr>
              <a:t>un</a:t>
            </a:r>
            <a:r>
              <a:rPr sz="2400" spc="5" dirty="0">
                <a:latin typeface="Verdana"/>
                <a:cs typeface="Verdana"/>
              </a:rPr>
              <a:t> </a:t>
            </a:r>
            <a:r>
              <a:rPr sz="2400" spc="-5" dirty="0">
                <a:latin typeface="Verdana"/>
                <a:cs typeface="Verdana"/>
              </a:rPr>
              <a:t>unico</a:t>
            </a:r>
            <a:r>
              <a:rPr sz="2400" dirty="0">
                <a:latin typeface="Verdana"/>
                <a:cs typeface="Verdana"/>
              </a:rPr>
              <a:t> ufficio</a:t>
            </a:r>
            <a:r>
              <a:rPr sz="2400" spc="5" dirty="0">
                <a:latin typeface="Verdana"/>
                <a:cs typeface="Verdana"/>
              </a:rPr>
              <a:t> </a:t>
            </a:r>
            <a:r>
              <a:rPr sz="2400" spc="-5" dirty="0">
                <a:latin typeface="Verdana"/>
                <a:cs typeface="Verdana"/>
              </a:rPr>
              <a:t>dirigenziale</a:t>
            </a:r>
            <a:r>
              <a:rPr sz="2400" dirty="0">
                <a:latin typeface="Verdana"/>
                <a:cs typeface="Verdana"/>
              </a:rPr>
              <a:t> </a:t>
            </a:r>
            <a:r>
              <a:rPr sz="2400" spc="-10" dirty="0">
                <a:latin typeface="Verdana"/>
                <a:cs typeface="Verdana"/>
              </a:rPr>
              <a:t>generale</a:t>
            </a:r>
            <a:r>
              <a:rPr sz="2400" spc="-5" dirty="0">
                <a:latin typeface="Verdana"/>
                <a:cs typeface="Verdana"/>
              </a:rPr>
              <a:t> responsabile</a:t>
            </a:r>
            <a:r>
              <a:rPr sz="2400" dirty="0">
                <a:latin typeface="Verdana"/>
                <a:cs typeface="Verdana"/>
              </a:rPr>
              <a:t> </a:t>
            </a:r>
            <a:r>
              <a:rPr sz="2400" spc="-5" dirty="0">
                <a:latin typeface="Verdana"/>
                <a:cs typeface="Verdana"/>
              </a:rPr>
              <a:t>della </a:t>
            </a:r>
            <a:r>
              <a:rPr sz="2400" dirty="0">
                <a:latin typeface="Verdana"/>
                <a:cs typeface="Verdana"/>
              </a:rPr>
              <a:t> </a:t>
            </a:r>
            <a:r>
              <a:rPr sz="2400" spc="-5" dirty="0">
                <a:latin typeface="Verdana"/>
                <a:cs typeface="Verdana"/>
              </a:rPr>
              <a:t>transizione</a:t>
            </a:r>
            <a:r>
              <a:rPr sz="2400" spc="20" dirty="0">
                <a:latin typeface="Verdana"/>
                <a:cs typeface="Verdana"/>
              </a:rPr>
              <a:t> </a:t>
            </a:r>
            <a:r>
              <a:rPr sz="2400" spc="-10" dirty="0">
                <a:latin typeface="Verdana"/>
                <a:cs typeface="Verdana"/>
              </a:rPr>
              <a:t>digitale.</a:t>
            </a:r>
            <a:endParaRPr sz="2400" dirty="0">
              <a:latin typeface="Verdana"/>
              <a:cs typeface="Verdana"/>
            </a:endParaRPr>
          </a:p>
        </p:txBody>
      </p:sp>
    </p:spTree>
    <p:extLst>
      <p:ext uri="{BB962C8B-B14F-4D97-AF65-F5344CB8AC3E}">
        <p14:creationId xmlns:p14="http://schemas.microsoft.com/office/powerpoint/2010/main" val="3671113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98194" y="892603"/>
            <a:ext cx="9581515" cy="5478103"/>
          </a:xfrm>
          <a:prstGeom prst="rect">
            <a:avLst/>
          </a:prstGeom>
        </p:spPr>
        <p:txBody>
          <a:bodyPr vert="horz" wrap="square" lIns="0" tIns="12700" rIns="0" bIns="0" rtlCol="0">
            <a:spAutoFit/>
          </a:bodyPr>
          <a:lstStyle/>
          <a:p>
            <a:pPr marL="12700" marR="5080" algn="just">
              <a:lnSpc>
                <a:spcPct val="150000"/>
              </a:lnSpc>
              <a:spcBef>
                <a:spcPts val="100"/>
              </a:spcBef>
            </a:pPr>
            <a:r>
              <a:rPr lang="it-IT" sz="2400" spc="-5" dirty="0">
                <a:latin typeface="Verdana"/>
                <a:cs typeface="Verdana"/>
              </a:rPr>
              <a:t>L’</a:t>
            </a:r>
            <a:r>
              <a:rPr sz="2400" dirty="0" err="1">
                <a:latin typeface="Verdana"/>
                <a:cs typeface="Verdana"/>
              </a:rPr>
              <a:t>Ufficio</a:t>
            </a:r>
            <a:r>
              <a:rPr sz="2400" dirty="0">
                <a:latin typeface="Verdana"/>
                <a:cs typeface="Verdana"/>
              </a:rPr>
              <a:t> </a:t>
            </a:r>
            <a:r>
              <a:rPr lang="it-IT" sz="2400" dirty="0">
                <a:latin typeface="Verdana"/>
                <a:cs typeface="Verdana"/>
              </a:rPr>
              <a:t>del RTD </a:t>
            </a:r>
            <a:r>
              <a:rPr sz="2400" spc="-5" dirty="0" err="1">
                <a:latin typeface="Verdana"/>
                <a:cs typeface="Verdana"/>
              </a:rPr>
              <a:t>sostituisce</a:t>
            </a:r>
            <a:r>
              <a:rPr sz="2400" spc="-5" dirty="0">
                <a:latin typeface="Verdana"/>
                <a:cs typeface="Verdana"/>
              </a:rPr>
              <a:t> </a:t>
            </a:r>
            <a:r>
              <a:rPr sz="2400" dirty="0">
                <a:latin typeface="Verdana"/>
                <a:cs typeface="Verdana"/>
              </a:rPr>
              <a:t>il </a:t>
            </a:r>
            <a:r>
              <a:rPr sz="2400" spc="-5" dirty="0">
                <a:latin typeface="Verdana"/>
                <a:cs typeface="Verdana"/>
              </a:rPr>
              <a:t>Centro </a:t>
            </a:r>
            <a:r>
              <a:rPr sz="2400" spc="5" dirty="0">
                <a:latin typeface="Verdana"/>
                <a:cs typeface="Verdana"/>
              </a:rPr>
              <a:t>di </a:t>
            </a:r>
            <a:r>
              <a:rPr sz="2400" dirty="0">
                <a:latin typeface="Verdana"/>
                <a:cs typeface="Verdana"/>
              </a:rPr>
              <a:t>competenza </a:t>
            </a:r>
            <a:r>
              <a:rPr sz="2400" spc="-5" dirty="0">
                <a:latin typeface="Verdana"/>
                <a:cs typeface="Verdana"/>
              </a:rPr>
              <a:t>previsto </a:t>
            </a:r>
            <a:r>
              <a:rPr sz="2400" dirty="0">
                <a:latin typeface="Verdana"/>
                <a:cs typeface="Verdana"/>
              </a:rPr>
              <a:t> </a:t>
            </a:r>
            <a:r>
              <a:rPr sz="2400" spc="-5" dirty="0">
                <a:latin typeface="Verdana"/>
                <a:cs typeface="Verdana"/>
              </a:rPr>
              <a:t>dalla</a:t>
            </a:r>
            <a:r>
              <a:rPr sz="2400" dirty="0">
                <a:latin typeface="Verdana"/>
                <a:cs typeface="Verdana"/>
              </a:rPr>
              <a:t> </a:t>
            </a:r>
            <a:r>
              <a:rPr sz="2400" spc="-5" dirty="0">
                <a:latin typeface="Verdana"/>
                <a:cs typeface="Verdana"/>
              </a:rPr>
              <a:t>normativa</a:t>
            </a:r>
            <a:r>
              <a:rPr sz="2400" dirty="0">
                <a:latin typeface="Verdana"/>
                <a:cs typeface="Verdana"/>
              </a:rPr>
              <a:t> </a:t>
            </a:r>
            <a:r>
              <a:rPr sz="2400" spc="-5" dirty="0">
                <a:latin typeface="Verdana"/>
                <a:cs typeface="Verdana"/>
              </a:rPr>
              <a:t>previgente</a:t>
            </a:r>
            <a:r>
              <a:rPr sz="2400" dirty="0">
                <a:latin typeface="Verdana"/>
                <a:cs typeface="Verdana"/>
              </a:rPr>
              <a:t> e</a:t>
            </a:r>
            <a:r>
              <a:rPr sz="2400" spc="5" dirty="0">
                <a:latin typeface="Verdana"/>
                <a:cs typeface="Verdana"/>
              </a:rPr>
              <a:t> </a:t>
            </a:r>
            <a:r>
              <a:rPr sz="2400" dirty="0">
                <a:latin typeface="Verdana"/>
                <a:cs typeface="Verdana"/>
              </a:rPr>
              <a:t>il</a:t>
            </a:r>
            <a:r>
              <a:rPr sz="2400" spc="5" dirty="0">
                <a:latin typeface="Verdana"/>
                <a:cs typeface="Verdana"/>
              </a:rPr>
              <a:t> </a:t>
            </a:r>
            <a:r>
              <a:rPr sz="2400" spc="-5" dirty="0">
                <a:latin typeface="Verdana"/>
                <a:cs typeface="Verdana"/>
              </a:rPr>
              <a:t>responsabile</a:t>
            </a:r>
            <a:r>
              <a:rPr sz="2400" dirty="0">
                <a:latin typeface="Verdana"/>
                <a:cs typeface="Verdana"/>
              </a:rPr>
              <a:t> dei</a:t>
            </a:r>
            <a:r>
              <a:rPr sz="2400" spc="5" dirty="0">
                <a:latin typeface="Verdana"/>
                <a:cs typeface="Verdana"/>
              </a:rPr>
              <a:t> </a:t>
            </a:r>
            <a:r>
              <a:rPr sz="2400" spc="-5" dirty="0">
                <a:latin typeface="Verdana"/>
                <a:cs typeface="Verdana"/>
              </a:rPr>
              <a:t>sistemi </a:t>
            </a:r>
            <a:r>
              <a:rPr sz="2400" dirty="0">
                <a:latin typeface="Verdana"/>
                <a:cs typeface="Verdana"/>
              </a:rPr>
              <a:t> </a:t>
            </a:r>
            <a:r>
              <a:rPr sz="2400" spc="-5" dirty="0">
                <a:latin typeface="Verdana"/>
                <a:cs typeface="Verdana"/>
              </a:rPr>
              <a:t>informativi</a:t>
            </a:r>
            <a:r>
              <a:rPr sz="2400" dirty="0">
                <a:latin typeface="Verdana"/>
                <a:cs typeface="Verdana"/>
              </a:rPr>
              <a:t> automatizzati</a:t>
            </a:r>
            <a:r>
              <a:rPr sz="2400" spc="5" dirty="0">
                <a:latin typeface="Verdana"/>
                <a:cs typeface="Verdana"/>
              </a:rPr>
              <a:t> di</a:t>
            </a:r>
            <a:r>
              <a:rPr sz="2400" spc="10" dirty="0">
                <a:latin typeface="Verdana"/>
                <a:cs typeface="Verdana"/>
              </a:rPr>
              <a:t> </a:t>
            </a:r>
            <a:r>
              <a:rPr sz="2400" dirty="0">
                <a:latin typeface="Verdana"/>
                <a:cs typeface="Verdana"/>
              </a:rPr>
              <a:t>cui</a:t>
            </a:r>
            <a:r>
              <a:rPr sz="2400" spc="5" dirty="0">
                <a:latin typeface="Verdana"/>
                <a:cs typeface="Verdana"/>
              </a:rPr>
              <a:t> </a:t>
            </a:r>
            <a:r>
              <a:rPr sz="2400" spc="-5" dirty="0">
                <a:latin typeface="Verdana"/>
                <a:cs typeface="Verdana"/>
              </a:rPr>
              <a:t>all’articolo</a:t>
            </a:r>
            <a:r>
              <a:rPr sz="2400" dirty="0">
                <a:latin typeface="Verdana"/>
                <a:cs typeface="Verdana"/>
              </a:rPr>
              <a:t> </a:t>
            </a:r>
            <a:r>
              <a:rPr sz="2400" spc="5" dirty="0">
                <a:latin typeface="Verdana"/>
                <a:cs typeface="Verdana"/>
              </a:rPr>
              <a:t>10</a:t>
            </a:r>
            <a:r>
              <a:rPr sz="2400" spc="10" dirty="0">
                <a:latin typeface="Verdana"/>
                <a:cs typeface="Verdana"/>
              </a:rPr>
              <a:t> </a:t>
            </a:r>
            <a:r>
              <a:rPr sz="2400" dirty="0">
                <a:latin typeface="Verdana"/>
                <a:cs typeface="Verdana"/>
              </a:rPr>
              <a:t>del</a:t>
            </a:r>
            <a:r>
              <a:rPr sz="2400" spc="5" dirty="0">
                <a:latin typeface="Verdana"/>
                <a:cs typeface="Verdana"/>
              </a:rPr>
              <a:t> </a:t>
            </a:r>
            <a:r>
              <a:rPr sz="2400" spc="-10" dirty="0">
                <a:latin typeface="Verdana"/>
                <a:cs typeface="Verdana"/>
              </a:rPr>
              <a:t>decreto </a:t>
            </a:r>
            <a:r>
              <a:rPr sz="2400" spc="-830" dirty="0">
                <a:latin typeface="Verdana"/>
                <a:cs typeface="Verdana"/>
              </a:rPr>
              <a:t> </a:t>
            </a:r>
            <a:r>
              <a:rPr sz="2400" spc="-10" dirty="0">
                <a:latin typeface="Verdana"/>
                <a:cs typeface="Verdana"/>
              </a:rPr>
              <a:t>legislativo</a:t>
            </a:r>
            <a:r>
              <a:rPr sz="2400" spc="-5" dirty="0">
                <a:latin typeface="Verdana"/>
                <a:cs typeface="Verdana"/>
              </a:rPr>
              <a:t> 12 febbraio </a:t>
            </a:r>
            <a:r>
              <a:rPr sz="2400" dirty="0">
                <a:latin typeface="Verdana"/>
                <a:cs typeface="Verdana"/>
              </a:rPr>
              <a:t>1993, n. 39. </a:t>
            </a:r>
            <a:r>
              <a:rPr sz="2400" spc="-5" dirty="0">
                <a:latin typeface="Verdana"/>
                <a:cs typeface="Verdana"/>
              </a:rPr>
              <a:t>Inoltre alla luce </a:t>
            </a:r>
            <a:r>
              <a:rPr sz="2400" dirty="0">
                <a:latin typeface="Verdana"/>
                <a:cs typeface="Verdana"/>
              </a:rPr>
              <a:t>delle </a:t>
            </a:r>
            <a:r>
              <a:rPr sz="2400" spc="5" dirty="0">
                <a:latin typeface="Verdana"/>
                <a:cs typeface="Verdana"/>
              </a:rPr>
              <a:t> </a:t>
            </a:r>
            <a:r>
              <a:rPr sz="2400" dirty="0">
                <a:latin typeface="Verdana"/>
                <a:cs typeface="Verdana"/>
              </a:rPr>
              <a:t>recenti riforme del </a:t>
            </a:r>
            <a:r>
              <a:rPr sz="2400" spc="-5" dirty="0">
                <a:latin typeface="Verdana"/>
                <a:cs typeface="Verdana"/>
              </a:rPr>
              <a:t>CAD </a:t>
            </a:r>
            <a:r>
              <a:rPr sz="2400" dirty="0">
                <a:latin typeface="Verdana"/>
                <a:cs typeface="Verdana"/>
              </a:rPr>
              <a:t>lo </a:t>
            </a:r>
            <a:r>
              <a:rPr sz="2400" spc="-5" dirty="0">
                <a:latin typeface="Verdana"/>
                <a:cs typeface="Verdana"/>
              </a:rPr>
              <a:t>stesso </a:t>
            </a:r>
            <a:r>
              <a:rPr sz="2400" dirty="0">
                <a:latin typeface="Verdana"/>
                <a:cs typeface="Verdana"/>
              </a:rPr>
              <a:t>ufficio </a:t>
            </a:r>
            <a:r>
              <a:rPr sz="2400" spc="-10" dirty="0">
                <a:latin typeface="Verdana"/>
                <a:cs typeface="Verdana"/>
              </a:rPr>
              <a:t>deve </a:t>
            </a:r>
            <a:r>
              <a:rPr sz="2400" spc="-5" dirty="0">
                <a:latin typeface="Verdana"/>
                <a:cs typeface="Verdana"/>
              </a:rPr>
              <a:t>assicurare </a:t>
            </a:r>
            <a:r>
              <a:rPr sz="2400" dirty="0">
                <a:latin typeface="Verdana"/>
                <a:cs typeface="Verdana"/>
              </a:rPr>
              <a:t>la </a:t>
            </a:r>
            <a:r>
              <a:rPr sz="2400" spc="5" dirty="0">
                <a:latin typeface="Verdana"/>
                <a:cs typeface="Verdana"/>
              </a:rPr>
              <a:t> </a:t>
            </a:r>
            <a:r>
              <a:rPr sz="2400" spc="-5" dirty="0">
                <a:latin typeface="Verdana"/>
                <a:cs typeface="Verdana"/>
              </a:rPr>
              <a:t>transizione </a:t>
            </a:r>
            <a:r>
              <a:rPr sz="2400" dirty="0">
                <a:latin typeface="Verdana"/>
                <a:cs typeface="Verdana"/>
              </a:rPr>
              <a:t>alla </a:t>
            </a:r>
            <a:r>
              <a:rPr sz="2400" spc="-5" dirty="0">
                <a:latin typeface="Verdana"/>
                <a:cs typeface="Verdana"/>
              </a:rPr>
              <a:t>modalità</a:t>
            </a:r>
            <a:r>
              <a:rPr sz="2400" dirty="0">
                <a:latin typeface="Verdana"/>
                <a:cs typeface="Verdana"/>
              </a:rPr>
              <a:t> </a:t>
            </a:r>
            <a:r>
              <a:rPr sz="2400" spc="-10" dirty="0">
                <a:latin typeface="Verdana"/>
                <a:cs typeface="Verdana"/>
              </a:rPr>
              <a:t>operativa </a:t>
            </a:r>
            <a:r>
              <a:rPr sz="2400" spc="-5" dirty="0">
                <a:latin typeface="Verdana"/>
                <a:cs typeface="Verdana"/>
              </a:rPr>
              <a:t>digitale </a:t>
            </a:r>
            <a:r>
              <a:rPr sz="2400" dirty="0">
                <a:latin typeface="Verdana"/>
                <a:cs typeface="Verdana"/>
              </a:rPr>
              <a:t>e i conseguenti </a:t>
            </a:r>
            <a:r>
              <a:rPr sz="2400" spc="5" dirty="0">
                <a:latin typeface="Verdana"/>
                <a:cs typeface="Verdana"/>
              </a:rPr>
              <a:t> </a:t>
            </a:r>
            <a:r>
              <a:rPr sz="2400" spc="-5" dirty="0">
                <a:latin typeface="Verdana"/>
                <a:cs typeface="Verdana"/>
              </a:rPr>
              <a:t>processi</a:t>
            </a:r>
            <a:r>
              <a:rPr sz="2400" dirty="0">
                <a:latin typeface="Verdana"/>
                <a:cs typeface="Verdana"/>
              </a:rPr>
              <a:t> di</a:t>
            </a:r>
            <a:r>
              <a:rPr sz="2400" spc="5" dirty="0">
                <a:latin typeface="Verdana"/>
                <a:cs typeface="Verdana"/>
              </a:rPr>
              <a:t> </a:t>
            </a:r>
            <a:r>
              <a:rPr sz="2400" dirty="0">
                <a:latin typeface="Verdana"/>
                <a:cs typeface="Verdana"/>
              </a:rPr>
              <a:t>riorganizzazione</a:t>
            </a:r>
            <a:r>
              <a:rPr sz="2400" spc="5" dirty="0">
                <a:latin typeface="Verdana"/>
                <a:cs typeface="Verdana"/>
              </a:rPr>
              <a:t> </a:t>
            </a:r>
            <a:r>
              <a:rPr sz="2400" dirty="0">
                <a:latin typeface="Verdana"/>
                <a:cs typeface="Verdana"/>
              </a:rPr>
              <a:t>finalizzati</a:t>
            </a:r>
            <a:r>
              <a:rPr sz="2400" spc="5" dirty="0">
                <a:latin typeface="Verdana"/>
                <a:cs typeface="Verdana"/>
              </a:rPr>
              <a:t> </a:t>
            </a:r>
            <a:r>
              <a:rPr sz="2400" spc="-5" dirty="0">
                <a:latin typeface="Verdana"/>
                <a:cs typeface="Verdana"/>
              </a:rPr>
              <a:t>alla</a:t>
            </a:r>
            <a:r>
              <a:rPr sz="2400" dirty="0">
                <a:latin typeface="Verdana"/>
                <a:cs typeface="Verdana"/>
              </a:rPr>
              <a:t> realizzazione</a:t>
            </a:r>
            <a:r>
              <a:rPr sz="2400" spc="5" dirty="0">
                <a:latin typeface="Verdana"/>
                <a:cs typeface="Verdana"/>
              </a:rPr>
              <a:t> </a:t>
            </a:r>
            <a:r>
              <a:rPr sz="2400" spc="15" dirty="0">
                <a:latin typeface="Verdana"/>
                <a:cs typeface="Verdana"/>
              </a:rPr>
              <a:t>di </a:t>
            </a:r>
            <a:r>
              <a:rPr sz="2400" spc="-830" dirty="0">
                <a:latin typeface="Verdana"/>
                <a:cs typeface="Verdana"/>
              </a:rPr>
              <a:t> </a:t>
            </a:r>
            <a:r>
              <a:rPr sz="2400" spc="-5" dirty="0">
                <a:latin typeface="Verdana"/>
                <a:cs typeface="Verdana"/>
              </a:rPr>
              <a:t>un'amministrazione</a:t>
            </a:r>
            <a:r>
              <a:rPr sz="2400" dirty="0">
                <a:latin typeface="Verdana"/>
                <a:cs typeface="Verdana"/>
              </a:rPr>
              <a:t> </a:t>
            </a:r>
            <a:r>
              <a:rPr sz="2400" spc="-5" dirty="0">
                <a:latin typeface="Verdana"/>
                <a:cs typeface="Verdana"/>
              </a:rPr>
              <a:t>digitale</a:t>
            </a:r>
            <a:r>
              <a:rPr sz="2400" dirty="0">
                <a:latin typeface="Verdana"/>
                <a:cs typeface="Verdana"/>
              </a:rPr>
              <a:t> e</a:t>
            </a:r>
            <a:r>
              <a:rPr sz="2400" spc="5" dirty="0">
                <a:latin typeface="Verdana"/>
                <a:cs typeface="Verdana"/>
              </a:rPr>
              <a:t> </a:t>
            </a:r>
            <a:r>
              <a:rPr sz="2400" dirty="0">
                <a:latin typeface="Verdana"/>
                <a:cs typeface="Verdana"/>
              </a:rPr>
              <a:t>aperta,</a:t>
            </a:r>
            <a:r>
              <a:rPr sz="2400" spc="5" dirty="0">
                <a:latin typeface="Verdana"/>
                <a:cs typeface="Verdana"/>
              </a:rPr>
              <a:t> di</a:t>
            </a:r>
            <a:r>
              <a:rPr sz="2400" spc="10" dirty="0">
                <a:latin typeface="Verdana"/>
                <a:cs typeface="Verdana"/>
              </a:rPr>
              <a:t> </a:t>
            </a:r>
            <a:r>
              <a:rPr sz="2400" spc="-5" dirty="0">
                <a:latin typeface="Verdana"/>
                <a:cs typeface="Verdana"/>
              </a:rPr>
              <a:t>servizi</a:t>
            </a:r>
            <a:r>
              <a:rPr sz="2400" dirty="0">
                <a:latin typeface="Verdana"/>
                <a:cs typeface="Verdana"/>
              </a:rPr>
              <a:t> </a:t>
            </a:r>
            <a:r>
              <a:rPr sz="2400" spc="-5" dirty="0">
                <a:latin typeface="Verdana"/>
                <a:cs typeface="Verdana"/>
              </a:rPr>
              <a:t>facilmente </a:t>
            </a:r>
            <a:r>
              <a:rPr sz="2400" spc="-830" dirty="0">
                <a:latin typeface="Verdana"/>
                <a:cs typeface="Verdana"/>
              </a:rPr>
              <a:t> </a:t>
            </a:r>
            <a:r>
              <a:rPr sz="2400" spc="-5" dirty="0">
                <a:latin typeface="Verdana"/>
                <a:cs typeface="Verdana"/>
              </a:rPr>
              <a:t>utilizzabili </a:t>
            </a:r>
            <a:r>
              <a:rPr sz="2400" dirty="0">
                <a:latin typeface="Verdana"/>
                <a:cs typeface="Verdana"/>
              </a:rPr>
              <a:t>e </a:t>
            </a:r>
            <a:r>
              <a:rPr sz="2400" spc="5" dirty="0">
                <a:latin typeface="Verdana"/>
                <a:cs typeface="Verdana"/>
              </a:rPr>
              <a:t>di </a:t>
            </a:r>
            <a:r>
              <a:rPr sz="2400" spc="-5" dirty="0">
                <a:latin typeface="Verdana"/>
                <a:cs typeface="Verdana"/>
              </a:rPr>
              <a:t>qualità, </a:t>
            </a:r>
            <a:r>
              <a:rPr sz="2400" spc="-10" dirty="0">
                <a:latin typeface="Verdana"/>
                <a:cs typeface="Verdana"/>
              </a:rPr>
              <a:t>attraverso </a:t>
            </a:r>
            <a:r>
              <a:rPr sz="2400" dirty="0">
                <a:latin typeface="Verdana"/>
                <a:cs typeface="Verdana"/>
              </a:rPr>
              <a:t>una </a:t>
            </a:r>
            <a:r>
              <a:rPr sz="2400" spc="-5" dirty="0">
                <a:latin typeface="Verdana"/>
                <a:cs typeface="Verdana"/>
              </a:rPr>
              <a:t>maggiore </a:t>
            </a:r>
            <a:r>
              <a:rPr sz="2400" dirty="0">
                <a:latin typeface="Verdana"/>
                <a:cs typeface="Verdana"/>
              </a:rPr>
              <a:t>efficienza </a:t>
            </a:r>
            <a:r>
              <a:rPr sz="2400" spc="-5" dirty="0">
                <a:latin typeface="Verdana"/>
                <a:cs typeface="Verdana"/>
              </a:rPr>
              <a:t>ed </a:t>
            </a:r>
            <a:r>
              <a:rPr sz="2400" dirty="0">
                <a:latin typeface="Verdana"/>
                <a:cs typeface="Verdana"/>
              </a:rPr>
              <a:t> </a:t>
            </a:r>
            <a:r>
              <a:rPr sz="2400" spc="-5" dirty="0">
                <a:latin typeface="Verdana"/>
                <a:cs typeface="Verdana"/>
              </a:rPr>
              <a:t>economicità.</a:t>
            </a:r>
            <a:endParaRPr sz="2400" dirty="0">
              <a:latin typeface="Verdana"/>
              <a:cs typeface="Verdana"/>
            </a:endParaRPr>
          </a:p>
        </p:txBody>
      </p:sp>
    </p:spTree>
    <p:extLst>
      <p:ext uri="{BB962C8B-B14F-4D97-AF65-F5344CB8AC3E}">
        <p14:creationId xmlns:p14="http://schemas.microsoft.com/office/powerpoint/2010/main" val="19053191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7961" y="23960"/>
            <a:ext cx="9905998" cy="6388352"/>
          </a:xfrm>
          <a:prstGeom prst="rect">
            <a:avLst/>
          </a:prstGeom>
        </p:spPr>
        <p:txBody>
          <a:bodyPr vert="horz" wrap="square" lIns="0" tIns="12065" rIns="0" bIns="0" rtlCol="0">
            <a:spAutoFit/>
          </a:bodyPr>
          <a:lstStyle/>
          <a:p>
            <a:pPr marL="12700" marR="5080" algn="just">
              <a:lnSpc>
                <a:spcPct val="150000"/>
              </a:lnSpc>
              <a:spcBef>
                <a:spcPts val="95"/>
              </a:spcBef>
            </a:pPr>
            <a:r>
              <a:rPr lang="it-IT" spc="-5" dirty="0"/>
              <a:t>PRIMA </a:t>
            </a:r>
            <a:r>
              <a:rPr spc="-20" dirty="0" err="1"/>
              <a:t>l'Agenzia</a:t>
            </a:r>
            <a:r>
              <a:rPr spc="-15" dirty="0"/>
              <a:t> </a:t>
            </a:r>
            <a:r>
              <a:rPr spc="-10" dirty="0"/>
              <a:t>per</a:t>
            </a:r>
            <a:r>
              <a:rPr spc="-5" dirty="0"/>
              <a:t> </a:t>
            </a:r>
            <a:r>
              <a:rPr spc="-15" dirty="0"/>
              <a:t>l'Italia</a:t>
            </a:r>
            <a:r>
              <a:rPr spc="-10" dirty="0"/>
              <a:t> </a:t>
            </a:r>
            <a:r>
              <a:rPr spc="-5" dirty="0"/>
              <a:t>Digitale </a:t>
            </a:r>
            <a:r>
              <a:rPr spc="-969" dirty="0"/>
              <a:t> </a:t>
            </a:r>
            <a:r>
              <a:rPr spc="-5" dirty="0"/>
              <a:t>(</a:t>
            </a:r>
            <a:r>
              <a:rPr spc="-5" dirty="0" err="1"/>
              <a:t>AgID</a:t>
            </a:r>
            <a:r>
              <a:rPr spc="-5" dirty="0"/>
              <a:t>)</a:t>
            </a:r>
            <a:r>
              <a:rPr lang="it-IT" spc="-5" dirty="0"/>
              <a:t>, ORA LA NUOVA AGENZIA NAZIONALE PER LA CYBERSECURITY (ACN)</a:t>
            </a:r>
            <a:r>
              <a:rPr dirty="0"/>
              <a:t> </a:t>
            </a:r>
            <a:r>
              <a:rPr spc="-15" dirty="0"/>
              <a:t>deve</a:t>
            </a:r>
            <a:r>
              <a:rPr spc="-10" dirty="0"/>
              <a:t> </a:t>
            </a:r>
            <a:r>
              <a:rPr spc="-5" dirty="0"/>
              <a:t>assicurare</a:t>
            </a:r>
            <a:r>
              <a:rPr dirty="0"/>
              <a:t> </a:t>
            </a:r>
            <a:r>
              <a:rPr spc="-10" dirty="0"/>
              <a:t>il</a:t>
            </a:r>
            <a:r>
              <a:rPr spc="-5" dirty="0"/>
              <a:t> coordinamento</a:t>
            </a:r>
            <a:r>
              <a:rPr dirty="0"/>
              <a:t> </a:t>
            </a:r>
            <a:r>
              <a:rPr spc="-10" dirty="0"/>
              <a:t>delle </a:t>
            </a:r>
            <a:r>
              <a:rPr spc="-5" dirty="0"/>
              <a:t> </a:t>
            </a:r>
            <a:r>
              <a:rPr spc="-10" dirty="0"/>
              <a:t>iniziative</a:t>
            </a:r>
            <a:r>
              <a:rPr spc="-5" dirty="0"/>
              <a:t> </a:t>
            </a:r>
            <a:r>
              <a:rPr spc="-10" dirty="0"/>
              <a:t>nell’ambito</a:t>
            </a:r>
            <a:r>
              <a:rPr spc="-5" dirty="0"/>
              <a:t> </a:t>
            </a:r>
            <a:r>
              <a:rPr spc="-10" dirty="0"/>
              <a:t>delle</a:t>
            </a:r>
            <a:r>
              <a:rPr spc="-5" dirty="0"/>
              <a:t> attività</a:t>
            </a:r>
            <a:r>
              <a:rPr dirty="0"/>
              <a:t> di</a:t>
            </a:r>
            <a:r>
              <a:rPr spc="5" dirty="0"/>
              <a:t> </a:t>
            </a:r>
            <a:r>
              <a:rPr spc="-10" dirty="0"/>
              <a:t>indirizzo, </a:t>
            </a:r>
            <a:r>
              <a:rPr spc="-5" dirty="0"/>
              <a:t> pianificazione,</a:t>
            </a:r>
            <a:r>
              <a:rPr spc="459" dirty="0"/>
              <a:t> </a:t>
            </a:r>
            <a:r>
              <a:rPr dirty="0"/>
              <a:t>coordinamento</a:t>
            </a:r>
            <a:r>
              <a:rPr spc="465" dirty="0"/>
              <a:t> </a:t>
            </a:r>
            <a:r>
              <a:rPr spc="-5" dirty="0"/>
              <a:t>e</a:t>
            </a:r>
            <a:r>
              <a:rPr spc="480" dirty="0"/>
              <a:t> </a:t>
            </a:r>
            <a:r>
              <a:rPr spc="-10" dirty="0" err="1"/>
              <a:t>monitoraggio</a:t>
            </a:r>
            <a:r>
              <a:rPr spc="484" dirty="0"/>
              <a:t> </a:t>
            </a:r>
            <a:r>
              <a:rPr spc="-5" dirty="0" err="1"/>
              <a:t>della</a:t>
            </a:r>
            <a:r>
              <a:rPr lang="it-IT" spc="-5" dirty="0"/>
              <a:t> </a:t>
            </a:r>
            <a:r>
              <a:rPr lang="it-IT" dirty="0"/>
              <a:t>sicurezza</a:t>
            </a:r>
            <a:r>
              <a:rPr lang="it-IT" spc="405" dirty="0"/>
              <a:t> </a:t>
            </a:r>
            <a:r>
              <a:rPr lang="it-IT" spc="-5" dirty="0"/>
              <a:t>informatica</a:t>
            </a:r>
            <a:r>
              <a:rPr lang="it-IT" spc="415" dirty="0"/>
              <a:t> </a:t>
            </a:r>
            <a:r>
              <a:rPr lang="it-IT" dirty="0"/>
              <a:t>con</a:t>
            </a:r>
            <a:r>
              <a:rPr lang="it-IT" spc="405" dirty="0"/>
              <a:t> </a:t>
            </a:r>
            <a:r>
              <a:rPr lang="it-IT" dirty="0"/>
              <a:t>particolare</a:t>
            </a:r>
            <a:r>
              <a:rPr lang="it-IT" spc="405" dirty="0"/>
              <a:t> </a:t>
            </a:r>
            <a:r>
              <a:rPr lang="it-IT" spc="-5" dirty="0"/>
              <a:t>riferimento</a:t>
            </a:r>
            <a:r>
              <a:rPr lang="it-IT" spc="400" dirty="0"/>
              <a:t> </a:t>
            </a:r>
            <a:r>
              <a:rPr lang="it-IT" spc="5" dirty="0"/>
              <a:t>al </a:t>
            </a:r>
            <a:r>
              <a:rPr lang="it-IT" spc="-969" dirty="0"/>
              <a:t> </a:t>
            </a:r>
            <a:r>
              <a:rPr lang="it-IT" spc="-5" dirty="0"/>
              <a:t>Sistema</a:t>
            </a:r>
            <a:r>
              <a:rPr lang="it-IT" spc="15" dirty="0"/>
              <a:t> </a:t>
            </a:r>
            <a:r>
              <a:rPr lang="it-IT" spc="-10" dirty="0"/>
              <a:t>Pubblico</a:t>
            </a:r>
            <a:r>
              <a:rPr lang="it-IT" spc="40" dirty="0"/>
              <a:t> </a:t>
            </a:r>
            <a:r>
              <a:rPr lang="it-IT" spc="-5" dirty="0"/>
              <a:t>di</a:t>
            </a:r>
            <a:r>
              <a:rPr lang="it-IT" spc="10" dirty="0"/>
              <a:t> </a:t>
            </a:r>
            <a:r>
              <a:rPr lang="it-IT" spc="-10" dirty="0"/>
              <a:t>Connettività.</a:t>
            </a:r>
            <a:br>
              <a:rPr lang="it-IT" dirty="0"/>
            </a:br>
            <a:endParaRPr spc="-5" dirty="0"/>
          </a:p>
        </p:txBody>
      </p:sp>
    </p:spTree>
    <p:extLst>
      <p:ext uri="{BB962C8B-B14F-4D97-AF65-F5344CB8AC3E}">
        <p14:creationId xmlns:p14="http://schemas.microsoft.com/office/powerpoint/2010/main" val="3025200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7737" y="1532428"/>
            <a:ext cx="9495155" cy="3803029"/>
          </a:xfrm>
          <a:prstGeom prst="rect">
            <a:avLst/>
          </a:prstGeom>
        </p:spPr>
        <p:txBody>
          <a:bodyPr vert="horz" wrap="square" lIns="0" tIns="12065" rIns="0" bIns="0" rtlCol="0">
            <a:spAutoFit/>
          </a:bodyPr>
          <a:lstStyle/>
          <a:p>
            <a:pPr marL="12700" marR="5080" algn="just">
              <a:lnSpc>
                <a:spcPct val="150000"/>
              </a:lnSpc>
              <a:spcBef>
                <a:spcPts val="95"/>
              </a:spcBef>
            </a:pPr>
            <a:r>
              <a:rPr sz="2800" dirty="0">
                <a:latin typeface="Verdana"/>
                <a:cs typeface="Verdana"/>
              </a:rPr>
              <a:t>In</a:t>
            </a:r>
            <a:r>
              <a:rPr sz="2800" spc="5" dirty="0">
                <a:latin typeface="Verdana"/>
                <a:cs typeface="Verdana"/>
              </a:rPr>
              <a:t> </a:t>
            </a:r>
            <a:r>
              <a:rPr sz="2800" spc="-5" dirty="0">
                <a:latin typeface="Verdana"/>
                <a:cs typeface="Verdana"/>
              </a:rPr>
              <a:t>materia,</a:t>
            </a:r>
            <a:r>
              <a:rPr sz="2800" dirty="0">
                <a:latin typeface="Verdana"/>
                <a:cs typeface="Verdana"/>
              </a:rPr>
              <a:t> </a:t>
            </a:r>
            <a:r>
              <a:rPr sz="2800" spc="-5" dirty="0">
                <a:latin typeface="Verdana"/>
                <a:cs typeface="Verdana"/>
              </a:rPr>
              <a:t>difatti,</a:t>
            </a:r>
            <a:r>
              <a:rPr sz="2800" dirty="0">
                <a:latin typeface="Verdana"/>
                <a:cs typeface="Verdana"/>
              </a:rPr>
              <a:t> occorrono</a:t>
            </a:r>
            <a:r>
              <a:rPr sz="2800" spc="5" dirty="0">
                <a:latin typeface="Verdana"/>
                <a:cs typeface="Verdana"/>
              </a:rPr>
              <a:t> </a:t>
            </a:r>
            <a:r>
              <a:rPr sz="2800" spc="-5" dirty="0">
                <a:latin typeface="Verdana"/>
                <a:cs typeface="Verdana"/>
              </a:rPr>
              <a:t>ulteriori</a:t>
            </a:r>
            <a:r>
              <a:rPr sz="2800" spc="975" dirty="0">
                <a:latin typeface="Verdana"/>
                <a:cs typeface="Verdana"/>
              </a:rPr>
              <a:t> </a:t>
            </a:r>
            <a:r>
              <a:rPr sz="2800" spc="-5" dirty="0">
                <a:latin typeface="Verdana"/>
                <a:cs typeface="Verdana"/>
              </a:rPr>
              <a:t>regole </a:t>
            </a:r>
            <a:r>
              <a:rPr sz="2800" dirty="0">
                <a:latin typeface="Verdana"/>
                <a:cs typeface="Verdana"/>
              </a:rPr>
              <a:t> </a:t>
            </a:r>
            <a:r>
              <a:rPr sz="2800" spc="-10" dirty="0">
                <a:latin typeface="Verdana"/>
                <a:cs typeface="Verdana"/>
              </a:rPr>
              <a:t>tecniche </a:t>
            </a:r>
            <a:r>
              <a:rPr sz="2800" spc="-5" dirty="0">
                <a:latin typeface="Verdana"/>
                <a:cs typeface="Verdana"/>
              </a:rPr>
              <a:t>che in coerenza con la </a:t>
            </a:r>
            <a:r>
              <a:rPr sz="2800" spc="-10" dirty="0">
                <a:latin typeface="Verdana"/>
                <a:cs typeface="Verdana"/>
              </a:rPr>
              <a:t>disciplina </a:t>
            </a:r>
            <a:r>
              <a:rPr sz="2800" spc="-5" dirty="0">
                <a:latin typeface="Verdana"/>
                <a:cs typeface="Verdana"/>
              </a:rPr>
              <a:t>in </a:t>
            </a:r>
            <a:r>
              <a:rPr sz="2800" dirty="0">
                <a:latin typeface="Verdana"/>
                <a:cs typeface="Verdana"/>
              </a:rPr>
              <a:t>materia </a:t>
            </a:r>
            <a:r>
              <a:rPr sz="2800" spc="5" dirty="0">
                <a:latin typeface="Verdana"/>
                <a:cs typeface="Verdana"/>
              </a:rPr>
              <a:t> </a:t>
            </a:r>
            <a:r>
              <a:rPr sz="2800" spc="-5" dirty="0">
                <a:latin typeface="Verdana"/>
                <a:cs typeface="Verdana"/>
              </a:rPr>
              <a:t>di tutela della </a:t>
            </a:r>
            <a:r>
              <a:rPr sz="2800" spc="-10" dirty="0">
                <a:latin typeface="Verdana"/>
                <a:cs typeface="Verdana"/>
              </a:rPr>
              <a:t>privacy </a:t>
            </a:r>
            <a:r>
              <a:rPr sz="2800" spc="-5" dirty="0">
                <a:latin typeface="Verdana"/>
                <a:cs typeface="Verdana"/>
              </a:rPr>
              <a:t>introducano elementi utili per </a:t>
            </a:r>
            <a:r>
              <a:rPr sz="2800" dirty="0">
                <a:latin typeface="Verdana"/>
                <a:cs typeface="Verdana"/>
              </a:rPr>
              <a:t> riconoscere </a:t>
            </a:r>
            <a:r>
              <a:rPr sz="2800" spc="-10" dirty="0">
                <a:latin typeface="Verdana"/>
                <a:cs typeface="Verdana"/>
              </a:rPr>
              <a:t>l’esattezza, la </a:t>
            </a:r>
            <a:r>
              <a:rPr sz="2800" spc="-5" dirty="0">
                <a:latin typeface="Verdana"/>
                <a:cs typeface="Verdana"/>
              </a:rPr>
              <a:t>disponibilità, </a:t>
            </a:r>
            <a:r>
              <a:rPr sz="2800" spc="-10" dirty="0">
                <a:latin typeface="Verdana"/>
                <a:cs typeface="Verdana"/>
              </a:rPr>
              <a:t>l’integrità </a:t>
            </a:r>
            <a:r>
              <a:rPr sz="2800" spc="-5" dirty="0">
                <a:latin typeface="Verdana"/>
                <a:cs typeface="Verdana"/>
              </a:rPr>
              <a:t>e </a:t>
            </a:r>
            <a:r>
              <a:rPr sz="2800" dirty="0">
                <a:latin typeface="Verdana"/>
                <a:cs typeface="Verdana"/>
              </a:rPr>
              <a:t> </a:t>
            </a:r>
            <a:r>
              <a:rPr sz="2800" spc="-10" dirty="0">
                <a:latin typeface="Verdana"/>
                <a:cs typeface="Verdana"/>
              </a:rPr>
              <a:t>per</a:t>
            </a:r>
            <a:r>
              <a:rPr sz="2800" spc="-5" dirty="0">
                <a:latin typeface="Verdana"/>
                <a:cs typeface="Verdana"/>
              </a:rPr>
              <a:t> verificare</a:t>
            </a:r>
            <a:r>
              <a:rPr sz="2800" dirty="0">
                <a:latin typeface="Verdana"/>
                <a:cs typeface="Verdana"/>
              </a:rPr>
              <a:t> </a:t>
            </a:r>
            <a:r>
              <a:rPr sz="2800" spc="-5" dirty="0">
                <a:latin typeface="Verdana"/>
                <a:cs typeface="Verdana"/>
              </a:rPr>
              <a:t>l’accessibilità</a:t>
            </a:r>
            <a:r>
              <a:rPr sz="2800" dirty="0">
                <a:latin typeface="Verdana"/>
                <a:cs typeface="Verdana"/>
              </a:rPr>
              <a:t> </a:t>
            </a:r>
            <a:r>
              <a:rPr sz="2800" spc="-5" dirty="0">
                <a:latin typeface="Verdana"/>
                <a:cs typeface="Verdana"/>
              </a:rPr>
              <a:t>e</a:t>
            </a:r>
            <a:r>
              <a:rPr sz="2800" dirty="0">
                <a:latin typeface="Verdana"/>
                <a:cs typeface="Verdana"/>
              </a:rPr>
              <a:t> </a:t>
            </a:r>
            <a:r>
              <a:rPr sz="2800" spc="-10" dirty="0">
                <a:latin typeface="Verdana"/>
                <a:cs typeface="Verdana"/>
              </a:rPr>
              <a:t>la</a:t>
            </a:r>
            <a:r>
              <a:rPr sz="2800" spc="960" dirty="0">
                <a:latin typeface="Verdana"/>
                <a:cs typeface="Verdana"/>
              </a:rPr>
              <a:t> </a:t>
            </a:r>
            <a:r>
              <a:rPr sz="2800" spc="-10" dirty="0">
                <a:latin typeface="Verdana"/>
                <a:cs typeface="Verdana"/>
              </a:rPr>
              <a:t>riservatezza</a:t>
            </a:r>
            <a:r>
              <a:rPr sz="2800" spc="965" dirty="0">
                <a:latin typeface="Verdana"/>
                <a:cs typeface="Verdana"/>
              </a:rPr>
              <a:t> </a:t>
            </a:r>
            <a:r>
              <a:rPr sz="2800" spc="-10" dirty="0">
                <a:latin typeface="Verdana"/>
                <a:cs typeface="Verdana"/>
              </a:rPr>
              <a:t>dei </a:t>
            </a:r>
            <a:r>
              <a:rPr sz="2800" spc="-969" dirty="0">
                <a:latin typeface="Verdana"/>
                <a:cs typeface="Verdana"/>
              </a:rPr>
              <a:t> </a:t>
            </a:r>
            <a:r>
              <a:rPr sz="2800" spc="-10" dirty="0">
                <a:latin typeface="Verdana"/>
                <a:cs typeface="Verdana"/>
              </a:rPr>
              <a:t>dati.</a:t>
            </a:r>
            <a:endParaRPr sz="2800" dirty="0">
              <a:latin typeface="Verdana"/>
              <a:cs typeface="Verdana"/>
            </a:endParaRPr>
          </a:p>
        </p:txBody>
      </p:sp>
    </p:spTree>
    <p:extLst>
      <p:ext uri="{BB962C8B-B14F-4D97-AF65-F5344CB8AC3E}">
        <p14:creationId xmlns:p14="http://schemas.microsoft.com/office/powerpoint/2010/main" val="2543105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59699" y="1100251"/>
            <a:ext cx="9344660" cy="4449360"/>
          </a:xfrm>
          <a:prstGeom prst="rect">
            <a:avLst/>
          </a:prstGeom>
        </p:spPr>
        <p:txBody>
          <a:bodyPr vert="horz" wrap="square" lIns="0" tIns="12065" rIns="0" bIns="0" rtlCol="0">
            <a:spAutoFit/>
          </a:bodyPr>
          <a:lstStyle/>
          <a:p>
            <a:pPr marL="12700" algn="just">
              <a:lnSpc>
                <a:spcPct val="150000"/>
              </a:lnSpc>
              <a:spcBef>
                <a:spcPts val="95"/>
              </a:spcBef>
            </a:pPr>
            <a:r>
              <a:rPr sz="2800" spc="-5" dirty="0">
                <a:latin typeface="Verdana"/>
                <a:cs typeface="Verdana"/>
              </a:rPr>
              <a:t>Proprio</a:t>
            </a:r>
            <a:r>
              <a:rPr sz="2800" spc="715" dirty="0">
                <a:latin typeface="Verdana"/>
                <a:cs typeface="Verdana"/>
              </a:rPr>
              <a:t> </a:t>
            </a:r>
            <a:r>
              <a:rPr sz="2800" spc="-5" dirty="0">
                <a:latin typeface="Verdana"/>
                <a:cs typeface="Verdana"/>
              </a:rPr>
              <a:t>per</a:t>
            </a:r>
            <a:r>
              <a:rPr sz="2800" spc="720" dirty="0">
                <a:latin typeface="Verdana"/>
                <a:cs typeface="Verdana"/>
              </a:rPr>
              <a:t> </a:t>
            </a:r>
            <a:r>
              <a:rPr sz="2800" spc="-5" dirty="0">
                <a:latin typeface="Verdana"/>
                <a:cs typeface="Verdana"/>
              </a:rPr>
              <a:t>questi</a:t>
            </a:r>
            <a:r>
              <a:rPr sz="2800" spc="710" dirty="0">
                <a:latin typeface="Verdana"/>
                <a:cs typeface="Verdana"/>
              </a:rPr>
              <a:t> </a:t>
            </a:r>
            <a:r>
              <a:rPr sz="2800" spc="-5" dirty="0">
                <a:latin typeface="Verdana"/>
                <a:cs typeface="Verdana"/>
              </a:rPr>
              <a:t>motivi</a:t>
            </a:r>
            <a:r>
              <a:rPr sz="2800" spc="680" dirty="0">
                <a:latin typeface="Verdana"/>
                <a:cs typeface="Verdana"/>
              </a:rPr>
              <a:t> </a:t>
            </a:r>
            <a:r>
              <a:rPr sz="2800" spc="-5" dirty="0">
                <a:latin typeface="Verdana"/>
                <a:cs typeface="Verdana"/>
              </a:rPr>
              <a:t>è</a:t>
            </a:r>
            <a:r>
              <a:rPr sz="2800" spc="720" dirty="0">
                <a:latin typeface="Verdana"/>
                <a:cs typeface="Verdana"/>
              </a:rPr>
              <a:t> </a:t>
            </a:r>
            <a:r>
              <a:rPr sz="2800" dirty="0">
                <a:latin typeface="Verdana"/>
                <a:cs typeface="Verdana"/>
              </a:rPr>
              <a:t>stata</a:t>
            </a:r>
            <a:r>
              <a:rPr sz="2800" spc="710" dirty="0">
                <a:latin typeface="Verdana"/>
                <a:cs typeface="Verdana"/>
              </a:rPr>
              <a:t> </a:t>
            </a:r>
            <a:r>
              <a:rPr sz="2800" spc="-5" dirty="0">
                <a:latin typeface="Verdana"/>
                <a:cs typeface="Verdana"/>
              </a:rPr>
              <a:t>pubblicata</a:t>
            </a:r>
            <a:r>
              <a:rPr sz="2800" spc="770" dirty="0">
                <a:latin typeface="Verdana"/>
                <a:cs typeface="Verdana"/>
              </a:rPr>
              <a:t> </a:t>
            </a:r>
            <a:r>
              <a:rPr sz="2800" spc="-5" dirty="0">
                <a:latin typeface="Verdana"/>
                <a:cs typeface="Verdana"/>
              </a:rPr>
              <a:t>sulla</a:t>
            </a:r>
            <a:endParaRPr sz="2800" dirty="0">
              <a:latin typeface="Verdana"/>
              <a:cs typeface="Verdana"/>
            </a:endParaRPr>
          </a:p>
          <a:p>
            <a:pPr marL="12700" marR="5080" algn="just">
              <a:lnSpc>
                <a:spcPct val="150000"/>
              </a:lnSpc>
              <a:spcBef>
                <a:spcPts val="5"/>
              </a:spcBef>
            </a:pPr>
            <a:r>
              <a:rPr sz="2800" spc="-10" dirty="0">
                <a:latin typeface="Verdana"/>
                <a:cs typeface="Verdana"/>
              </a:rPr>
              <a:t>G.U.</a:t>
            </a:r>
            <a:r>
              <a:rPr sz="2800" spc="-5" dirty="0">
                <a:latin typeface="Verdana"/>
                <a:cs typeface="Verdana"/>
              </a:rPr>
              <a:t> </a:t>
            </a:r>
            <a:r>
              <a:rPr sz="2800" spc="-10" dirty="0">
                <a:latin typeface="Verdana"/>
                <a:cs typeface="Verdana"/>
              </a:rPr>
              <a:t>(Serie</a:t>
            </a:r>
            <a:r>
              <a:rPr sz="2800" spc="-5" dirty="0">
                <a:latin typeface="Verdana"/>
                <a:cs typeface="Verdana"/>
              </a:rPr>
              <a:t> </a:t>
            </a:r>
            <a:r>
              <a:rPr sz="2800" spc="-15" dirty="0">
                <a:latin typeface="Verdana"/>
                <a:cs typeface="Verdana"/>
              </a:rPr>
              <a:t>Generale</a:t>
            </a:r>
            <a:r>
              <a:rPr sz="2800" spc="-10" dirty="0">
                <a:latin typeface="Verdana"/>
                <a:cs typeface="Verdana"/>
              </a:rPr>
              <a:t> n.</a:t>
            </a:r>
            <a:r>
              <a:rPr sz="2800" spc="-5" dirty="0">
                <a:latin typeface="Verdana"/>
                <a:cs typeface="Verdana"/>
              </a:rPr>
              <a:t> 79</a:t>
            </a:r>
            <a:r>
              <a:rPr sz="2800" dirty="0">
                <a:latin typeface="Verdana"/>
                <a:cs typeface="Verdana"/>
              </a:rPr>
              <a:t> </a:t>
            </a:r>
            <a:r>
              <a:rPr sz="2800" spc="-10" dirty="0">
                <a:latin typeface="Verdana"/>
                <a:cs typeface="Verdana"/>
              </a:rPr>
              <a:t>del</a:t>
            </a:r>
            <a:r>
              <a:rPr sz="2800" spc="-5" dirty="0">
                <a:latin typeface="Verdana"/>
                <a:cs typeface="Verdana"/>
              </a:rPr>
              <a:t> 04/04/2017)</a:t>
            </a:r>
            <a:r>
              <a:rPr sz="2800" dirty="0">
                <a:latin typeface="Verdana"/>
                <a:cs typeface="Verdana"/>
              </a:rPr>
              <a:t> </a:t>
            </a:r>
            <a:r>
              <a:rPr sz="2800" spc="-5" dirty="0">
                <a:latin typeface="Verdana"/>
                <a:cs typeface="Verdana"/>
              </a:rPr>
              <a:t>la </a:t>
            </a:r>
            <a:r>
              <a:rPr sz="2800" dirty="0">
                <a:latin typeface="Verdana"/>
                <a:cs typeface="Verdana"/>
              </a:rPr>
              <a:t> </a:t>
            </a:r>
            <a:r>
              <a:rPr sz="2800" b="1" spc="-5" dirty="0">
                <a:latin typeface="Verdana"/>
                <a:cs typeface="Verdana"/>
              </a:rPr>
              <a:t>Circolare AgID </a:t>
            </a:r>
            <a:r>
              <a:rPr sz="2800" b="1" spc="-10" dirty="0">
                <a:latin typeface="Verdana"/>
                <a:cs typeface="Verdana"/>
              </a:rPr>
              <a:t>del </a:t>
            </a:r>
            <a:r>
              <a:rPr sz="2800" b="1" spc="-5" dirty="0">
                <a:latin typeface="Verdana"/>
                <a:cs typeface="Verdana"/>
              </a:rPr>
              <a:t>17 marzo 2017 n. 1/2017 </a:t>
            </a:r>
            <a:r>
              <a:rPr sz="2800" b="1" dirty="0">
                <a:latin typeface="Verdana"/>
                <a:cs typeface="Verdana"/>
              </a:rPr>
              <a:t> </a:t>
            </a:r>
            <a:r>
              <a:rPr sz="2800" spc="-5" dirty="0">
                <a:latin typeface="Verdana"/>
                <a:cs typeface="Verdana"/>
              </a:rPr>
              <a:t>contenente </a:t>
            </a:r>
            <a:r>
              <a:rPr sz="2800" spc="-10" dirty="0">
                <a:latin typeface="Verdana"/>
                <a:cs typeface="Verdana"/>
              </a:rPr>
              <a:t>le</a:t>
            </a:r>
            <a:r>
              <a:rPr sz="2800" spc="-5" dirty="0">
                <a:latin typeface="Verdana"/>
                <a:cs typeface="Verdana"/>
              </a:rPr>
              <a:t> </a:t>
            </a:r>
            <a:r>
              <a:rPr sz="2800" dirty="0">
                <a:latin typeface="Verdana"/>
                <a:cs typeface="Verdana"/>
              </a:rPr>
              <a:t>“Misure </a:t>
            </a:r>
            <a:r>
              <a:rPr sz="2800" spc="-5" dirty="0">
                <a:latin typeface="Verdana"/>
                <a:cs typeface="Verdana"/>
              </a:rPr>
              <a:t>minime di sicurezza</a:t>
            </a:r>
            <a:r>
              <a:rPr sz="2800" spc="969" dirty="0">
                <a:latin typeface="Verdana"/>
                <a:cs typeface="Verdana"/>
              </a:rPr>
              <a:t> </a:t>
            </a:r>
            <a:r>
              <a:rPr sz="2800" spc="-5" dirty="0">
                <a:latin typeface="Verdana"/>
                <a:cs typeface="Verdana"/>
              </a:rPr>
              <a:t>ICT per </a:t>
            </a:r>
            <a:r>
              <a:rPr sz="2800" spc="-969" dirty="0">
                <a:latin typeface="Verdana"/>
                <a:cs typeface="Verdana"/>
              </a:rPr>
              <a:t> </a:t>
            </a:r>
            <a:r>
              <a:rPr sz="2800" spc="-10" dirty="0">
                <a:latin typeface="Verdana"/>
                <a:cs typeface="Verdana"/>
              </a:rPr>
              <a:t>le</a:t>
            </a:r>
            <a:r>
              <a:rPr sz="2800" spc="-5" dirty="0">
                <a:latin typeface="Verdana"/>
                <a:cs typeface="Verdana"/>
              </a:rPr>
              <a:t> pubbliche</a:t>
            </a:r>
            <a:r>
              <a:rPr sz="2800" dirty="0">
                <a:latin typeface="Verdana"/>
                <a:cs typeface="Verdana"/>
              </a:rPr>
              <a:t> </a:t>
            </a:r>
            <a:r>
              <a:rPr sz="2800" spc="-10" dirty="0">
                <a:latin typeface="Verdana"/>
                <a:cs typeface="Verdana"/>
              </a:rPr>
              <a:t>amministrazioni”</a:t>
            </a:r>
            <a:r>
              <a:rPr sz="2800" spc="-5" dirty="0">
                <a:latin typeface="Verdana"/>
                <a:cs typeface="Verdana"/>
              </a:rPr>
              <a:t> successivamente </a:t>
            </a:r>
            <a:r>
              <a:rPr sz="2800" dirty="0">
                <a:latin typeface="Verdana"/>
                <a:cs typeface="Verdana"/>
              </a:rPr>
              <a:t> </a:t>
            </a:r>
            <a:r>
              <a:rPr sz="2800" spc="-5" dirty="0">
                <a:latin typeface="Verdana"/>
                <a:cs typeface="Verdana"/>
              </a:rPr>
              <a:t>sostituita</a:t>
            </a:r>
            <a:r>
              <a:rPr sz="2800" spc="919" dirty="0">
                <a:latin typeface="Verdana"/>
                <a:cs typeface="Verdana"/>
              </a:rPr>
              <a:t> </a:t>
            </a:r>
            <a:r>
              <a:rPr sz="2800" dirty="0">
                <a:latin typeface="Verdana"/>
                <a:cs typeface="Verdana"/>
              </a:rPr>
              <a:t>dalla</a:t>
            </a:r>
            <a:r>
              <a:rPr sz="2800" spc="930" dirty="0">
                <a:latin typeface="Verdana"/>
                <a:cs typeface="Verdana"/>
              </a:rPr>
              <a:t> </a:t>
            </a:r>
            <a:r>
              <a:rPr sz="2800" dirty="0">
                <a:latin typeface="Verdana"/>
                <a:cs typeface="Verdana"/>
              </a:rPr>
              <a:t>circolare</a:t>
            </a:r>
            <a:r>
              <a:rPr sz="2800" spc="915" dirty="0">
                <a:latin typeface="Verdana"/>
                <a:cs typeface="Verdana"/>
              </a:rPr>
              <a:t> </a:t>
            </a:r>
            <a:r>
              <a:rPr sz="2800" spc="-10" dirty="0">
                <a:latin typeface="Verdana"/>
                <a:cs typeface="Verdana"/>
              </a:rPr>
              <a:t>n.</a:t>
            </a:r>
            <a:r>
              <a:rPr sz="2800" spc="925" dirty="0">
                <a:latin typeface="Verdana"/>
                <a:cs typeface="Verdana"/>
              </a:rPr>
              <a:t> </a:t>
            </a:r>
            <a:r>
              <a:rPr sz="2800" spc="-5" dirty="0">
                <a:latin typeface="Verdana"/>
                <a:cs typeface="Verdana"/>
              </a:rPr>
              <a:t>2/2017</a:t>
            </a:r>
            <a:r>
              <a:rPr sz="2800" spc="919" dirty="0">
                <a:latin typeface="Verdana"/>
                <a:cs typeface="Verdana"/>
              </a:rPr>
              <a:t> </a:t>
            </a:r>
            <a:r>
              <a:rPr sz="2800" spc="-5" dirty="0">
                <a:latin typeface="Verdana"/>
                <a:cs typeface="Verdana"/>
              </a:rPr>
              <a:t>del</a:t>
            </a:r>
            <a:r>
              <a:rPr sz="2800" spc="915" dirty="0">
                <a:latin typeface="Verdana"/>
                <a:cs typeface="Verdana"/>
              </a:rPr>
              <a:t> </a:t>
            </a:r>
            <a:r>
              <a:rPr sz="2800" spc="-5" dirty="0">
                <a:latin typeface="Verdana"/>
                <a:cs typeface="Verdana"/>
              </a:rPr>
              <a:t>18</a:t>
            </a:r>
            <a:r>
              <a:rPr sz="2800" spc="919" dirty="0">
                <a:latin typeface="Verdana"/>
                <a:cs typeface="Verdana"/>
              </a:rPr>
              <a:t> </a:t>
            </a:r>
            <a:r>
              <a:rPr sz="2800" dirty="0">
                <a:latin typeface="Verdana"/>
                <a:cs typeface="Verdana"/>
              </a:rPr>
              <a:t>aprile </a:t>
            </a:r>
            <a:r>
              <a:rPr sz="2800" spc="-975" dirty="0">
                <a:latin typeface="Verdana"/>
                <a:cs typeface="Verdana"/>
              </a:rPr>
              <a:t> </a:t>
            </a:r>
            <a:r>
              <a:rPr sz="2800" spc="-10" dirty="0">
                <a:latin typeface="Verdana"/>
                <a:cs typeface="Verdana"/>
              </a:rPr>
              <a:t>2017.</a:t>
            </a:r>
            <a:endParaRPr sz="2800" dirty="0">
              <a:latin typeface="Verdana"/>
              <a:cs typeface="Verdana"/>
            </a:endParaRPr>
          </a:p>
        </p:txBody>
      </p:sp>
    </p:spTree>
    <p:extLst>
      <p:ext uri="{BB962C8B-B14F-4D97-AF65-F5344CB8AC3E}">
        <p14:creationId xmlns:p14="http://schemas.microsoft.com/office/powerpoint/2010/main" val="2500152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95425" y="1498602"/>
            <a:ext cx="9201150" cy="3262111"/>
          </a:xfrm>
          <a:prstGeom prst="rect">
            <a:avLst/>
          </a:prstGeom>
        </p:spPr>
        <p:txBody>
          <a:bodyPr vert="horz" wrap="square" lIns="0" tIns="12700" rIns="0" bIns="0" rtlCol="0">
            <a:spAutoFit/>
          </a:bodyPr>
          <a:lstStyle/>
          <a:p>
            <a:pPr marL="12700" marR="5080" algn="just">
              <a:lnSpc>
                <a:spcPct val="150000"/>
              </a:lnSpc>
              <a:spcBef>
                <a:spcPts val="100"/>
              </a:spcBef>
            </a:pPr>
            <a:r>
              <a:rPr sz="2400" spc="-75" dirty="0">
                <a:latin typeface="Verdana"/>
                <a:cs typeface="Verdana"/>
              </a:rPr>
              <a:t>Tale </a:t>
            </a:r>
            <a:r>
              <a:rPr sz="2400" spc="-10" dirty="0" err="1">
                <a:latin typeface="Verdana"/>
                <a:cs typeface="Verdana"/>
              </a:rPr>
              <a:t>Direttiva</a:t>
            </a:r>
            <a:r>
              <a:rPr sz="2400" spc="-10" dirty="0">
                <a:latin typeface="Verdana"/>
                <a:cs typeface="Verdana"/>
              </a:rPr>
              <a:t> </a:t>
            </a:r>
            <a:r>
              <a:rPr sz="2400" dirty="0" err="1">
                <a:latin typeface="Verdana"/>
                <a:cs typeface="Verdana"/>
              </a:rPr>
              <a:t>sollecita</a:t>
            </a:r>
            <a:r>
              <a:rPr sz="2400" dirty="0">
                <a:latin typeface="Verdana"/>
                <a:cs typeface="Verdana"/>
              </a:rPr>
              <a:t> tutte le </a:t>
            </a:r>
            <a:r>
              <a:rPr sz="2400" spc="-5" dirty="0">
                <a:latin typeface="Verdana"/>
                <a:cs typeface="Verdana"/>
              </a:rPr>
              <a:t>Amministrazioni </a:t>
            </a:r>
            <a:r>
              <a:rPr sz="2400" dirty="0">
                <a:latin typeface="Verdana"/>
                <a:cs typeface="Verdana"/>
              </a:rPr>
              <a:t>e gli Organi </a:t>
            </a:r>
            <a:r>
              <a:rPr sz="2400" spc="5" dirty="0">
                <a:latin typeface="Verdana"/>
                <a:cs typeface="Verdana"/>
              </a:rPr>
              <a:t> </a:t>
            </a:r>
            <a:r>
              <a:rPr sz="2400" dirty="0">
                <a:latin typeface="Verdana"/>
                <a:cs typeface="Verdana"/>
              </a:rPr>
              <a:t>chiamati </a:t>
            </a:r>
            <a:r>
              <a:rPr sz="2400" spc="-5" dirty="0">
                <a:latin typeface="Verdana"/>
                <a:cs typeface="Verdana"/>
              </a:rPr>
              <a:t>ad </a:t>
            </a:r>
            <a:r>
              <a:rPr sz="2400" spc="-10" dirty="0">
                <a:latin typeface="Verdana"/>
                <a:cs typeface="Verdana"/>
              </a:rPr>
              <a:t>intervenire </a:t>
            </a:r>
            <a:r>
              <a:rPr sz="2400" dirty="0">
                <a:latin typeface="Verdana"/>
                <a:cs typeface="Verdana"/>
              </a:rPr>
              <a:t>nell’ambito </a:t>
            </a:r>
            <a:r>
              <a:rPr sz="2400" spc="-5" dirty="0">
                <a:latin typeface="Verdana"/>
                <a:cs typeface="Verdana"/>
              </a:rPr>
              <a:t>degli </a:t>
            </a:r>
            <a:r>
              <a:rPr sz="2400" dirty="0">
                <a:latin typeface="Verdana"/>
                <a:cs typeface="Verdana"/>
              </a:rPr>
              <a:t>assetti nazionali </a:t>
            </a:r>
            <a:r>
              <a:rPr sz="2400" spc="5" dirty="0">
                <a:latin typeface="Verdana"/>
                <a:cs typeface="Verdana"/>
              </a:rPr>
              <a:t>di </a:t>
            </a:r>
            <a:r>
              <a:rPr sz="2400" spc="-830" dirty="0">
                <a:latin typeface="Verdana"/>
                <a:cs typeface="Verdana"/>
              </a:rPr>
              <a:t> </a:t>
            </a:r>
            <a:r>
              <a:rPr sz="2400" spc="-5" dirty="0">
                <a:latin typeface="Verdana"/>
                <a:cs typeface="Verdana"/>
              </a:rPr>
              <a:t>reazione</a:t>
            </a:r>
            <a:r>
              <a:rPr sz="2400" dirty="0">
                <a:latin typeface="Verdana"/>
                <a:cs typeface="Verdana"/>
              </a:rPr>
              <a:t> </a:t>
            </a:r>
            <a:r>
              <a:rPr sz="2400" spc="-5" dirty="0">
                <a:latin typeface="Verdana"/>
                <a:cs typeface="Verdana"/>
              </a:rPr>
              <a:t>ad</a:t>
            </a:r>
            <a:r>
              <a:rPr sz="2400" dirty="0">
                <a:latin typeface="Verdana"/>
                <a:cs typeface="Verdana"/>
              </a:rPr>
              <a:t> </a:t>
            </a:r>
            <a:r>
              <a:rPr sz="2400" spc="-5" dirty="0">
                <a:latin typeface="Verdana"/>
                <a:cs typeface="Verdana"/>
              </a:rPr>
              <a:t>eventi</a:t>
            </a:r>
            <a:r>
              <a:rPr sz="2400" dirty="0">
                <a:latin typeface="Verdana"/>
                <a:cs typeface="Verdana"/>
              </a:rPr>
              <a:t> cibernetici</a:t>
            </a:r>
            <a:r>
              <a:rPr sz="2400" spc="5" dirty="0">
                <a:latin typeface="Verdana"/>
                <a:cs typeface="Verdana"/>
              </a:rPr>
              <a:t> </a:t>
            </a:r>
            <a:r>
              <a:rPr sz="2400" dirty="0">
                <a:latin typeface="Verdana"/>
                <a:cs typeface="Verdana"/>
              </a:rPr>
              <a:t>a</a:t>
            </a:r>
            <a:r>
              <a:rPr sz="2400" spc="5" dirty="0">
                <a:latin typeface="Verdana"/>
                <a:cs typeface="Verdana"/>
              </a:rPr>
              <a:t> </a:t>
            </a:r>
            <a:r>
              <a:rPr sz="2400" spc="-5" dirty="0">
                <a:latin typeface="Verdana"/>
                <a:cs typeface="Verdana"/>
              </a:rPr>
              <a:t>dotarsi,</a:t>
            </a:r>
            <a:r>
              <a:rPr sz="2400" dirty="0">
                <a:latin typeface="Verdana"/>
                <a:cs typeface="Verdana"/>
              </a:rPr>
              <a:t> secondo</a:t>
            </a:r>
            <a:r>
              <a:rPr sz="2400" spc="5" dirty="0">
                <a:latin typeface="Verdana"/>
                <a:cs typeface="Verdana"/>
              </a:rPr>
              <a:t> una </a:t>
            </a:r>
            <a:r>
              <a:rPr sz="2400" spc="10" dirty="0">
                <a:latin typeface="Verdana"/>
                <a:cs typeface="Verdana"/>
              </a:rPr>
              <a:t> </a:t>
            </a:r>
            <a:r>
              <a:rPr sz="2400" spc="-5" dirty="0">
                <a:latin typeface="Verdana"/>
                <a:cs typeface="Verdana"/>
              </a:rPr>
              <a:t>tempistica</a:t>
            </a:r>
            <a:r>
              <a:rPr sz="2400" dirty="0">
                <a:latin typeface="Verdana"/>
                <a:cs typeface="Verdana"/>
              </a:rPr>
              <a:t> definita</a:t>
            </a:r>
            <a:r>
              <a:rPr sz="2400" spc="5" dirty="0">
                <a:latin typeface="Verdana"/>
                <a:cs typeface="Verdana"/>
              </a:rPr>
              <a:t> </a:t>
            </a:r>
            <a:r>
              <a:rPr sz="2400" dirty="0">
                <a:latin typeface="Verdana"/>
                <a:cs typeface="Verdana"/>
              </a:rPr>
              <a:t>e</a:t>
            </a:r>
            <a:r>
              <a:rPr sz="2400" spc="5" dirty="0">
                <a:latin typeface="Verdana"/>
                <a:cs typeface="Verdana"/>
              </a:rPr>
              <a:t> </a:t>
            </a:r>
            <a:r>
              <a:rPr sz="2400" dirty="0">
                <a:latin typeface="Verdana"/>
                <a:cs typeface="Verdana"/>
              </a:rPr>
              <a:t>comunque</a:t>
            </a:r>
            <a:r>
              <a:rPr sz="2400" spc="5" dirty="0">
                <a:latin typeface="Verdana"/>
                <a:cs typeface="Verdana"/>
              </a:rPr>
              <a:t> </a:t>
            </a:r>
            <a:r>
              <a:rPr sz="2400" dirty="0">
                <a:latin typeface="Verdana"/>
                <a:cs typeface="Verdana"/>
              </a:rPr>
              <a:t>nel</a:t>
            </a:r>
            <a:r>
              <a:rPr sz="2400" spc="5" dirty="0">
                <a:latin typeface="Verdana"/>
                <a:cs typeface="Verdana"/>
              </a:rPr>
              <a:t> </a:t>
            </a:r>
            <a:r>
              <a:rPr sz="2400" dirty="0">
                <a:latin typeface="Verdana"/>
                <a:cs typeface="Verdana"/>
              </a:rPr>
              <a:t>più</a:t>
            </a:r>
            <a:r>
              <a:rPr sz="2400" spc="5" dirty="0">
                <a:latin typeface="Verdana"/>
                <a:cs typeface="Verdana"/>
              </a:rPr>
              <a:t> </a:t>
            </a:r>
            <a:r>
              <a:rPr sz="2400" spc="-10" dirty="0">
                <a:latin typeface="Verdana"/>
                <a:cs typeface="Verdana"/>
              </a:rPr>
              <a:t>breve</a:t>
            </a:r>
            <a:r>
              <a:rPr sz="2400" spc="-5" dirty="0">
                <a:latin typeface="Verdana"/>
                <a:cs typeface="Verdana"/>
              </a:rPr>
              <a:t> tempo </a:t>
            </a:r>
            <a:r>
              <a:rPr sz="2400" dirty="0">
                <a:latin typeface="Verdana"/>
                <a:cs typeface="Verdana"/>
              </a:rPr>
              <a:t> </a:t>
            </a:r>
            <a:r>
              <a:rPr sz="2400" spc="-5" dirty="0">
                <a:latin typeface="Verdana"/>
                <a:cs typeface="Verdana"/>
              </a:rPr>
              <a:t>possibile, </a:t>
            </a:r>
            <a:r>
              <a:rPr sz="2400" spc="5" dirty="0">
                <a:latin typeface="Verdana"/>
                <a:cs typeface="Verdana"/>
              </a:rPr>
              <a:t>di </a:t>
            </a:r>
            <a:r>
              <a:rPr sz="2400" dirty="0">
                <a:latin typeface="Verdana"/>
                <a:cs typeface="Verdana"/>
              </a:rPr>
              <a:t>standard </a:t>
            </a:r>
            <a:r>
              <a:rPr sz="2400" spc="-5" dirty="0">
                <a:latin typeface="Verdana"/>
                <a:cs typeface="Verdana"/>
              </a:rPr>
              <a:t>minimi </a:t>
            </a:r>
            <a:r>
              <a:rPr sz="2400" spc="5" dirty="0">
                <a:latin typeface="Verdana"/>
                <a:cs typeface="Verdana"/>
              </a:rPr>
              <a:t>di </a:t>
            </a:r>
            <a:r>
              <a:rPr sz="2400" spc="-5" dirty="0">
                <a:latin typeface="Verdana"/>
                <a:cs typeface="Verdana"/>
              </a:rPr>
              <a:t>prevenzione </a:t>
            </a:r>
            <a:r>
              <a:rPr sz="2400" dirty="0">
                <a:latin typeface="Verdana"/>
                <a:cs typeface="Verdana"/>
              </a:rPr>
              <a:t>e </a:t>
            </a:r>
            <a:r>
              <a:rPr sz="2400" spc="-5" dirty="0">
                <a:latin typeface="Verdana"/>
                <a:cs typeface="Verdana"/>
              </a:rPr>
              <a:t>reazione </a:t>
            </a:r>
            <a:r>
              <a:rPr sz="2400" dirty="0">
                <a:latin typeface="Verdana"/>
                <a:cs typeface="Verdana"/>
              </a:rPr>
              <a:t>ad </a:t>
            </a:r>
            <a:r>
              <a:rPr sz="2400" spc="5" dirty="0">
                <a:latin typeface="Verdana"/>
                <a:cs typeface="Verdana"/>
              </a:rPr>
              <a:t> </a:t>
            </a:r>
            <a:r>
              <a:rPr sz="2400" spc="-5" dirty="0">
                <a:latin typeface="Verdana"/>
                <a:cs typeface="Verdana"/>
              </a:rPr>
              <a:t>eventi</a:t>
            </a:r>
            <a:r>
              <a:rPr sz="2400" spc="15" dirty="0">
                <a:latin typeface="Verdana"/>
                <a:cs typeface="Verdana"/>
              </a:rPr>
              <a:t> </a:t>
            </a:r>
            <a:r>
              <a:rPr sz="2400" spc="-10" dirty="0">
                <a:latin typeface="Verdana"/>
                <a:cs typeface="Verdana"/>
              </a:rPr>
              <a:t>cibernetici.</a:t>
            </a:r>
            <a:endParaRPr sz="2400" dirty="0">
              <a:latin typeface="Verdana"/>
              <a:cs typeface="Verdana"/>
            </a:endParaRPr>
          </a:p>
        </p:txBody>
      </p:sp>
    </p:spTree>
    <p:extLst>
      <p:ext uri="{BB962C8B-B14F-4D97-AF65-F5344CB8AC3E}">
        <p14:creationId xmlns:p14="http://schemas.microsoft.com/office/powerpoint/2010/main" val="146328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2E6E6BE-4654-8E53-D65B-A645327346C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D" sz="1400" b="1" i="0" u="none" strike="noStrike" kern="1200" cap="none" spc="0" normalizeH="0" baseline="0" noProof="0" dirty="0" err="1">
                <a:ln>
                  <a:noFill/>
                </a:ln>
                <a:solidFill>
                  <a:prstClr val="black"/>
                </a:solidFill>
                <a:effectLst/>
                <a:uLnTx/>
                <a:uFillTx/>
                <a:latin typeface="Open Sans"/>
                <a:ea typeface="Open Sans"/>
                <a:cs typeface="Open Sans"/>
              </a:rPr>
              <a:t>Direttiva</a:t>
            </a:r>
            <a:r>
              <a:rPr kumimoji="0" lang="en-ID" sz="1400" b="1" i="0" u="none" strike="noStrike" kern="1200" cap="none" spc="0" normalizeH="0" baseline="0" noProof="0" dirty="0">
                <a:ln>
                  <a:noFill/>
                </a:ln>
                <a:solidFill>
                  <a:prstClr val="black"/>
                </a:solidFill>
                <a:effectLst/>
                <a:uLnTx/>
                <a:uFillTx/>
                <a:latin typeface="Open Sans"/>
                <a:ea typeface="Open Sans"/>
                <a:cs typeface="Open Sans"/>
              </a:rPr>
              <a:t> NIS 2</a:t>
            </a:r>
            <a:endParaRPr kumimoji="0" lang="en-ID" sz="1400" b="1" i="0" u="none" strike="noStrike" kern="1200" cap="none" spc="0" normalizeH="0" baseline="0" noProof="0" dirty="0">
              <a:ln>
                <a:noFill/>
              </a:ln>
              <a:solidFill>
                <a:prstClr val="black"/>
              </a:solidFill>
              <a:effectLst/>
              <a:uLnTx/>
              <a:uFillTx/>
              <a:latin typeface="Open Sans"/>
              <a:ea typeface="+mn-ea"/>
              <a:cs typeface="+mn-cs"/>
            </a:endParaRPr>
          </a:p>
        </p:txBody>
      </p:sp>
      <p:sp>
        <p:nvSpPr>
          <p:cNvPr id="4" name="Text Placeholder 3">
            <a:extLst>
              <a:ext uri="{FF2B5EF4-FFF2-40B4-BE49-F238E27FC236}">
                <a16:creationId xmlns:a16="http://schemas.microsoft.com/office/drawing/2014/main" id="{72383122-F0B9-78F1-8BE1-77CB28D414BD}"/>
              </a:ext>
            </a:extLst>
          </p:cNvPr>
          <p:cNvSpPr>
            <a:spLocks noGrp="1"/>
          </p:cNvSpPr>
          <p:nvPr>
            <p:ph type="body" sz="quarter" idx="12"/>
          </p:nvPr>
        </p:nvSpPr>
        <p:spPr/>
        <p:txBody>
          <a:bodyPr>
            <a:normAutofit/>
          </a:bodyPr>
          <a:lstStyle/>
          <a:p>
            <a:r>
              <a:rPr lang="en-GB" sz="1800" dirty="0"/>
              <a:t>NAME: Enzo Chilelli
DATE: DICEMBRE - 2024</a:t>
            </a:r>
          </a:p>
        </p:txBody>
      </p:sp>
      <p:sp>
        <p:nvSpPr>
          <p:cNvPr id="6" name="Title 4">
            <a:extLst>
              <a:ext uri="{FF2B5EF4-FFF2-40B4-BE49-F238E27FC236}">
                <a16:creationId xmlns:a16="http://schemas.microsoft.com/office/drawing/2014/main" id="{964F0BA2-2F0B-71DE-68C1-F93FEED2CF4F}"/>
              </a:ext>
            </a:extLst>
          </p:cNvPr>
          <p:cNvSpPr>
            <a:spLocks noGrp="1"/>
          </p:cNvSpPr>
          <p:nvPr>
            <p:ph type="ctrTitle"/>
          </p:nvPr>
        </p:nvSpPr>
        <p:spPr>
          <a:xfrm>
            <a:off x="717161" y="3328682"/>
            <a:ext cx="8960219" cy="2157719"/>
          </a:xfrm>
        </p:spPr>
        <p:txBody>
          <a:bodyPr anchor="t" anchorCtr="0">
            <a:normAutofit/>
          </a:bodyPr>
          <a:lstStyle/>
          <a:p>
            <a:r>
              <a:rPr lang="en-GB" sz="7500" dirty="0"/>
              <a:t>DIRETTIVA EUROPEA NIS 2</a:t>
            </a:r>
          </a:p>
        </p:txBody>
      </p:sp>
      <p:cxnSp>
        <p:nvCxnSpPr>
          <p:cNvPr id="7" name="Straight Connector 6">
            <a:extLst>
              <a:ext uri="{FF2B5EF4-FFF2-40B4-BE49-F238E27FC236}">
                <a16:creationId xmlns:a16="http://schemas.microsoft.com/office/drawing/2014/main" id="{6577D1BE-856B-C88B-CF23-DD9470860A2A}"/>
              </a:ext>
            </a:extLst>
          </p:cNvPr>
          <p:cNvCxnSpPr>
            <a:cxnSpLocks/>
          </p:cNvCxnSpPr>
          <p:nvPr/>
        </p:nvCxnSpPr>
        <p:spPr>
          <a:xfrm>
            <a:off x="717161" y="3145562"/>
            <a:ext cx="1495047" cy="0"/>
          </a:xfrm>
          <a:prstGeom prst="line">
            <a:avLst/>
          </a:prstGeom>
          <a:ln w="76200">
            <a:solidFill>
              <a:srgbClr val="FFFF00"/>
            </a:solidFill>
          </a:ln>
        </p:spPr>
        <p:style>
          <a:lnRef idx="1">
            <a:schemeClr val="accent1"/>
          </a:lnRef>
          <a:fillRef idx="0">
            <a:schemeClr val="accent1"/>
          </a:fillRef>
          <a:effectRef idx="0">
            <a:schemeClr val="accent1"/>
          </a:effectRef>
          <a:fontRef idx="minor">
            <a:schemeClr val="tx1"/>
          </a:fontRef>
        </p:style>
      </p:cxnSp>
      <p:sp>
        <p:nvSpPr>
          <p:cNvPr id="5" name="CasellaDiTesto 4">
            <a:extLst>
              <a:ext uri="{FF2B5EF4-FFF2-40B4-BE49-F238E27FC236}">
                <a16:creationId xmlns:a16="http://schemas.microsoft.com/office/drawing/2014/main" id="{75BC7E96-9CD0-6095-E95B-794DB6B33DE6}"/>
              </a:ext>
            </a:extLst>
          </p:cNvPr>
          <p:cNvSpPr txBox="1"/>
          <p:nvPr/>
        </p:nvSpPr>
        <p:spPr>
          <a:xfrm>
            <a:off x="2530375" y="5430626"/>
            <a:ext cx="6096000" cy="369332"/>
          </a:xfrm>
          <a:prstGeom prst="rect">
            <a:avLst/>
          </a:prstGeom>
          <a:noFill/>
        </p:spPr>
        <p:txBody>
          <a:bodyPr wrap="square">
            <a:spAutoFit/>
          </a:bodyPr>
          <a:lstStyle/>
          <a:p>
            <a:r>
              <a:rPr lang="it-IT" b="1" spc="-10" dirty="0">
                <a:latin typeface="Verdana"/>
                <a:cs typeface="Verdana"/>
              </a:rPr>
              <a:t>(Network</a:t>
            </a:r>
            <a:r>
              <a:rPr lang="it-IT" b="1" spc="15" dirty="0">
                <a:latin typeface="Verdana"/>
                <a:cs typeface="Verdana"/>
              </a:rPr>
              <a:t> </a:t>
            </a:r>
            <a:r>
              <a:rPr lang="it-IT" b="1" spc="-10" dirty="0">
                <a:latin typeface="Verdana"/>
                <a:cs typeface="Verdana"/>
              </a:rPr>
              <a:t>a</a:t>
            </a:r>
            <a:r>
              <a:rPr lang="it-IT" b="1" spc="-10" dirty="0"/>
              <a:t>n</a:t>
            </a:r>
            <a:r>
              <a:rPr lang="it-IT" b="1" spc="-10" dirty="0">
                <a:latin typeface="Verdana"/>
                <a:cs typeface="Verdana"/>
              </a:rPr>
              <a:t>d </a:t>
            </a:r>
            <a:r>
              <a:rPr lang="it-IT" b="1" spc="-940" dirty="0">
                <a:latin typeface="Verdana"/>
                <a:cs typeface="Verdana"/>
              </a:rPr>
              <a:t> </a:t>
            </a:r>
            <a:r>
              <a:rPr lang="it-IT" b="1" spc="-5" dirty="0">
                <a:latin typeface="Verdana"/>
                <a:cs typeface="Verdana"/>
              </a:rPr>
              <a:t>Information</a:t>
            </a:r>
            <a:r>
              <a:rPr lang="it-IT" b="1" spc="50" dirty="0">
                <a:latin typeface="Verdana"/>
                <a:cs typeface="Verdana"/>
              </a:rPr>
              <a:t> </a:t>
            </a:r>
            <a:r>
              <a:rPr lang="it-IT" b="1" spc="-5" dirty="0">
                <a:latin typeface="Verdana"/>
                <a:cs typeface="Verdana"/>
              </a:rPr>
              <a:t>Security)</a:t>
            </a:r>
            <a:endParaRPr lang="it-IT" dirty="0"/>
          </a:p>
        </p:txBody>
      </p:sp>
    </p:spTree>
    <p:extLst>
      <p:ext uri="{BB962C8B-B14F-4D97-AF65-F5344CB8AC3E}">
        <p14:creationId xmlns:p14="http://schemas.microsoft.com/office/powerpoint/2010/main" val="3543081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C78A79A-8FC1-B0AD-CE7C-243A488D3321}"/>
              </a:ext>
            </a:extLst>
          </p:cNvPr>
          <p:cNvSpPr>
            <a:spLocks noGrp="1"/>
          </p:cNvSpPr>
          <p:nvPr>
            <p:ph type="title"/>
          </p:nvPr>
        </p:nvSpPr>
        <p:spPr>
          <a:xfrm>
            <a:off x="370418" y="619624"/>
            <a:ext cx="5104259" cy="1325563"/>
          </a:xfrm>
        </p:spPr>
        <p:txBody>
          <a:bodyPr/>
          <a:lstStyle/>
          <a:p>
            <a:r>
              <a:rPr lang="it-IT"/>
              <a:t>OBIETTIVI PRINCIPALI</a:t>
            </a:r>
          </a:p>
        </p:txBody>
      </p:sp>
      <p:sp>
        <p:nvSpPr>
          <p:cNvPr id="3" name="Segnaposto piè di pagina 2">
            <a:extLst>
              <a:ext uri="{FF2B5EF4-FFF2-40B4-BE49-F238E27FC236}">
                <a16:creationId xmlns:a16="http://schemas.microsoft.com/office/drawing/2014/main" id="{961A62A5-1A7F-0AB5-B620-0BCBD029E54E}"/>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D" sz="1400" b="1" i="0" u="none" strike="noStrike" kern="1200" cap="none" spc="0" normalizeH="0" baseline="0" noProof="0" dirty="0">
                <a:ln>
                  <a:noFill/>
                </a:ln>
                <a:solidFill>
                  <a:prstClr val="black"/>
                </a:solidFill>
                <a:effectLst/>
                <a:uLnTx/>
                <a:uFillTx/>
                <a:latin typeface="Open Sans"/>
                <a:ea typeface="+mn-ea"/>
                <a:cs typeface="+mn-cs"/>
              </a:rPr>
              <a:t>DIRETTIVA EUROPEA NIS 2</a:t>
            </a:r>
          </a:p>
        </p:txBody>
      </p:sp>
      <p:sp>
        <p:nvSpPr>
          <p:cNvPr id="4" name="Segnaposto numero diapositiva 3">
            <a:extLst>
              <a:ext uri="{FF2B5EF4-FFF2-40B4-BE49-F238E27FC236}">
                <a16:creationId xmlns:a16="http://schemas.microsoft.com/office/drawing/2014/main" id="{C398635F-C4EE-0618-72FA-7EA5A0A4AB71}"/>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F6F24BE-8BEB-403A-BDCC-38E201D0662D}" type="slidenum">
              <a:rPr kumimoji="0" lang="en-ID" sz="1210" b="1" i="0" u="none" strike="noStrike" kern="1200" cap="none" spc="0" normalizeH="0" baseline="0" noProof="0" smtClean="0">
                <a:ln>
                  <a:noFill/>
                </a:ln>
                <a:solidFill>
                  <a:prstClr val="black"/>
                </a:solidFill>
                <a:effectLst/>
                <a:uLnTx/>
                <a:uFillTx/>
                <a:latin typeface="Open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ID" sz="1210" b="1" i="0" u="none" strike="noStrike" kern="1200" cap="none" spc="0" normalizeH="0" baseline="0" noProof="0">
              <a:ln>
                <a:noFill/>
              </a:ln>
              <a:solidFill>
                <a:prstClr val="black"/>
              </a:solidFill>
              <a:effectLst/>
              <a:uLnTx/>
              <a:uFillTx/>
              <a:latin typeface="Open Sans"/>
              <a:ea typeface="+mn-ea"/>
              <a:cs typeface="+mn-cs"/>
            </a:endParaRPr>
          </a:p>
        </p:txBody>
      </p:sp>
      <p:sp>
        <p:nvSpPr>
          <p:cNvPr id="6" name="Segnaposto testo 5">
            <a:extLst>
              <a:ext uri="{FF2B5EF4-FFF2-40B4-BE49-F238E27FC236}">
                <a16:creationId xmlns:a16="http://schemas.microsoft.com/office/drawing/2014/main" id="{0079D5CC-6D64-5ED1-D25F-F6933AFCFFB0}"/>
              </a:ext>
            </a:extLst>
          </p:cNvPr>
          <p:cNvSpPr>
            <a:spLocks noGrp="1"/>
          </p:cNvSpPr>
          <p:nvPr>
            <p:ph type="body" sz="quarter" idx="13"/>
          </p:nvPr>
        </p:nvSpPr>
        <p:spPr>
          <a:xfrm>
            <a:off x="250676" y="2873873"/>
            <a:ext cx="5110109" cy="3196483"/>
          </a:xfrm>
        </p:spPr>
        <p:txBody>
          <a:bodyPr vert="horz" lIns="91440" tIns="45720" rIns="91440" bIns="45720" rtlCol="0" anchor="t">
            <a:noAutofit/>
          </a:bodyPr>
          <a:lstStyle/>
          <a:p>
            <a:r>
              <a:rPr lang="it-IT" sz="2400" dirty="0"/>
              <a:t>La Direttiva NIS 2 mira a migliorare la sicurezza delle reti e dei sistemi informativi in tutta l'UE, garantendo maggiore resilienza contro le minacce informatiche. Essa riconosce la necessità di standard uniformi e collaborazione tra Stati membri.</a:t>
            </a:r>
            <a:endParaRPr lang="it-IT" sz="2400" dirty="0">
              <a:ea typeface="Open Sans"/>
              <a:cs typeface="Open Sans"/>
            </a:endParaRPr>
          </a:p>
        </p:txBody>
      </p:sp>
      <p:sp>
        <p:nvSpPr>
          <p:cNvPr id="7" name="Segnaposto testo 6">
            <a:extLst>
              <a:ext uri="{FF2B5EF4-FFF2-40B4-BE49-F238E27FC236}">
                <a16:creationId xmlns:a16="http://schemas.microsoft.com/office/drawing/2014/main" id="{61899DA5-CAE8-3289-3B01-F3DB406D4E05}"/>
              </a:ext>
            </a:extLst>
          </p:cNvPr>
          <p:cNvSpPr>
            <a:spLocks noGrp="1"/>
          </p:cNvSpPr>
          <p:nvPr>
            <p:ph type="body" sz="quarter" idx="14"/>
          </p:nvPr>
        </p:nvSpPr>
        <p:spPr>
          <a:xfrm>
            <a:off x="250675" y="2319268"/>
            <a:ext cx="4631139" cy="369548"/>
          </a:xfrm>
        </p:spPr>
        <p:txBody>
          <a:bodyPr/>
          <a:lstStyle/>
          <a:p>
            <a:r>
              <a:rPr lang="it-IT" sz="2400"/>
              <a:t>SCOPI DELLA DIRETTIVA</a:t>
            </a:r>
          </a:p>
        </p:txBody>
      </p:sp>
      <p:pic>
        <p:nvPicPr>
          <p:cNvPr id="11" name="Segnaposto immagine 10" descr="Immagine che contiene blu, aqua, schermata, luce&#10;&#10;Descrizione generata automaticamente">
            <a:extLst>
              <a:ext uri="{FF2B5EF4-FFF2-40B4-BE49-F238E27FC236}">
                <a16:creationId xmlns:a16="http://schemas.microsoft.com/office/drawing/2014/main" id="{0225C74E-02F4-F73A-FC4A-3694539FCB6E}"/>
              </a:ext>
            </a:extLst>
          </p:cNvPr>
          <p:cNvPicPr>
            <a:picLocks noGrp="1" noChangeAspect="1"/>
          </p:cNvPicPr>
          <p:nvPr>
            <p:ph type="pic" sz="quarter" idx="12"/>
          </p:nvPr>
        </p:nvPicPr>
        <p:blipFill>
          <a:blip r:embed="rId2"/>
          <a:srcRect l="26206" r="26206"/>
          <a:stretch/>
        </p:blipFill>
        <p:spPr>
          <a:xfrm>
            <a:off x="5471811" y="7484"/>
            <a:ext cx="6117771" cy="6853915"/>
          </a:xfrm>
        </p:spPr>
      </p:pic>
    </p:spTree>
    <p:extLst>
      <p:ext uri="{BB962C8B-B14F-4D97-AF65-F5344CB8AC3E}">
        <p14:creationId xmlns:p14="http://schemas.microsoft.com/office/powerpoint/2010/main" val="930778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570053-CFAD-BC7D-FD7A-E08A8ECED145}"/>
              </a:ext>
            </a:extLst>
          </p:cNvPr>
          <p:cNvSpPr>
            <a:spLocks noGrp="1"/>
          </p:cNvSpPr>
          <p:nvPr>
            <p:ph type="title"/>
          </p:nvPr>
        </p:nvSpPr>
        <p:spPr/>
        <p:txBody>
          <a:bodyPr/>
          <a:lstStyle/>
          <a:p>
            <a:r>
              <a:rPr lang="it-IT"/>
              <a:t>AMBITO DI APPLICAZIONE</a:t>
            </a:r>
          </a:p>
        </p:txBody>
      </p:sp>
      <p:sp>
        <p:nvSpPr>
          <p:cNvPr id="3" name="Segnaposto piè di pagina 2">
            <a:extLst>
              <a:ext uri="{FF2B5EF4-FFF2-40B4-BE49-F238E27FC236}">
                <a16:creationId xmlns:a16="http://schemas.microsoft.com/office/drawing/2014/main" id="{63274049-53B1-1416-ED92-F5B0D7054CA8}"/>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D" sz="1400" b="1" i="0" u="none" strike="noStrike" kern="1200" cap="none" spc="0" normalizeH="0" baseline="0" noProof="0" dirty="0">
                <a:ln>
                  <a:noFill/>
                </a:ln>
                <a:solidFill>
                  <a:prstClr val="black"/>
                </a:solidFill>
                <a:effectLst/>
                <a:uLnTx/>
                <a:uFillTx/>
                <a:latin typeface="Open Sans"/>
                <a:ea typeface="+mn-ea"/>
                <a:cs typeface="+mn-cs"/>
              </a:rPr>
              <a:t>DIRETTIVA EUROPEA NIS 2</a:t>
            </a:r>
          </a:p>
        </p:txBody>
      </p:sp>
      <p:sp>
        <p:nvSpPr>
          <p:cNvPr id="4" name="Segnaposto numero diapositiva 3">
            <a:extLst>
              <a:ext uri="{FF2B5EF4-FFF2-40B4-BE49-F238E27FC236}">
                <a16:creationId xmlns:a16="http://schemas.microsoft.com/office/drawing/2014/main" id="{845BFF7E-D185-79BD-3815-C9328C764ED5}"/>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F6F24BE-8BEB-403A-BDCC-38E201D0662D}" type="slidenum">
              <a:rPr kumimoji="0" lang="en-ID" sz="1210" b="1" i="0" u="none" strike="noStrike" kern="1200" cap="none" spc="0" normalizeH="0" baseline="0" noProof="0" smtClean="0">
                <a:ln>
                  <a:noFill/>
                </a:ln>
                <a:solidFill>
                  <a:prstClr val="black"/>
                </a:solidFill>
                <a:effectLst/>
                <a:uLnTx/>
                <a:uFillTx/>
                <a:latin typeface="Open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ID" sz="1210" b="1" i="0" u="none" strike="noStrike" kern="1200" cap="none" spc="0" normalizeH="0" baseline="0" noProof="0">
              <a:ln>
                <a:noFill/>
              </a:ln>
              <a:solidFill>
                <a:prstClr val="black"/>
              </a:solidFill>
              <a:effectLst/>
              <a:uLnTx/>
              <a:uFillTx/>
              <a:latin typeface="Open Sans"/>
              <a:ea typeface="+mn-ea"/>
              <a:cs typeface="+mn-cs"/>
            </a:endParaRPr>
          </a:p>
        </p:txBody>
      </p:sp>
      <p:sp>
        <p:nvSpPr>
          <p:cNvPr id="7" name="Segnaposto testo 6">
            <a:extLst>
              <a:ext uri="{FF2B5EF4-FFF2-40B4-BE49-F238E27FC236}">
                <a16:creationId xmlns:a16="http://schemas.microsoft.com/office/drawing/2014/main" id="{D2DFF998-BEA3-7571-2AFF-937F3CADAEED}"/>
              </a:ext>
            </a:extLst>
          </p:cNvPr>
          <p:cNvSpPr>
            <a:spLocks noGrp="1"/>
          </p:cNvSpPr>
          <p:nvPr>
            <p:ph type="body" sz="quarter" idx="15"/>
          </p:nvPr>
        </p:nvSpPr>
        <p:spPr>
          <a:xfrm>
            <a:off x="599017" y="4448294"/>
            <a:ext cx="9693212" cy="2109464"/>
          </a:xfrm>
        </p:spPr>
        <p:txBody>
          <a:bodyPr/>
          <a:lstStyle/>
          <a:p>
            <a:pPr algn="just"/>
            <a:r>
              <a:rPr lang="it-IT" sz="2000"/>
              <a:t>La direttiva si applica a settori critici come energia, trasporti, banca, salute e infrastrutture digitali. Questi settori sono fondamentali per garantire la sicurezza e il benessere dei cittadini.</a:t>
            </a:r>
          </a:p>
        </p:txBody>
      </p:sp>
      <p:sp>
        <p:nvSpPr>
          <p:cNvPr id="8" name="Segnaposto testo 7">
            <a:extLst>
              <a:ext uri="{FF2B5EF4-FFF2-40B4-BE49-F238E27FC236}">
                <a16:creationId xmlns:a16="http://schemas.microsoft.com/office/drawing/2014/main" id="{FCF01485-0AD1-34CF-4AD1-C8F2A8758C4B}"/>
              </a:ext>
            </a:extLst>
          </p:cNvPr>
          <p:cNvSpPr>
            <a:spLocks noGrp="1"/>
          </p:cNvSpPr>
          <p:nvPr>
            <p:ph type="body" sz="quarter" idx="16"/>
          </p:nvPr>
        </p:nvSpPr>
        <p:spPr>
          <a:xfrm>
            <a:off x="4276034" y="2647814"/>
            <a:ext cx="6838209" cy="1382909"/>
          </a:xfrm>
        </p:spPr>
        <p:txBody>
          <a:bodyPr/>
          <a:lstStyle/>
          <a:p>
            <a:r>
              <a:rPr lang="it-IT" sz="2000" dirty="0"/>
              <a:t>Sono coinvolte sia le grandi aziende, come fornitori di servizi essenziali, sia le PMI che operano in settori critici. Tutte devono conformarsi ai requisiti di sicurezza.</a:t>
            </a:r>
            <a:endParaRPr lang="it-IT" sz="2000" dirty="0">
              <a:ea typeface="Open Sans"/>
              <a:cs typeface="Open Sans"/>
            </a:endParaRPr>
          </a:p>
        </p:txBody>
      </p:sp>
      <p:sp>
        <p:nvSpPr>
          <p:cNvPr id="9" name="Segnaposto testo 8">
            <a:extLst>
              <a:ext uri="{FF2B5EF4-FFF2-40B4-BE49-F238E27FC236}">
                <a16:creationId xmlns:a16="http://schemas.microsoft.com/office/drawing/2014/main" id="{076F8923-D36A-5D71-E542-37ACA3AF0A49}"/>
              </a:ext>
            </a:extLst>
          </p:cNvPr>
          <p:cNvSpPr>
            <a:spLocks noGrp="1"/>
          </p:cNvSpPr>
          <p:nvPr>
            <p:ph type="body" sz="quarter" idx="17"/>
          </p:nvPr>
        </p:nvSpPr>
        <p:spPr/>
        <p:txBody>
          <a:bodyPr/>
          <a:lstStyle/>
          <a:p>
            <a:r>
              <a:rPr lang="it-IT" sz="2000"/>
              <a:t>SETTORI INTERESSATI</a:t>
            </a:r>
          </a:p>
        </p:txBody>
      </p:sp>
      <p:sp>
        <p:nvSpPr>
          <p:cNvPr id="10" name="Segnaposto testo 9">
            <a:extLst>
              <a:ext uri="{FF2B5EF4-FFF2-40B4-BE49-F238E27FC236}">
                <a16:creationId xmlns:a16="http://schemas.microsoft.com/office/drawing/2014/main" id="{B3BF49F6-7B70-B565-EBFC-D7038E4F5BE4}"/>
              </a:ext>
            </a:extLst>
          </p:cNvPr>
          <p:cNvSpPr>
            <a:spLocks noGrp="1"/>
          </p:cNvSpPr>
          <p:nvPr>
            <p:ph type="body" sz="quarter" idx="19"/>
          </p:nvPr>
        </p:nvSpPr>
        <p:spPr>
          <a:xfrm>
            <a:off x="4276034" y="2387331"/>
            <a:ext cx="6692533" cy="412347"/>
          </a:xfrm>
        </p:spPr>
        <p:txBody>
          <a:bodyPr/>
          <a:lstStyle/>
          <a:p>
            <a:r>
              <a:rPr lang="it-IT" sz="2000"/>
              <a:t>ORGANIZZAZIONI COINVOLTE</a:t>
            </a:r>
          </a:p>
        </p:txBody>
      </p:sp>
      <p:pic>
        <p:nvPicPr>
          <p:cNvPr id="20" name="Immagine 19" descr="Immagine che contiene vestiti, persona, schermata, interno&#10;&#10;Descrizione generata automaticamente">
            <a:extLst>
              <a:ext uri="{FF2B5EF4-FFF2-40B4-BE49-F238E27FC236}">
                <a16:creationId xmlns:a16="http://schemas.microsoft.com/office/drawing/2014/main" id="{C4DFD0B5-0E8C-2AD4-78AE-409265400C87}"/>
              </a:ext>
            </a:extLst>
          </p:cNvPr>
          <p:cNvPicPr>
            <a:picLocks noChangeAspect="1"/>
          </p:cNvPicPr>
          <p:nvPr/>
        </p:nvPicPr>
        <p:blipFill>
          <a:blip r:embed="rId2"/>
          <a:stretch>
            <a:fillRect/>
          </a:stretch>
        </p:blipFill>
        <p:spPr>
          <a:xfrm>
            <a:off x="396875" y="462915"/>
            <a:ext cx="3670935" cy="3413760"/>
          </a:xfrm>
          <a:prstGeom prst="rect">
            <a:avLst/>
          </a:prstGeom>
        </p:spPr>
      </p:pic>
    </p:spTree>
    <p:extLst>
      <p:ext uri="{BB962C8B-B14F-4D97-AF65-F5344CB8AC3E}">
        <p14:creationId xmlns:p14="http://schemas.microsoft.com/office/powerpoint/2010/main" val="9656264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D0FB1A-9C96-CE9A-BB03-41AE865544DD}"/>
              </a:ext>
            </a:extLst>
          </p:cNvPr>
          <p:cNvSpPr>
            <a:spLocks noGrp="1"/>
          </p:cNvSpPr>
          <p:nvPr>
            <p:ph type="title"/>
          </p:nvPr>
        </p:nvSpPr>
        <p:spPr/>
        <p:txBody>
          <a:bodyPr/>
          <a:lstStyle/>
          <a:p>
            <a:r>
              <a:rPr lang="it-IT"/>
              <a:t>OBBLIGHI DI SICUREZZA</a:t>
            </a:r>
          </a:p>
        </p:txBody>
      </p:sp>
      <p:sp>
        <p:nvSpPr>
          <p:cNvPr id="3" name="Segnaposto piè di pagina 2">
            <a:extLst>
              <a:ext uri="{FF2B5EF4-FFF2-40B4-BE49-F238E27FC236}">
                <a16:creationId xmlns:a16="http://schemas.microsoft.com/office/drawing/2014/main" id="{8CCA3231-22E5-9263-37BB-08714398794D}"/>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D" sz="1400" b="1" i="0" u="none" strike="noStrike" kern="1200" cap="none" spc="0" normalizeH="0" baseline="0" noProof="0" dirty="0">
                <a:ln>
                  <a:noFill/>
                </a:ln>
                <a:solidFill>
                  <a:prstClr val="black"/>
                </a:solidFill>
                <a:effectLst/>
                <a:uLnTx/>
                <a:uFillTx/>
                <a:latin typeface="Open Sans"/>
                <a:ea typeface="+mn-ea"/>
                <a:cs typeface="+mn-cs"/>
              </a:rPr>
              <a:t>DIRETTIVA EUROPEA NIS 2</a:t>
            </a:r>
          </a:p>
        </p:txBody>
      </p:sp>
      <p:sp>
        <p:nvSpPr>
          <p:cNvPr id="4" name="Segnaposto numero diapositiva 3">
            <a:extLst>
              <a:ext uri="{FF2B5EF4-FFF2-40B4-BE49-F238E27FC236}">
                <a16:creationId xmlns:a16="http://schemas.microsoft.com/office/drawing/2014/main" id="{C348EEEF-5732-AD19-F19E-F9E40DFE0282}"/>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F6F24BE-8BEB-403A-BDCC-38E201D0662D}" type="slidenum">
              <a:rPr kumimoji="0" lang="en-ID" sz="1210" b="1" i="0" u="none" strike="noStrike" kern="1200" cap="none" spc="0" normalizeH="0" baseline="0" noProof="0" smtClean="0">
                <a:ln>
                  <a:noFill/>
                </a:ln>
                <a:solidFill>
                  <a:prstClr val="black"/>
                </a:solidFill>
                <a:effectLst/>
                <a:uLnTx/>
                <a:uFillTx/>
                <a:latin typeface="Open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ID" sz="1210" b="1" i="0" u="none" strike="noStrike" kern="1200" cap="none" spc="0" normalizeH="0" baseline="0" noProof="0">
              <a:ln>
                <a:noFill/>
              </a:ln>
              <a:solidFill>
                <a:prstClr val="black"/>
              </a:solidFill>
              <a:effectLst/>
              <a:uLnTx/>
              <a:uFillTx/>
              <a:latin typeface="Open Sans"/>
              <a:ea typeface="+mn-ea"/>
              <a:cs typeface="+mn-cs"/>
            </a:endParaRPr>
          </a:p>
        </p:txBody>
      </p:sp>
      <p:sp>
        <p:nvSpPr>
          <p:cNvPr id="5" name="Segnaposto testo 4">
            <a:extLst>
              <a:ext uri="{FF2B5EF4-FFF2-40B4-BE49-F238E27FC236}">
                <a16:creationId xmlns:a16="http://schemas.microsoft.com/office/drawing/2014/main" id="{B3797DA0-6007-1C5B-4CF8-67F72A41F292}"/>
              </a:ext>
            </a:extLst>
          </p:cNvPr>
          <p:cNvSpPr>
            <a:spLocks noGrp="1"/>
          </p:cNvSpPr>
          <p:nvPr>
            <p:ph type="body" sz="quarter" idx="13"/>
          </p:nvPr>
        </p:nvSpPr>
        <p:spPr>
          <a:xfrm>
            <a:off x="315989" y="3276064"/>
            <a:ext cx="3160181" cy="3091172"/>
          </a:xfrm>
        </p:spPr>
        <p:txBody>
          <a:bodyPr/>
          <a:lstStyle/>
          <a:p>
            <a:r>
              <a:rPr lang="it-IT" sz="2000"/>
              <a:t>Organizzazioni devono effettuare periodiche valutazioni dei rischi per identificare vulnerabilità. Queste valutazioni sono essenziali per sviluppare strategie di mitigazione.</a:t>
            </a:r>
          </a:p>
        </p:txBody>
      </p:sp>
      <p:sp>
        <p:nvSpPr>
          <p:cNvPr id="6" name="Segnaposto testo 5">
            <a:extLst>
              <a:ext uri="{FF2B5EF4-FFF2-40B4-BE49-F238E27FC236}">
                <a16:creationId xmlns:a16="http://schemas.microsoft.com/office/drawing/2014/main" id="{61AAD2B0-BA0A-1F07-0406-A8FA5FF1BCD6}"/>
              </a:ext>
            </a:extLst>
          </p:cNvPr>
          <p:cNvSpPr>
            <a:spLocks noGrp="1"/>
          </p:cNvSpPr>
          <p:nvPr>
            <p:ph type="body" sz="quarter" idx="14"/>
          </p:nvPr>
        </p:nvSpPr>
        <p:spPr>
          <a:xfrm>
            <a:off x="4406810" y="2688236"/>
            <a:ext cx="3045985" cy="3668117"/>
          </a:xfrm>
        </p:spPr>
        <p:txBody>
          <a:bodyPr/>
          <a:lstStyle/>
          <a:p>
            <a:r>
              <a:rPr lang="it-IT" sz="2000"/>
              <a:t>Devono essere redatti piani di sicurezza che delineano misure tecniche e organizzative contro le minacce. Questi piani devono essere regolarmente aggiornati e testati.</a:t>
            </a:r>
          </a:p>
        </p:txBody>
      </p:sp>
      <p:sp>
        <p:nvSpPr>
          <p:cNvPr id="7" name="Segnaposto testo 6">
            <a:extLst>
              <a:ext uri="{FF2B5EF4-FFF2-40B4-BE49-F238E27FC236}">
                <a16:creationId xmlns:a16="http://schemas.microsoft.com/office/drawing/2014/main" id="{4239E1EC-A03D-2914-CEA4-92E5338B1FA0}"/>
              </a:ext>
            </a:extLst>
          </p:cNvPr>
          <p:cNvSpPr>
            <a:spLocks noGrp="1"/>
          </p:cNvSpPr>
          <p:nvPr>
            <p:ph type="body" sz="quarter" idx="16"/>
          </p:nvPr>
        </p:nvSpPr>
        <p:spPr>
          <a:xfrm>
            <a:off x="317047" y="2292804"/>
            <a:ext cx="2991303" cy="381303"/>
          </a:xfrm>
        </p:spPr>
        <p:txBody>
          <a:bodyPr vert="horz" lIns="91440" tIns="45720" rIns="91440" bIns="45720" rtlCol="0" anchor="t">
            <a:noAutofit/>
          </a:bodyPr>
          <a:lstStyle/>
          <a:p>
            <a:r>
              <a:rPr lang="it-IT" sz="2000" dirty="0"/>
              <a:t>VALUTAZIONE DEI RISCHI</a:t>
            </a:r>
          </a:p>
        </p:txBody>
      </p:sp>
      <p:sp>
        <p:nvSpPr>
          <p:cNvPr id="8" name="Segnaposto testo 7">
            <a:extLst>
              <a:ext uri="{FF2B5EF4-FFF2-40B4-BE49-F238E27FC236}">
                <a16:creationId xmlns:a16="http://schemas.microsoft.com/office/drawing/2014/main" id="{B80CFED2-6555-85CF-4213-B15A4FEDE609}"/>
              </a:ext>
            </a:extLst>
          </p:cNvPr>
          <p:cNvSpPr>
            <a:spLocks noGrp="1"/>
          </p:cNvSpPr>
          <p:nvPr>
            <p:ph type="body" sz="quarter" idx="17"/>
          </p:nvPr>
        </p:nvSpPr>
        <p:spPr>
          <a:xfrm>
            <a:off x="4406810" y="2238376"/>
            <a:ext cx="3045984" cy="370417"/>
          </a:xfrm>
        </p:spPr>
        <p:txBody>
          <a:bodyPr/>
          <a:lstStyle/>
          <a:p>
            <a:r>
              <a:rPr lang="it-IT" sz="2000"/>
              <a:t>PIANI DI SICUREZZA</a:t>
            </a:r>
          </a:p>
        </p:txBody>
      </p:sp>
      <p:sp>
        <p:nvSpPr>
          <p:cNvPr id="9" name="Segnaposto testo 8">
            <a:extLst>
              <a:ext uri="{FF2B5EF4-FFF2-40B4-BE49-F238E27FC236}">
                <a16:creationId xmlns:a16="http://schemas.microsoft.com/office/drawing/2014/main" id="{88F69EB2-392A-FCDF-64D5-FFE87A021CAC}"/>
              </a:ext>
            </a:extLst>
          </p:cNvPr>
          <p:cNvSpPr>
            <a:spLocks noGrp="1"/>
          </p:cNvSpPr>
          <p:nvPr>
            <p:ph type="body" sz="quarter" idx="18"/>
          </p:nvPr>
        </p:nvSpPr>
        <p:spPr>
          <a:xfrm>
            <a:off x="8118525" y="2238375"/>
            <a:ext cx="3045984" cy="370417"/>
          </a:xfrm>
        </p:spPr>
        <p:txBody>
          <a:bodyPr/>
          <a:lstStyle/>
          <a:p>
            <a:r>
              <a:rPr lang="it-IT" sz="2000"/>
              <a:t>NOTIFICA INCIDENTE</a:t>
            </a:r>
          </a:p>
        </p:txBody>
      </p:sp>
      <p:sp>
        <p:nvSpPr>
          <p:cNvPr id="10" name="Segnaposto testo 9">
            <a:extLst>
              <a:ext uri="{FF2B5EF4-FFF2-40B4-BE49-F238E27FC236}">
                <a16:creationId xmlns:a16="http://schemas.microsoft.com/office/drawing/2014/main" id="{F6A43B85-5003-7149-E754-DFE3D18379F2}"/>
              </a:ext>
            </a:extLst>
          </p:cNvPr>
          <p:cNvSpPr>
            <a:spLocks noGrp="1"/>
          </p:cNvSpPr>
          <p:nvPr>
            <p:ph type="body" sz="quarter" idx="19"/>
          </p:nvPr>
        </p:nvSpPr>
        <p:spPr>
          <a:xfrm>
            <a:off x="8118524" y="2688236"/>
            <a:ext cx="3045985" cy="3668117"/>
          </a:xfrm>
        </p:spPr>
        <p:txBody>
          <a:bodyPr/>
          <a:lstStyle/>
          <a:p>
            <a:r>
              <a:rPr lang="it-IT" sz="2000"/>
              <a:t>Le organizzazioni sono tenute a notificare gli incidenti di sicurezza significativi entro 24 ore. Questa trasparenza è cruciale per una risposta coordinata e rapida.</a:t>
            </a:r>
          </a:p>
        </p:txBody>
      </p:sp>
    </p:spTree>
    <p:extLst>
      <p:ext uri="{BB962C8B-B14F-4D97-AF65-F5344CB8AC3E}">
        <p14:creationId xmlns:p14="http://schemas.microsoft.com/office/powerpoint/2010/main" val="34351497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0"/>
          <p:cNvGraphicFramePr>
            <a:graphicFrameLocks noGrp="1"/>
          </p:cNvGraphicFramePr>
          <p:nvPr/>
        </p:nvGraphicFramePr>
        <p:xfrm>
          <a:off x="646176" y="2889504"/>
          <a:ext cx="10363200" cy="3169920"/>
        </p:xfrm>
        <a:graphic>
          <a:graphicData uri="http://schemas.openxmlformats.org/drawingml/2006/table">
            <a:tbl>
              <a:tblPr/>
              <a:tblGrid>
                <a:gridCol w="3454400">
                  <a:extLst>
                    <a:ext uri="{9D8B030D-6E8A-4147-A177-3AD203B41FA5}">
                      <a16:colId xmlns:a16="http://schemas.microsoft.com/office/drawing/2014/main" val="20000"/>
                    </a:ext>
                  </a:extLst>
                </a:gridCol>
                <a:gridCol w="3454400">
                  <a:extLst>
                    <a:ext uri="{9D8B030D-6E8A-4147-A177-3AD203B41FA5}">
                      <a16:colId xmlns:a16="http://schemas.microsoft.com/office/drawing/2014/main" val="20001"/>
                    </a:ext>
                  </a:extLst>
                </a:gridCol>
                <a:gridCol w="3454400">
                  <a:extLst>
                    <a:ext uri="{9D8B030D-6E8A-4147-A177-3AD203B41FA5}">
                      <a16:colId xmlns:a16="http://schemas.microsoft.com/office/drawing/2014/main" val="20002"/>
                    </a:ext>
                  </a:extLst>
                </a:gridCol>
              </a:tblGrid>
              <a:tr h="359664">
                <a:tc>
                  <a:txBody>
                    <a:bodyPr/>
                    <a:lstStyle/>
                    <a:p>
                      <a:pPr marL="0" indent="0">
                        <a:buNone/>
                      </a:pPr>
                      <a:r>
                        <a:rPr lang="en-US" sz="2000" b="1" dirty="0">
                          <a:solidFill>
                            <a:srgbClr val="FFFFFF"/>
                          </a:solidFill>
                          <a:latin typeface="Open Sans"/>
                          <a:ea typeface="Open Sans"/>
                          <a:cs typeface="Open Sans"/>
                        </a:rPr>
                        <a:t>TIPO DI VIOLAZIONE</a:t>
                      </a:r>
                      <a:endParaRPr lang="en-US" sz="2000">
                        <a:latin typeface="Open Sans"/>
                        <a:ea typeface="Open Sans"/>
                        <a:cs typeface="Open Sans"/>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2000" b="1" dirty="0">
                          <a:solidFill>
                            <a:srgbClr val="FFFFFF"/>
                          </a:solidFill>
                          <a:latin typeface="Open Sans"/>
                          <a:ea typeface="Open Sans"/>
                          <a:cs typeface="Open Sans"/>
                        </a:rPr>
                        <a:t>SANZIONI (€)</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2000" b="1" dirty="0">
                          <a:solidFill>
                            <a:srgbClr val="FFFFFF"/>
                          </a:solidFill>
                          <a:latin typeface="Open Sans"/>
                          <a:ea typeface="Open Sans"/>
                          <a:cs typeface="Open Sans"/>
                        </a:rPr>
                        <a:t>REQUISITI DI CONFORMITÀ</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0"/>
                  </a:ext>
                </a:extLst>
              </a:tr>
              <a:tr h="359664">
                <a:tc>
                  <a:txBody>
                    <a:bodyPr/>
                    <a:lstStyle/>
                    <a:p>
                      <a:pPr marL="0" indent="0">
                        <a:buNone/>
                      </a:pPr>
                      <a:r>
                        <a:rPr lang="en-US" sz="2000" dirty="0">
                          <a:solidFill>
                            <a:srgbClr val="FFFFFF"/>
                          </a:solidFill>
                          <a:latin typeface="Open Sans"/>
                          <a:ea typeface="Open Sans"/>
                          <a:cs typeface="Open Sans"/>
                        </a:rPr>
                        <a:t>Mancata Notifica</a:t>
                      </a:r>
                      <a:endParaRPr lang="en-US" sz="2000">
                        <a:latin typeface="Open Sans"/>
                        <a:ea typeface="Open Sans"/>
                        <a:cs typeface="Open Sans"/>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2000" dirty="0">
                          <a:solidFill>
                            <a:srgbClr val="FFFFFF"/>
                          </a:solidFill>
                          <a:latin typeface="Open Sans"/>
                          <a:ea typeface="Open Sans"/>
                          <a:cs typeface="Open Sans"/>
                        </a:rPr>
                        <a:t>10,000</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2000" dirty="0">
                          <a:solidFill>
                            <a:srgbClr val="FFFFFF"/>
                          </a:solidFill>
                          <a:latin typeface="Open Sans"/>
                          <a:ea typeface="Open Sans"/>
                          <a:cs typeface="Open Sans"/>
                        </a:rPr>
                        <a:t>Notifica entro 24 ore</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1"/>
                  </a:ext>
                </a:extLst>
              </a:tr>
              <a:tr h="359664">
                <a:tc>
                  <a:txBody>
                    <a:bodyPr/>
                    <a:lstStyle/>
                    <a:p>
                      <a:pPr marL="0" indent="0">
                        <a:buNone/>
                      </a:pPr>
                      <a:r>
                        <a:rPr lang="en-US" sz="2000" dirty="0">
                          <a:solidFill>
                            <a:srgbClr val="FFFFFF"/>
                          </a:solidFill>
                          <a:latin typeface="Open Sans"/>
                          <a:ea typeface="Open Sans"/>
                          <a:cs typeface="Open Sans"/>
                        </a:rPr>
                        <a:t>Non Rispetto degli Obblighi di Sicurezza</a:t>
                      </a:r>
                      <a:endParaRPr lang="en-US" sz="2000">
                        <a:latin typeface="Open Sans"/>
                        <a:ea typeface="Open Sans"/>
                        <a:cs typeface="Open Sans"/>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2000" dirty="0">
                          <a:solidFill>
                            <a:srgbClr val="FFFFFF"/>
                          </a:solidFill>
                          <a:latin typeface="Open Sans"/>
                          <a:ea typeface="Open Sans"/>
                          <a:cs typeface="Open Sans"/>
                        </a:rPr>
                        <a:t>100,000</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2000" dirty="0">
                          <a:solidFill>
                            <a:srgbClr val="FFFFFF"/>
                          </a:solidFill>
                          <a:latin typeface="Open Sans"/>
                          <a:ea typeface="Open Sans"/>
                          <a:cs typeface="Open Sans"/>
                        </a:rPr>
                        <a:t>Implementare misure di sicurezza</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2"/>
                  </a:ext>
                </a:extLst>
              </a:tr>
              <a:tr h="359664">
                <a:tc>
                  <a:txBody>
                    <a:bodyPr/>
                    <a:lstStyle/>
                    <a:p>
                      <a:pPr marL="0" indent="0">
                        <a:buNone/>
                      </a:pPr>
                      <a:r>
                        <a:rPr lang="en-US" sz="2000" dirty="0">
                          <a:solidFill>
                            <a:srgbClr val="FFFFFF"/>
                          </a:solidFill>
                          <a:latin typeface="Open Sans"/>
                          <a:ea typeface="Open Sans"/>
                          <a:cs typeface="Open Sans"/>
                        </a:rPr>
                        <a:t>Dati Inaccurati nella Documentazione</a:t>
                      </a:r>
                      <a:endParaRPr lang="en-US" sz="2000">
                        <a:latin typeface="Open Sans"/>
                        <a:ea typeface="Open Sans"/>
                        <a:cs typeface="Open Sans"/>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2000" dirty="0">
                          <a:solidFill>
                            <a:srgbClr val="FFFFFF"/>
                          </a:solidFill>
                          <a:latin typeface="Open Sans"/>
                          <a:ea typeface="Open Sans"/>
                          <a:cs typeface="Open Sans"/>
                        </a:rPr>
                        <a:t>20,000</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2000" dirty="0">
                          <a:solidFill>
                            <a:srgbClr val="FFFFFF"/>
                          </a:solidFill>
                          <a:latin typeface="Open Sans"/>
                          <a:ea typeface="Open Sans"/>
                          <a:cs typeface="Open Sans"/>
                        </a:rPr>
                        <a:t>Fornire informazioni accurate</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3"/>
                  </a:ext>
                </a:extLst>
              </a:tr>
              <a:tr h="359664">
                <a:tc>
                  <a:txBody>
                    <a:bodyPr/>
                    <a:lstStyle/>
                    <a:p>
                      <a:pPr marL="0" indent="0">
                        <a:buNone/>
                      </a:pPr>
                      <a:r>
                        <a:rPr lang="en-US" sz="2000" dirty="0">
                          <a:solidFill>
                            <a:srgbClr val="FFFFFF"/>
                          </a:solidFill>
                          <a:latin typeface="Open Sans"/>
                          <a:ea typeface="Open Sans"/>
                          <a:cs typeface="Open Sans"/>
                        </a:rPr>
                        <a:t>Impedire Audit di Sicurezza</a:t>
                      </a:r>
                      <a:endParaRPr lang="en-US" sz="2000">
                        <a:latin typeface="Open Sans"/>
                        <a:ea typeface="Open Sans"/>
                        <a:cs typeface="Open Sans"/>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tc>
                  <a:txBody>
                    <a:bodyPr/>
                    <a:lstStyle/>
                    <a:p>
                      <a:pPr marL="0" indent="0">
                        <a:buNone/>
                      </a:pPr>
                      <a:r>
                        <a:rPr lang="en-US" sz="2000" dirty="0">
                          <a:solidFill>
                            <a:srgbClr val="FFFFFF"/>
                          </a:solidFill>
                          <a:latin typeface="Open Sans"/>
                          <a:ea typeface="Open Sans"/>
                          <a:cs typeface="Open Sans"/>
                        </a:rPr>
                        <a:t>50,000</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tc>
                  <a:txBody>
                    <a:bodyPr/>
                    <a:lstStyle/>
                    <a:p>
                      <a:pPr marL="0" indent="0">
                        <a:buNone/>
                      </a:pPr>
                      <a:r>
                        <a:rPr lang="en-US" sz="2000" dirty="0">
                          <a:solidFill>
                            <a:srgbClr val="FFFFFF"/>
                          </a:solidFill>
                          <a:latin typeface="Open Sans"/>
                          <a:ea typeface="Open Sans"/>
                          <a:cs typeface="Open Sans"/>
                        </a:rPr>
                        <a:t>Consentire audit regolari</a:t>
                      </a:r>
                      <a:endParaRPr lang="en-US" sz="2000">
                        <a:latin typeface="Open Sans"/>
                        <a:ea typeface="Open Sans"/>
                        <a:cs typeface="Open Sans"/>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4"/>
                  </a:ext>
                </a:extLst>
              </a:tr>
            </a:tbl>
          </a:graphicData>
        </a:graphic>
      </p:graphicFrame>
      <p:sp>
        <p:nvSpPr>
          <p:cNvPr id="3" name="Text 0"/>
          <p:cNvSpPr/>
          <p:nvPr/>
        </p:nvSpPr>
        <p:spPr>
          <a:xfrm>
            <a:off x="596900" y="571500"/>
            <a:ext cx="10363200" cy="952500"/>
          </a:xfrm>
          <a:prstGeom prst="rect">
            <a:avLst/>
          </a:prstGeom>
          <a:noFill/>
          <a:ln/>
        </p:spPr>
        <p:txBody>
          <a:bodyPr wrap="square" rtlCol="0" anchor="t"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solidFill>
                <a:effectLst/>
                <a:uLnTx/>
                <a:uFillTx/>
                <a:latin typeface="Montserrat ExtraBold"/>
                <a:ea typeface="+mn-ea"/>
                <a:cs typeface="+mn-cs"/>
              </a:rPr>
              <a:t>SANZIONI E CONFORMITÀ</a:t>
            </a:r>
          </a:p>
        </p:txBody>
      </p:sp>
      <p:sp>
        <p:nvSpPr>
          <p:cNvPr id="4" name="Shape 1"/>
          <p:cNvSpPr/>
          <p:nvPr/>
        </p:nvSpPr>
        <p:spPr>
          <a:xfrm>
            <a:off x="1219200" y="1219200"/>
            <a:ext cx="1219200" cy="1219200"/>
          </a:xfrm>
          <a:prstGeom prst="line">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Open Sans"/>
              <a:ea typeface="+mn-ea"/>
              <a:cs typeface="+mn-cs"/>
            </a:endParaRPr>
          </a:p>
        </p:txBody>
      </p:sp>
      <p:sp>
        <p:nvSpPr>
          <p:cNvPr id="5" name="Text 2"/>
          <p:cNvSpPr/>
          <p:nvPr/>
        </p:nvSpPr>
        <p:spPr>
          <a:xfrm>
            <a:off x="649515" y="1714499"/>
            <a:ext cx="10593613" cy="754743"/>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Open Sans"/>
                <a:ea typeface="Open Sans"/>
                <a:cs typeface="Open Sans"/>
              </a:rPr>
              <a:t>Questa tabella evidenzia le diverse sanzioni associate alle violazioni della direttiva NIS 2. Le sanzioni possono variare in base alla gravità della violazione e all'adeguatezza delle misure di conformità.</a:t>
            </a:r>
          </a:p>
        </p:txBody>
      </p:sp>
      <p:sp>
        <p:nvSpPr>
          <p:cNvPr id="25" name="Slide Number Placeholder 0"/>
          <p:cNvSpPr>
            <a:spLocks noGrp="1"/>
          </p:cNvSpPr>
          <p:nvPr>
            <p:ph type="sldNum" sz="quarter" idx="4294967295"/>
          </p:nvPr>
        </p:nvSpPr>
        <p:spPr>
          <a:xfrm>
            <a:off x="11569700" y="6350000"/>
            <a:ext cx="609600" cy="355600"/>
          </a:xfrm>
          <a:prstGeom prst="rect">
            <a:avLst/>
          </a:prstGeom>
          <a:extLst>
            <a:ext uri="{C572A759-6A51-4108-AA02-DFA0A04FC94B}">
              <ma14:wrappingTextBoxFlag xmlns:ma14="http://schemas.microsoft.com/office/mac/drawingml/2011/main" xmlns="" val="0"/>
            </a:ext>
          </a:extLst>
        </p:spPr>
        <p:txBody>
          <a:bodyPr anchor="ctr" anchorCtr="0"/>
          <a:lstStyle>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0" marR="0" lvl="0" indent="0" algn="ctr" defTabSz="1625519"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10" b="1" i="0" u="none" strike="noStrike" kern="1200" cap="none" spc="0" normalizeH="0" baseline="0" noProof="0">
                <a:ln>
                  <a:noFill/>
                </a:ln>
                <a:solidFill>
                  <a:srgbClr val="000000"/>
                </a:solidFill>
                <a:effectLst/>
                <a:uLnTx/>
                <a:uFillTx/>
                <a:latin typeface="Open Sans"/>
                <a:ea typeface="Open Sans"/>
                <a:cs typeface="Open Sans"/>
              </a:rPr>
              <a:pPr marL="0" marR="0" lvl="0" indent="0" algn="ctr" defTabSz="1625519" rtl="0" eaLnBrk="1" fontAlgn="auto" latinLnBrk="0" hangingPunct="1">
                <a:lnSpc>
                  <a:spcPct val="100000"/>
                </a:lnSpc>
                <a:spcBef>
                  <a:spcPts val="0"/>
                </a:spcBef>
                <a:spcAft>
                  <a:spcPts val="0"/>
                </a:spcAft>
                <a:buClrTx/>
                <a:buSzTx/>
                <a:buFontTx/>
                <a:buNone/>
                <a:tabLst/>
                <a:defRPr/>
              </a:pPr>
              <a:t>36</a:t>
            </a:fld>
            <a:endParaRPr kumimoji="0" lang="en-US" sz="1210" b="1" i="0" u="none" strike="noStrike" kern="1200" cap="none" spc="0" normalizeH="0" baseline="0" noProof="0">
              <a:ln>
                <a:noFill/>
              </a:ln>
              <a:solidFill>
                <a:srgbClr val="000000"/>
              </a:solidFill>
              <a:effectLst/>
              <a:uLnTx/>
              <a:uFillTx/>
              <a:latin typeface="Open Sans"/>
              <a:ea typeface="Open Sans"/>
              <a:cs typeface="Open Sans"/>
            </a:endParaRPr>
          </a:p>
        </p:txBody>
      </p:sp>
    </p:spTree>
    <p:extLst>
      <p:ext uri="{BB962C8B-B14F-4D97-AF65-F5344CB8AC3E}">
        <p14:creationId xmlns:p14="http://schemas.microsoft.com/office/powerpoint/2010/main" val="1550446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099A2-1488-7BCC-C8B3-D46556E6FBC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82532A5-81F4-075B-AF3E-C022030D0D22}"/>
              </a:ext>
            </a:extLst>
          </p:cNvPr>
          <p:cNvSpPr>
            <a:spLocks noGrp="1"/>
          </p:cNvSpPr>
          <p:nvPr>
            <p:ph type="title"/>
          </p:nvPr>
        </p:nvSpPr>
        <p:spPr>
          <a:xfrm>
            <a:off x="130932" y="619622"/>
            <a:ext cx="4365455" cy="5607551"/>
          </a:xfrm>
        </p:spPr>
        <p:txBody>
          <a:bodyPr/>
          <a:lstStyle/>
          <a:p>
            <a:pPr algn="ctr"/>
            <a:r>
              <a:rPr lang="it-IT" sz="4000" dirty="0"/>
              <a:t>A CHI SI RIVOLGE LA DIRETTIVA?</a:t>
            </a:r>
            <a:endParaRPr lang="it-IT" dirty="0"/>
          </a:p>
        </p:txBody>
      </p:sp>
      <p:sp>
        <p:nvSpPr>
          <p:cNvPr id="3" name="Segnaposto piè di pagina 2">
            <a:extLst>
              <a:ext uri="{FF2B5EF4-FFF2-40B4-BE49-F238E27FC236}">
                <a16:creationId xmlns:a16="http://schemas.microsoft.com/office/drawing/2014/main" id="{82E0F536-FA6B-0160-FDF8-4FE6523F64BE}"/>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D" sz="1400" b="1" i="0" u="none" strike="noStrike" kern="1200" cap="none" spc="0" normalizeH="0" baseline="0" noProof="0" dirty="0">
                <a:ln>
                  <a:noFill/>
                </a:ln>
                <a:solidFill>
                  <a:prstClr val="black"/>
                </a:solidFill>
                <a:effectLst/>
                <a:uLnTx/>
                <a:uFillTx/>
                <a:latin typeface="Open Sans"/>
                <a:ea typeface="+mn-ea"/>
                <a:cs typeface="+mn-cs"/>
              </a:rPr>
              <a:t>DIRETTIVA EUROPEA NIS 2</a:t>
            </a:r>
          </a:p>
        </p:txBody>
      </p:sp>
      <p:sp>
        <p:nvSpPr>
          <p:cNvPr id="4" name="Segnaposto numero diapositiva 3">
            <a:extLst>
              <a:ext uri="{FF2B5EF4-FFF2-40B4-BE49-F238E27FC236}">
                <a16:creationId xmlns:a16="http://schemas.microsoft.com/office/drawing/2014/main" id="{A0D41E09-C9DA-E55D-E3C5-3E26869A9DBE}"/>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F6F24BE-8BEB-403A-BDCC-38E201D0662D}" type="slidenum">
              <a:rPr kumimoji="0" lang="en-ID" sz="1210" b="1" i="0" u="none" strike="noStrike" kern="1200" cap="none" spc="0" normalizeH="0" baseline="0" noProof="0" smtClean="0">
                <a:ln>
                  <a:noFill/>
                </a:ln>
                <a:solidFill>
                  <a:prstClr val="black"/>
                </a:solidFill>
                <a:effectLst/>
                <a:uLnTx/>
                <a:uFillTx/>
                <a:latin typeface="Open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ID" sz="1210" b="1" i="0" u="none" strike="noStrike" kern="1200" cap="none" spc="0" normalizeH="0" baseline="0" noProof="0">
              <a:ln>
                <a:noFill/>
              </a:ln>
              <a:solidFill>
                <a:prstClr val="black"/>
              </a:solidFill>
              <a:effectLst/>
              <a:uLnTx/>
              <a:uFillTx/>
              <a:latin typeface="Open Sans"/>
              <a:ea typeface="+mn-ea"/>
              <a:cs typeface="+mn-cs"/>
            </a:endParaRPr>
          </a:p>
        </p:txBody>
      </p:sp>
      <p:pic>
        <p:nvPicPr>
          <p:cNvPr id="11" name="Segnaposto immagine 10" descr="Immagine che contiene testo, schermata, modello, Policromia&#10;&#10;Descrizione generata automaticamente">
            <a:extLst>
              <a:ext uri="{FF2B5EF4-FFF2-40B4-BE49-F238E27FC236}">
                <a16:creationId xmlns:a16="http://schemas.microsoft.com/office/drawing/2014/main" id="{CD9488EE-8D4D-5E66-CBA7-18163AB85D51}"/>
              </a:ext>
            </a:extLst>
          </p:cNvPr>
          <p:cNvPicPr>
            <a:picLocks noGrp="1" noChangeAspect="1"/>
          </p:cNvPicPr>
          <p:nvPr>
            <p:ph type="pic" sz="quarter" idx="12"/>
          </p:nvPr>
        </p:nvPicPr>
        <p:blipFill>
          <a:blip r:embed="rId2"/>
          <a:srcRect l="21738" r="21738"/>
          <a:stretch/>
        </p:blipFill>
        <p:spPr>
          <a:xfrm>
            <a:off x="4395857" y="3300"/>
            <a:ext cx="1000232" cy="6840195"/>
          </a:xfrm>
        </p:spPr>
      </p:pic>
      <p:sp>
        <p:nvSpPr>
          <p:cNvPr id="10" name="Segnaposto testo 9">
            <a:extLst>
              <a:ext uri="{FF2B5EF4-FFF2-40B4-BE49-F238E27FC236}">
                <a16:creationId xmlns:a16="http://schemas.microsoft.com/office/drawing/2014/main" id="{1DA97074-7C79-5832-8855-AF5FE2540A54}"/>
              </a:ext>
            </a:extLst>
          </p:cNvPr>
          <p:cNvSpPr>
            <a:spLocks noGrp="1"/>
          </p:cNvSpPr>
          <p:nvPr>
            <p:ph type="body" sz="quarter" idx="13"/>
          </p:nvPr>
        </p:nvSpPr>
        <p:spPr>
          <a:xfrm>
            <a:off x="5700889" y="325557"/>
            <a:ext cx="5588000" cy="5235488"/>
          </a:xfrm>
        </p:spPr>
        <p:txBody>
          <a:bodyPr/>
          <a:lstStyle/>
          <a:p>
            <a:pPr marL="12700" marR="5715" algn="just">
              <a:lnSpc>
                <a:spcPct val="100000"/>
              </a:lnSpc>
            </a:pPr>
            <a:r>
              <a:rPr lang="it-IT" sz="2000" spc="-5" dirty="0">
                <a:latin typeface="Verdana"/>
                <a:cs typeface="Verdana"/>
              </a:rPr>
              <a:t>Agli </a:t>
            </a:r>
            <a:r>
              <a:rPr lang="it-IT" sz="2000" spc="-10" dirty="0">
                <a:latin typeface="Verdana"/>
                <a:cs typeface="Verdana"/>
              </a:rPr>
              <a:t>Operatori </a:t>
            </a:r>
            <a:r>
              <a:rPr lang="it-IT" sz="2000" dirty="0">
                <a:latin typeface="Verdana"/>
                <a:cs typeface="Verdana"/>
              </a:rPr>
              <a:t>di </a:t>
            </a:r>
            <a:r>
              <a:rPr lang="it-IT" sz="2000" spc="-5" dirty="0">
                <a:latin typeface="Verdana"/>
                <a:cs typeface="Verdana"/>
              </a:rPr>
              <a:t>Servizi Essenziali (OSE): </a:t>
            </a:r>
            <a:r>
              <a:rPr lang="it-IT" sz="2000" dirty="0">
                <a:latin typeface="Verdana"/>
                <a:cs typeface="Verdana"/>
              </a:rPr>
              <a:t>i </a:t>
            </a:r>
            <a:r>
              <a:rPr lang="it-IT" sz="2000" spc="-5" dirty="0">
                <a:latin typeface="Verdana"/>
                <a:cs typeface="Verdana"/>
              </a:rPr>
              <a:t>soggetti, pubblici </a:t>
            </a:r>
            <a:r>
              <a:rPr lang="it-IT" sz="2000" dirty="0">
                <a:latin typeface="Verdana"/>
                <a:cs typeface="Verdana"/>
              </a:rPr>
              <a:t>o </a:t>
            </a:r>
            <a:r>
              <a:rPr lang="it-IT" sz="2000" spc="-10" dirty="0">
                <a:latin typeface="Verdana"/>
                <a:cs typeface="Verdana"/>
              </a:rPr>
              <a:t>privati, </a:t>
            </a:r>
            <a:r>
              <a:rPr lang="it-IT" sz="2000" dirty="0">
                <a:latin typeface="Verdana"/>
                <a:cs typeface="Verdana"/>
              </a:rPr>
              <a:t>che </a:t>
            </a:r>
            <a:r>
              <a:rPr lang="it-IT" sz="2000" spc="5" dirty="0">
                <a:latin typeface="Verdana"/>
                <a:cs typeface="Verdana"/>
              </a:rPr>
              <a:t> </a:t>
            </a:r>
            <a:r>
              <a:rPr lang="it-IT" sz="2000" spc="-5" dirty="0">
                <a:latin typeface="Verdana"/>
                <a:cs typeface="Verdana"/>
              </a:rPr>
              <a:t>forniscono servizi essenziali per </a:t>
            </a:r>
            <a:r>
              <a:rPr lang="it-IT" sz="2000" dirty="0">
                <a:latin typeface="Verdana"/>
                <a:cs typeface="Verdana"/>
              </a:rPr>
              <a:t>la </a:t>
            </a:r>
            <a:r>
              <a:rPr lang="it-IT" sz="2000" spc="-5" dirty="0">
                <a:latin typeface="Verdana"/>
                <a:cs typeface="Verdana"/>
              </a:rPr>
              <a:t>società </a:t>
            </a:r>
            <a:r>
              <a:rPr lang="it-IT" sz="2000" dirty="0">
                <a:latin typeface="Verdana"/>
                <a:cs typeface="Verdana"/>
              </a:rPr>
              <a:t>e </a:t>
            </a:r>
            <a:r>
              <a:rPr lang="it-IT" sz="2000" spc="-5" dirty="0">
                <a:latin typeface="Verdana"/>
                <a:cs typeface="Verdana"/>
              </a:rPr>
              <a:t>l'economia </a:t>
            </a:r>
            <a:r>
              <a:rPr lang="it-IT" sz="2000" dirty="0">
                <a:latin typeface="Verdana"/>
                <a:cs typeface="Verdana"/>
              </a:rPr>
              <a:t>nei </a:t>
            </a:r>
            <a:r>
              <a:rPr lang="it-IT" sz="2000" spc="-5" dirty="0">
                <a:latin typeface="Verdana"/>
                <a:cs typeface="Verdana"/>
              </a:rPr>
              <a:t>settori </a:t>
            </a:r>
            <a:r>
              <a:rPr lang="it-IT" sz="2000" spc="-10" dirty="0">
                <a:latin typeface="Verdana"/>
                <a:cs typeface="Verdana"/>
              </a:rPr>
              <a:t>sanitario, </a:t>
            </a:r>
            <a:r>
              <a:rPr lang="it-IT" sz="2000" spc="-5" dirty="0">
                <a:latin typeface="Verdana"/>
                <a:cs typeface="Verdana"/>
              </a:rPr>
              <a:t> dell'energia, dei </a:t>
            </a:r>
            <a:r>
              <a:rPr lang="it-IT" sz="2000" spc="-10" dirty="0">
                <a:latin typeface="Verdana"/>
                <a:cs typeface="Verdana"/>
              </a:rPr>
              <a:t>trasporti, bancario, delle infrastrutture dei </a:t>
            </a:r>
            <a:r>
              <a:rPr lang="it-IT" sz="2000" spc="-5" dirty="0">
                <a:latin typeface="Verdana"/>
                <a:cs typeface="Verdana"/>
              </a:rPr>
              <a:t>mercati finanziari, </a:t>
            </a:r>
            <a:r>
              <a:rPr lang="it-IT" sz="2000" dirty="0">
                <a:latin typeface="Verdana"/>
                <a:cs typeface="Verdana"/>
              </a:rPr>
              <a:t> </a:t>
            </a:r>
            <a:r>
              <a:rPr lang="it-IT" sz="2000" spc="-10" dirty="0">
                <a:latin typeface="Verdana"/>
                <a:cs typeface="Verdana"/>
              </a:rPr>
              <a:t>della</a:t>
            </a:r>
            <a:r>
              <a:rPr lang="it-IT" sz="2000" spc="10" dirty="0">
                <a:latin typeface="Verdana"/>
                <a:cs typeface="Verdana"/>
              </a:rPr>
              <a:t> </a:t>
            </a:r>
            <a:r>
              <a:rPr lang="it-IT" sz="2000" spc="-5" dirty="0">
                <a:latin typeface="Verdana"/>
                <a:cs typeface="Verdana"/>
              </a:rPr>
              <a:t>fornitura</a:t>
            </a:r>
            <a:r>
              <a:rPr lang="it-IT" sz="2000" spc="-40" dirty="0">
                <a:latin typeface="Verdana"/>
                <a:cs typeface="Verdana"/>
              </a:rPr>
              <a:t> </a:t>
            </a:r>
            <a:r>
              <a:rPr lang="it-IT" sz="2000" dirty="0">
                <a:latin typeface="Verdana"/>
                <a:cs typeface="Verdana"/>
              </a:rPr>
              <a:t>e </a:t>
            </a:r>
            <a:r>
              <a:rPr lang="it-IT" sz="2000" spc="-5" dirty="0">
                <a:latin typeface="Verdana"/>
                <a:cs typeface="Verdana"/>
              </a:rPr>
              <a:t>distribuzione</a:t>
            </a:r>
            <a:r>
              <a:rPr lang="it-IT" sz="2000" dirty="0">
                <a:latin typeface="Verdana"/>
                <a:cs typeface="Verdana"/>
              </a:rPr>
              <a:t> </a:t>
            </a:r>
            <a:r>
              <a:rPr lang="it-IT" sz="2000" spc="-5" dirty="0">
                <a:latin typeface="Verdana"/>
                <a:cs typeface="Verdana"/>
              </a:rPr>
              <a:t>di </a:t>
            </a:r>
            <a:r>
              <a:rPr lang="it-IT" sz="2000" dirty="0">
                <a:latin typeface="Verdana"/>
                <a:cs typeface="Verdana"/>
              </a:rPr>
              <a:t>acqua</a:t>
            </a:r>
            <a:r>
              <a:rPr lang="it-IT" sz="2000" spc="-25" dirty="0">
                <a:latin typeface="Verdana"/>
                <a:cs typeface="Verdana"/>
              </a:rPr>
              <a:t> </a:t>
            </a:r>
            <a:r>
              <a:rPr lang="it-IT" sz="2000" spc="-5" dirty="0">
                <a:latin typeface="Verdana"/>
                <a:cs typeface="Verdana"/>
              </a:rPr>
              <a:t>potabile</a:t>
            </a:r>
            <a:r>
              <a:rPr lang="it-IT" sz="2000" dirty="0">
                <a:latin typeface="Verdana"/>
                <a:cs typeface="Verdana"/>
              </a:rPr>
              <a:t> e </a:t>
            </a:r>
            <a:r>
              <a:rPr lang="it-IT" sz="2000" spc="-10" dirty="0">
                <a:latin typeface="Verdana"/>
                <a:cs typeface="Verdana"/>
              </a:rPr>
              <a:t>delle</a:t>
            </a:r>
            <a:r>
              <a:rPr lang="it-IT" sz="2000" spc="15" dirty="0">
                <a:latin typeface="Verdana"/>
                <a:cs typeface="Verdana"/>
              </a:rPr>
              <a:t> </a:t>
            </a:r>
            <a:r>
              <a:rPr lang="it-IT" sz="2000" spc="-5" dirty="0">
                <a:latin typeface="Verdana"/>
                <a:cs typeface="Verdana"/>
              </a:rPr>
              <a:t>infrastrutture</a:t>
            </a:r>
            <a:r>
              <a:rPr lang="it-IT" sz="2000" spc="-30" dirty="0">
                <a:latin typeface="Verdana"/>
                <a:cs typeface="Verdana"/>
              </a:rPr>
              <a:t> </a:t>
            </a:r>
            <a:r>
              <a:rPr lang="it-IT" sz="2000" spc="-5" dirty="0">
                <a:latin typeface="Verdana"/>
                <a:cs typeface="Verdana"/>
              </a:rPr>
              <a:t>digitali.</a:t>
            </a:r>
            <a:endParaRPr lang="it-IT" sz="2000" dirty="0">
              <a:latin typeface="Verdana"/>
              <a:cs typeface="Verdana"/>
            </a:endParaRPr>
          </a:p>
          <a:p>
            <a:pPr marL="12700" marR="5080" algn="just">
              <a:lnSpc>
                <a:spcPct val="100000"/>
              </a:lnSpc>
            </a:pPr>
            <a:r>
              <a:rPr lang="it-IT" sz="2000" dirty="0">
                <a:latin typeface="Verdana"/>
                <a:cs typeface="Verdana"/>
              </a:rPr>
              <a:t>Ai </a:t>
            </a:r>
            <a:r>
              <a:rPr lang="it-IT" sz="2000" spc="-10" dirty="0">
                <a:latin typeface="Verdana"/>
                <a:cs typeface="Verdana"/>
              </a:rPr>
              <a:t>Fornitori </a:t>
            </a:r>
            <a:r>
              <a:rPr lang="it-IT" sz="2000" dirty="0">
                <a:latin typeface="Verdana"/>
                <a:cs typeface="Verdana"/>
              </a:rPr>
              <a:t>di Servizi Digitali </a:t>
            </a:r>
            <a:r>
              <a:rPr lang="it-IT" sz="2000" spc="-5" dirty="0">
                <a:latin typeface="Verdana"/>
                <a:cs typeface="Verdana"/>
              </a:rPr>
              <a:t>(FSD): le persone giuridiche che forniscono </a:t>
            </a:r>
            <a:r>
              <a:rPr lang="it-IT" sz="2000" dirty="0">
                <a:latin typeface="Verdana"/>
                <a:cs typeface="Verdana"/>
              </a:rPr>
              <a:t> </a:t>
            </a:r>
            <a:r>
              <a:rPr lang="it-IT" sz="2000" spc="-5" dirty="0">
                <a:latin typeface="Verdana"/>
                <a:cs typeface="Verdana"/>
              </a:rPr>
              <a:t>servizi di e-commerce, </a:t>
            </a:r>
            <a:r>
              <a:rPr lang="it-IT" sz="2000" dirty="0">
                <a:latin typeface="Verdana"/>
                <a:cs typeface="Verdana"/>
              </a:rPr>
              <a:t>cloud </a:t>
            </a:r>
            <a:r>
              <a:rPr lang="it-IT" sz="2000" spc="-5" dirty="0">
                <a:latin typeface="Verdana"/>
                <a:cs typeface="Verdana"/>
              </a:rPr>
              <a:t>computing </a:t>
            </a:r>
            <a:r>
              <a:rPr lang="it-IT" sz="2000" dirty="0">
                <a:latin typeface="Verdana"/>
                <a:cs typeface="Verdana"/>
              </a:rPr>
              <a:t>o </a:t>
            </a:r>
            <a:r>
              <a:rPr lang="it-IT" sz="2000" spc="-5" dirty="0">
                <a:latin typeface="Verdana"/>
                <a:cs typeface="Verdana"/>
              </a:rPr>
              <a:t>motori di ricerca, con stabilimento </a:t>
            </a:r>
            <a:r>
              <a:rPr lang="it-IT" sz="2000" dirty="0">
                <a:latin typeface="Verdana"/>
                <a:cs typeface="Verdana"/>
              </a:rPr>
              <a:t> </a:t>
            </a:r>
            <a:r>
              <a:rPr lang="it-IT" sz="2000" spc="-5" dirty="0">
                <a:latin typeface="Verdana"/>
                <a:cs typeface="Verdana"/>
              </a:rPr>
              <a:t>principale, </a:t>
            </a:r>
            <a:r>
              <a:rPr lang="it-IT" sz="2000" spc="-10" dirty="0">
                <a:latin typeface="Verdana"/>
                <a:cs typeface="Verdana"/>
              </a:rPr>
              <a:t>sede </a:t>
            </a:r>
            <a:r>
              <a:rPr lang="it-IT" sz="2000" spc="-5" dirty="0">
                <a:latin typeface="Verdana"/>
                <a:cs typeface="Verdana"/>
              </a:rPr>
              <a:t>sociale </a:t>
            </a:r>
            <a:r>
              <a:rPr lang="it-IT" sz="2000" dirty="0">
                <a:latin typeface="Verdana"/>
                <a:cs typeface="Verdana"/>
              </a:rPr>
              <a:t>o </a:t>
            </a:r>
            <a:r>
              <a:rPr lang="it-IT" sz="2000" spc="-10" dirty="0">
                <a:latin typeface="Verdana"/>
                <a:cs typeface="Verdana"/>
              </a:rPr>
              <a:t>rappresentante </a:t>
            </a:r>
            <a:r>
              <a:rPr lang="it-IT" sz="2000" spc="-5" dirty="0">
                <a:latin typeface="Verdana"/>
                <a:cs typeface="Verdana"/>
              </a:rPr>
              <a:t>designato sul </a:t>
            </a:r>
            <a:r>
              <a:rPr lang="it-IT" sz="2000" spc="-10" dirty="0">
                <a:latin typeface="Verdana"/>
                <a:cs typeface="Verdana"/>
              </a:rPr>
              <a:t>territorio </a:t>
            </a:r>
            <a:r>
              <a:rPr lang="it-IT" sz="2000" spc="-5" dirty="0">
                <a:latin typeface="Verdana"/>
                <a:cs typeface="Verdana"/>
              </a:rPr>
              <a:t>nazionale. Gli </a:t>
            </a:r>
            <a:r>
              <a:rPr lang="it-IT" sz="2000" dirty="0">
                <a:latin typeface="Verdana"/>
                <a:cs typeface="Verdana"/>
              </a:rPr>
              <a:t> obblighi </a:t>
            </a:r>
            <a:r>
              <a:rPr lang="it-IT" sz="2000" spc="-5" dirty="0">
                <a:latin typeface="Verdana"/>
                <a:cs typeface="Verdana"/>
              </a:rPr>
              <a:t>previsti per gli FSD non </a:t>
            </a:r>
            <a:r>
              <a:rPr lang="it-IT" sz="2000" spc="-10" dirty="0">
                <a:latin typeface="Verdana"/>
                <a:cs typeface="Verdana"/>
              </a:rPr>
              <a:t>si </a:t>
            </a:r>
            <a:r>
              <a:rPr lang="it-IT" sz="2000" dirty="0">
                <a:latin typeface="Verdana"/>
                <a:cs typeface="Verdana"/>
              </a:rPr>
              <a:t>applicano alle </a:t>
            </a:r>
            <a:r>
              <a:rPr lang="it-IT" sz="2000" spc="-5" dirty="0">
                <a:latin typeface="Verdana"/>
                <a:cs typeface="Verdana"/>
              </a:rPr>
              <a:t>imprese che la </a:t>
            </a:r>
            <a:r>
              <a:rPr lang="it-IT" sz="2000" spc="-10" dirty="0">
                <a:latin typeface="Verdana"/>
                <a:cs typeface="Verdana"/>
              </a:rPr>
              <a:t>normativa </a:t>
            </a:r>
            <a:r>
              <a:rPr lang="it-IT" sz="2000" spc="-5" dirty="0">
                <a:latin typeface="Verdana"/>
                <a:cs typeface="Verdana"/>
              </a:rPr>
              <a:t> europea</a:t>
            </a:r>
            <a:r>
              <a:rPr lang="it-IT" sz="2000" dirty="0">
                <a:latin typeface="Verdana"/>
                <a:cs typeface="Verdana"/>
              </a:rPr>
              <a:t> </a:t>
            </a:r>
            <a:r>
              <a:rPr lang="it-IT" sz="2000" spc="-5" dirty="0">
                <a:latin typeface="Verdana"/>
                <a:cs typeface="Verdana"/>
              </a:rPr>
              <a:t>definisce "piccole"</a:t>
            </a:r>
            <a:r>
              <a:rPr lang="it-IT" sz="2000" dirty="0">
                <a:latin typeface="Verdana"/>
                <a:cs typeface="Verdana"/>
              </a:rPr>
              <a:t> e </a:t>
            </a:r>
            <a:r>
              <a:rPr lang="it-IT" sz="2000" spc="-5" dirty="0">
                <a:latin typeface="Verdana"/>
                <a:cs typeface="Verdana"/>
              </a:rPr>
              <a:t>"micro",</a:t>
            </a:r>
            <a:r>
              <a:rPr lang="it-IT" sz="2000" dirty="0">
                <a:latin typeface="Verdana"/>
                <a:cs typeface="Verdana"/>
              </a:rPr>
              <a:t> </a:t>
            </a:r>
            <a:r>
              <a:rPr lang="it-IT" sz="2000" spc="-5" dirty="0">
                <a:latin typeface="Verdana"/>
                <a:cs typeface="Verdana"/>
              </a:rPr>
              <a:t>quelle</a:t>
            </a:r>
            <a:r>
              <a:rPr lang="it-IT" sz="2000" dirty="0">
                <a:latin typeface="Verdana"/>
                <a:cs typeface="Verdana"/>
              </a:rPr>
              <a:t> cioè che hanno </a:t>
            </a:r>
            <a:r>
              <a:rPr lang="it-IT" sz="2000" spc="-5" dirty="0">
                <a:latin typeface="Verdana"/>
                <a:cs typeface="Verdana"/>
              </a:rPr>
              <a:t>meno</a:t>
            </a:r>
            <a:r>
              <a:rPr lang="it-IT" sz="2000" dirty="0">
                <a:latin typeface="Verdana"/>
                <a:cs typeface="Verdana"/>
              </a:rPr>
              <a:t> di</a:t>
            </a:r>
            <a:r>
              <a:rPr lang="it-IT" sz="2000" spc="5" dirty="0">
                <a:latin typeface="Verdana"/>
                <a:cs typeface="Verdana"/>
              </a:rPr>
              <a:t> 50 </a:t>
            </a:r>
            <a:r>
              <a:rPr lang="it-IT" sz="2000" spc="10" dirty="0">
                <a:latin typeface="Verdana"/>
                <a:cs typeface="Verdana"/>
              </a:rPr>
              <a:t> </a:t>
            </a:r>
            <a:r>
              <a:rPr lang="it-IT" sz="2000" spc="-5" dirty="0">
                <a:latin typeface="Verdana"/>
                <a:cs typeface="Verdana"/>
              </a:rPr>
              <a:t>dipendenti </a:t>
            </a:r>
            <a:r>
              <a:rPr lang="it-IT" sz="2000" dirty="0">
                <a:latin typeface="Verdana"/>
                <a:cs typeface="Verdana"/>
              </a:rPr>
              <a:t>e </a:t>
            </a:r>
            <a:r>
              <a:rPr lang="it-IT" sz="2000" spc="-5" dirty="0">
                <a:latin typeface="Verdana"/>
                <a:cs typeface="Verdana"/>
              </a:rPr>
              <a:t>un</a:t>
            </a:r>
            <a:r>
              <a:rPr lang="it-IT" sz="2000" dirty="0">
                <a:latin typeface="Verdana"/>
                <a:cs typeface="Verdana"/>
              </a:rPr>
              <a:t> </a:t>
            </a:r>
            <a:r>
              <a:rPr lang="it-IT" sz="2000" spc="-5" dirty="0">
                <a:latin typeface="Verdana"/>
                <a:cs typeface="Verdana"/>
              </a:rPr>
              <a:t>fatturato</a:t>
            </a:r>
            <a:r>
              <a:rPr lang="it-IT" sz="2000" dirty="0">
                <a:latin typeface="Verdana"/>
                <a:cs typeface="Verdana"/>
              </a:rPr>
              <a:t> o </a:t>
            </a:r>
            <a:r>
              <a:rPr lang="it-IT" sz="2000" spc="-5" dirty="0">
                <a:latin typeface="Verdana"/>
                <a:cs typeface="Verdana"/>
              </a:rPr>
              <a:t>bilancio </a:t>
            </a:r>
            <a:r>
              <a:rPr lang="it-IT" sz="2000" dirty="0">
                <a:latin typeface="Verdana"/>
                <a:cs typeface="Verdana"/>
              </a:rPr>
              <a:t>annuo </a:t>
            </a:r>
            <a:r>
              <a:rPr lang="it-IT" sz="2000" spc="-5" dirty="0">
                <a:latin typeface="Verdana"/>
                <a:cs typeface="Verdana"/>
              </a:rPr>
              <a:t>non</a:t>
            </a:r>
            <a:r>
              <a:rPr lang="it-IT" sz="2000" dirty="0">
                <a:latin typeface="Verdana"/>
                <a:cs typeface="Verdana"/>
              </a:rPr>
              <a:t> </a:t>
            </a:r>
            <a:r>
              <a:rPr lang="it-IT" sz="2000" spc="-5" dirty="0">
                <a:latin typeface="Verdana"/>
                <a:cs typeface="Verdana"/>
              </a:rPr>
              <a:t>superiore</a:t>
            </a:r>
            <a:r>
              <a:rPr lang="it-IT" sz="2000" spc="690" dirty="0">
                <a:latin typeface="Verdana"/>
                <a:cs typeface="Verdana"/>
              </a:rPr>
              <a:t> </a:t>
            </a:r>
            <a:r>
              <a:rPr lang="it-IT" sz="2000" spc="-5" dirty="0">
                <a:latin typeface="Verdana"/>
                <a:cs typeface="Verdana"/>
              </a:rPr>
              <a:t>ai</a:t>
            </a:r>
            <a:r>
              <a:rPr lang="it-IT" sz="2000" spc="695" dirty="0">
                <a:latin typeface="Verdana"/>
                <a:cs typeface="Verdana"/>
              </a:rPr>
              <a:t> </a:t>
            </a:r>
            <a:r>
              <a:rPr lang="it-IT" sz="2000" dirty="0">
                <a:latin typeface="Verdana"/>
                <a:cs typeface="Verdana"/>
              </a:rPr>
              <a:t>10</a:t>
            </a:r>
            <a:r>
              <a:rPr lang="it-IT" sz="2000" spc="700" dirty="0">
                <a:latin typeface="Verdana"/>
                <a:cs typeface="Verdana"/>
              </a:rPr>
              <a:t> </a:t>
            </a:r>
            <a:r>
              <a:rPr lang="it-IT" sz="2000" spc="-5" dirty="0">
                <a:latin typeface="Verdana"/>
                <a:cs typeface="Verdana"/>
              </a:rPr>
              <a:t>milioni</a:t>
            </a:r>
            <a:r>
              <a:rPr lang="it-IT" sz="2000" spc="695" dirty="0">
                <a:latin typeface="Verdana"/>
                <a:cs typeface="Verdana"/>
              </a:rPr>
              <a:t> </a:t>
            </a:r>
            <a:r>
              <a:rPr lang="it-IT" sz="2000" spc="10" dirty="0">
                <a:latin typeface="Verdana"/>
                <a:cs typeface="Verdana"/>
              </a:rPr>
              <a:t>di </a:t>
            </a:r>
            <a:r>
              <a:rPr lang="it-IT" sz="2000" spc="15" dirty="0">
                <a:latin typeface="Verdana"/>
                <a:cs typeface="Verdana"/>
              </a:rPr>
              <a:t> </a:t>
            </a:r>
            <a:r>
              <a:rPr lang="it-IT" sz="2000" spc="-5" dirty="0">
                <a:latin typeface="Verdana"/>
                <a:cs typeface="Verdana"/>
              </a:rPr>
              <a:t>Euro.</a:t>
            </a:r>
            <a:endParaRPr lang="it-IT" sz="2000" dirty="0">
              <a:latin typeface="Verdana"/>
              <a:cs typeface="Verdana"/>
            </a:endParaRPr>
          </a:p>
          <a:p>
            <a:endParaRPr lang="it-IT" sz="2000" dirty="0"/>
          </a:p>
        </p:txBody>
      </p:sp>
    </p:spTree>
    <p:extLst>
      <p:ext uri="{BB962C8B-B14F-4D97-AF65-F5344CB8AC3E}">
        <p14:creationId xmlns:p14="http://schemas.microsoft.com/office/powerpoint/2010/main" val="2708256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6E669-C256-D4C3-DA5F-93344A04223A}"/>
            </a:ext>
          </a:extLst>
        </p:cNvPr>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64EA3EA2-33A4-296B-A761-D8325BEF308B}"/>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D" sz="1400" b="1" i="0" u="none" strike="noStrike" kern="1200" cap="none" spc="0" normalizeH="0" baseline="0" noProof="0" dirty="0">
                <a:ln>
                  <a:noFill/>
                </a:ln>
                <a:solidFill>
                  <a:prstClr val="black"/>
                </a:solidFill>
                <a:effectLst/>
                <a:uLnTx/>
                <a:uFillTx/>
                <a:latin typeface="Open Sans"/>
                <a:ea typeface="+mn-ea"/>
                <a:cs typeface="+mn-cs"/>
              </a:rPr>
              <a:t>DIRETTIVA EUROPEA NIS 2</a:t>
            </a:r>
          </a:p>
        </p:txBody>
      </p:sp>
      <p:sp>
        <p:nvSpPr>
          <p:cNvPr id="4" name="Segnaposto numero diapositiva 3">
            <a:extLst>
              <a:ext uri="{FF2B5EF4-FFF2-40B4-BE49-F238E27FC236}">
                <a16:creationId xmlns:a16="http://schemas.microsoft.com/office/drawing/2014/main" id="{DD1C918B-E05C-79D6-57E8-90AD3888AB55}"/>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F6F24BE-8BEB-403A-BDCC-38E201D0662D}" type="slidenum">
              <a:rPr kumimoji="0" lang="en-ID" sz="1210" b="1" i="0" u="none" strike="noStrike" kern="1200" cap="none" spc="0" normalizeH="0" baseline="0" noProof="0" smtClean="0">
                <a:ln>
                  <a:noFill/>
                </a:ln>
                <a:solidFill>
                  <a:prstClr val="black"/>
                </a:solidFill>
                <a:effectLst/>
                <a:uLnTx/>
                <a:uFillTx/>
                <a:latin typeface="Open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ID" sz="1210" b="1" i="0" u="none" strike="noStrike" kern="1200" cap="none" spc="0" normalizeH="0" baseline="0" noProof="0">
              <a:ln>
                <a:noFill/>
              </a:ln>
              <a:solidFill>
                <a:prstClr val="black"/>
              </a:solidFill>
              <a:effectLst/>
              <a:uLnTx/>
              <a:uFillTx/>
              <a:latin typeface="Open Sans"/>
              <a:ea typeface="+mn-ea"/>
              <a:cs typeface="+mn-cs"/>
            </a:endParaRPr>
          </a:p>
        </p:txBody>
      </p:sp>
      <p:pic>
        <p:nvPicPr>
          <p:cNvPr id="11" name="Segnaposto immagine 10" descr="Immagine che contiene testo, schermata, modello, Policromia&#10;&#10;Descrizione generata automaticamente">
            <a:extLst>
              <a:ext uri="{FF2B5EF4-FFF2-40B4-BE49-F238E27FC236}">
                <a16:creationId xmlns:a16="http://schemas.microsoft.com/office/drawing/2014/main" id="{377584A0-E436-7743-F8B6-85D5C4C7051C}"/>
              </a:ext>
            </a:extLst>
          </p:cNvPr>
          <p:cNvPicPr>
            <a:picLocks noGrp="1" noChangeAspect="1"/>
          </p:cNvPicPr>
          <p:nvPr>
            <p:ph type="pic" sz="quarter" idx="12"/>
          </p:nvPr>
        </p:nvPicPr>
        <p:blipFill>
          <a:blip r:embed="rId2"/>
          <a:srcRect l="21738" r="21738"/>
          <a:stretch/>
        </p:blipFill>
        <p:spPr>
          <a:xfrm>
            <a:off x="122238" y="0"/>
            <a:ext cx="1000232" cy="6840195"/>
          </a:xfrm>
        </p:spPr>
      </p:pic>
      <p:graphicFrame>
        <p:nvGraphicFramePr>
          <p:cNvPr id="9" name="object 2">
            <a:extLst>
              <a:ext uri="{FF2B5EF4-FFF2-40B4-BE49-F238E27FC236}">
                <a16:creationId xmlns:a16="http://schemas.microsoft.com/office/drawing/2014/main" id="{E236FE75-FD24-F837-2216-22A7C9AB8B34}"/>
              </a:ext>
            </a:extLst>
          </p:cNvPr>
          <p:cNvGraphicFramePr>
            <a:graphicFrameLocks noGrp="1"/>
          </p:cNvGraphicFramePr>
          <p:nvPr>
            <p:extLst>
              <p:ext uri="{D42A27DB-BD31-4B8C-83A1-F6EECF244321}">
                <p14:modId xmlns:p14="http://schemas.microsoft.com/office/powerpoint/2010/main" val="1779363628"/>
              </p:ext>
            </p:extLst>
          </p:nvPr>
        </p:nvGraphicFramePr>
        <p:xfrm>
          <a:off x="1122470" y="1"/>
          <a:ext cx="10462157" cy="6840193"/>
        </p:xfrm>
        <a:graphic>
          <a:graphicData uri="http://schemas.openxmlformats.org/drawingml/2006/table">
            <a:tbl>
              <a:tblPr firstRow="1" bandRow="1">
                <a:tableStyleId>{2D5ABB26-0587-4C30-8999-92F81FD0307C}</a:tableStyleId>
              </a:tblPr>
              <a:tblGrid>
                <a:gridCol w="5241019">
                  <a:extLst>
                    <a:ext uri="{9D8B030D-6E8A-4147-A177-3AD203B41FA5}">
                      <a16:colId xmlns:a16="http://schemas.microsoft.com/office/drawing/2014/main" val="20000"/>
                    </a:ext>
                  </a:extLst>
                </a:gridCol>
                <a:gridCol w="5221138">
                  <a:extLst>
                    <a:ext uri="{9D8B030D-6E8A-4147-A177-3AD203B41FA5}">
                      <a16:colId xmlns:a16="http://schemas.microsoft.com/office/drawing/2014/main" val="20001"/>
                    </a:ext>
                  </a:extLst>
                </a:gridCol>
              </a:tblGrid>
              <a:tr h="993085">
                <a:tc>
                  <a:txBody>
                    <a:bodyPr/>
                    <a:lstStyle/>
                    <a:p>
                      <a:pPr marL="713105">
                        <a:lnSpc>
                          <a:spcPct val="100000"/>
                        </a:lnSpc>
                        <a:spcBef>
                          <a:spcPts val="350"/>
                        </a:spcBef>
                      </a:pPr>
                      <a:r>
                        <a:rPr sz="1800" b="1" spc="-5" dirty="0">
                          <a:latin typeface="Verdana"/>
                          <a:cs typeface="Verdana"/>
                        </a:rPr>
                        <a:t>Autorità </a:t>
                      </a:r>
                      <a:r>
                        <a:rPr sz="1800" b="1" dirty="0">
                          <a:latin typeface="Verdana"/>
                          <a:cs typeface="Verdana"/>
                        </a:rPr>
                        <a:t>Competenti</a:t>
                      </a:r>
                      <a:r>
                        <a:rPr sz="1800" b="1" spc="-25" dirty="0">
                          <a:latin typeface="Verdana"/>
                          <a:cs typeface="Verdana"/>
                        </a:rPr>
                        <a:t> </a:t>
                      </a:r>
                      <a:r>
                        <a:rPr sz="1800" b="1" dirty="0">
                          <a:latin typeface="Verdana"/>
                          <a:cs typeface="Verdana"/>
                        </a:rPr>
                        <a:t>NIS</a:t>
                      </a:r>
                      <a:endParaRPr sz="1800" dirty="0">
                        <a:latin typeface="Verdana"/>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583C5"/>
                    </a:solidFill>
                  </a:tcPr>
                </a:tc>
                <a:tc>
                  <a:txBody>
                    <a:bodyPr/>
                    <a:lstStyle/>
                    <a:p>
                      <a:pPr marL="713740">
                        <a:lnSpc>
                          <a:spcPct val="100000"/>
                        </a:lnSpc>
                        <a:spcBef>
                          <a:spcPts val="350"/>
                        </a:spcBef>
                      </a:pPr>
                      <a:r>
                        <a:rPr sz="1800" b="1" spc="-5" dirty="0">
                          <a:latin typeface="Verdana"/>
                          <a:cs typeface="Verdana"/>
                        </a:rPr>
                        <a:t>Ambito di</a:t>
                      </a:r>
                      <a:r>
                        <a:rPr sz="1800" b="1" spc="-30" dirty="0">
                          <a:latin typeface="Verdana"/>
                          <a:cs typeface="Verdana"/>
                        </a:rPr>
                        <a:t> </a:t>
                      </a:r>
                      <a:r>
                        <a:rPr sz="1800" b="1" spc="-5" dirty="0">
                          <a:latin typeface="Verdana"/>
                          <a:cs typeface="Verdana"/>
                        </a:rPr>
                        <a:t>competenza</a:t>
                      </a:r>
                      <a:endParaRPr sz="1800">
                        <a:latin typeface="Verdana"/>
                        <a:cs typeface="Verdana"/>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2583C5"/>
                    </a:solidFill>
                  </a:tcPr>
                </a:tc>
                <a:extLst>
                  <a:ext uri="{0D108BD9-81ED-4DB2-BD59-A6C34878D82A}">
                    <a16:rowId xmlns:a16="http://schemas.microsoft.com/office/drawing/2014/main" val="10000"/>
                  </a:ext>
                </a:extLst>
              </a:tr>
              <a:tr h="1352703">
                <a:tc>
                  <a:txBody>
                    <a:bodyPr/>
                    <a:lstStyle/>
                    <a:p>
                      <a:pPr marL="91440">
                        <a:lnSpc>
                          <a:spcPct val="100000"/>
                        </a:lnSpc>
                        <a:spcBef>
                          <a:spcPts val="355"/>
                        </a:spcBef>
                      </a:pPr>
                      <a:r>
                        <a:rPr sz="1400" b="1" spc="-5" dirty="0">
                          <a:solidFill>
                            <a:schemeClr val="bg2">
                              <a:lumMod val="75000"/>
                            </a:schemeClr>
                          </a:solidFill>
                          <a:latin typeface="Verdana"/>
                          <a:cs typeface="Verdana"/>
                        </a:rPr>
                        <a:t>Ministero</a:t>
                      </a:r>
                      <a:r>
                        <a:rPr sz="1400" b="1" spc="-35" dirty="0">
                          <a:solidFill>
                            <a:schemeClr val="bg2">
                              <a:lumMod val="75000"/>
                            </a:schemeClr>
                          </a:solidFill>
                          <a:latin typeface="Verdana"/>
                          <a:cs typeface="Verdana"/>
                        </a:rPr>
                        <a:t> </a:t>
                      </a:r>
                      <a:r>
                        <a:rPr sz="1400" b="1" dirty="0">
                          <a:solidFill>
                            <a:schemeClr val="bg2">
                              <a:lumMod val="75000"/>
                            </a:schemeClr>
                          </a:solidFill>
                          <a:latin typeface="Verdana"/>
                          <a:cs typeface="Verdana"/>
                        </a:rPr>
                        <a:t>dello</a:t>
                      </a:r>
                      <a:r>
                        <a:rPr sz="1400" b="1" spc="-40" dirty="0">
                          <a:solidFill>
                            <a:schemeClr val="bg2">
                              <a:lumMod val="75000"/>
                            </a:schemeClr>
                          </a:solidFill>
                          <a:latin typeface="Verdana"/>
                          <a:cs typeface="Verdana"/>
                        </a:rPr>
                        <a:t> </a:t>
                      </a:r>
                      <a:r>
                        <a:rPr sz="1400" b="1" dirty="0">
                          <a:solidFill>
                            <a:schemeClr val="bg2">
                              <a:lumMod val="75000"/>
                            </a:schemeClr>
                          </a:solidFill>
                          <a:latin typeface="Verdana"/>
                          <a:cs typeface="Verdana"/>
                        </a:rPr>
                        <a:t>sviluppo</a:t>
                      </a:r>
                      <a:r>
                        <a:rPr sz="1400" b="1" spc="-35"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economico</a:t>
                      </a:r>
                      <a:endParaRPr sz="1400" dirty="0">
                        <a:solidFill>
                          <a:schemeClr val="bg2">
                            <a:lumMod val="75000"/>
                          </a:schemeClr>
                        </a:solidFill>
                        <a:latin typeface="Verdana"/>
                        <a:cs typeface="Verdana"/>
                      </a:endParaRPr>
                    </a:p>
                  </a:txBody>
                  <a:tcPr marL="0" marR="0" marT="4508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2F5"/>
                    </a:solidFill>
                  </a:tcPr>
                </a:tc>
                <a:tc>
                  <a:txBody>
                    <a:bodyPr/>
                    <a:lstStyle/>
                    <a:p>
                      <a:pPr marL="378460" marR="83185" indent="-287020">
                        <a:lnSpc>
                          <a:spcPct val="100000"/>
                        </a:lnSpc>
                        <a:spcBef>
                          <a:spcPts val="355"/>
                        </a:spcBef>
                        <a:buFont typeface="Arial MT"/>
                        <a:buChar char="•"/>
                        <a:tabLst>
                          <a:tab pos="378460" algn="l"/>
                          <a:tab pos="379095" algn="l"/>
                        </a:tabLst>
                      </a:pPr>
                      <a:r>
                        <a:rPr sz="1400" dirty="0">
                          <a:solidFill>
                            <a:schemeClr val="bg2">
                              <a:lumMod val="75000"/>
                            </a:schemeClr>
                          </a:solidFill>
                          <a:latin typeface="Verdana"/>
                          <a:cs typeface="Verdana"/>
                        </a:rPr>
                        <a:t>Settore</a:t>
                      </a:r>
                      <a:r>
                        <a:rPr sz="1400" spc="385" dirty="0">
                          <a:solidFill>
                            <a:schemeClr val="bg2">
                              <a:lumMod val="75000"/>
                            </a:schemeClr>
                          </a:solidFill>
                          <a:latin typeface="Verdana"/>
                          <a:cs typeface="Verdana"/>
                        </a:rPr>
                        <a:t> </a:t>
                      </a:r>
                      <a:r>
                        <a:rPr sz="1400" spc="-5" dirty="0">
                          <a:solidFill>
                            <a:schemeClr val="bg2">
                              <a:lumMod val="75000"/>
                            </a:schemeClr>
                          </a:solidFill>
                          <a:latin typeface="Verdana"/>
                          <a:cs typeface="Verdana"/>
                        </a:rPr>
                        <a:t>dell’energia</a:t>
                      </a:r>
                      <a:r>
                        <a:rPr sz="1400" spc="390" dirty="0">
                          <a:solidFill>
                            <a:schemeClr val="bg2">
                              <a:lumMod val="75000"/>
                            </a:schemeClr>
                          </a:solidFill>
                          <a:latin typeface="Verdana"/>
                          <a:cs typeface="Verdana"/>
                        </a:rPr>
                        <a:t> </a:t>
                      </a:r>
                      <a:r>
                        <a:rPr sz="1400" dirty="0">
                          <a:solidFill>
                            <a:schemeClr val="bg2">
                              <a:lumMod val="75000"/>
                            </a:schemeClr>
                          </a:solidFill>
                          <a:latin typeface="Verdana"/>
                          <a:cs typeface="Verdana"/>
                        </a:rPr>
                        <a:t>–</a:t>
                      </a:r>
                      <a:r>
                        <a:rPr sz="1400" spc="385" dirty="0">
                          <a:solidFill>
                            <a:schemeClr val="bg2">
                              <a:lumMod val="75000"/>
                            </a:schemeClr>
                          </a:solidFill>
                          <a:latin typeface="Verdana"/>
                          <a:cs typeface="Verdana"/>
                        </a:rPr>
                        <a:t> </a:t>
                      </a:r>
                      <a:r>
                        <a:rPr sz="1400" spc="-5" dirty="0">
                          <a:solidFill>
                            <a:schemeClr val="bg2">
                              <a:lumMod val="75000"/>
                            </a:schemeClr>
                          </a:solidFill>
                          <a:latin typeface="Verdana"/>
                          <a:cs typeface="Verdana"/>
                        </a:rPr>
                        <a:t>Sottosettori</a:t>
                      </a:r>
                      <a:r>
                        <a:rPr sz="1400" spc="395" dirty="0">
                          <a:solidFill>
                            <a:schemeClr val="bg2">
                              <a:lumMod val="75000"/>
                            </a:schemeClr>
                          </a:solidFill>
                          <a:latin typeface="Verdana"/>
                          <a:cs typeface="Verdana"/>
                        </a:rPr>
                        <a:t> </a:t>
                      </a:r>
                      <a:r>
                        <a:rPr sz="1400" dirty="0">
                          <a:solidFill>
                            <a:schemeClr val="bg2">
                              <a:lumMod val="75000"/>
                            </a:schemeClr>
                          </a:solidFill>
                          <a:latin typeface="Verdana"/>
                          <a:cs typeface="Verdana"/>
                        </a:rPr>
                        <a:t>energia</a:t>
                      </a:r>
                      <a:r>
                        <a:rPr sz="1400" spc="380" dirty="0">
                          <a:solidFill>
                            <a:schemeClr val="bg2">
                              <a:lumMod val="75000"/>
                            </a:schemeClr>
                          </a:solidFill>
                          <a:latin typeface="Verdana"/>
                          <a:cs typeface="Verdana"/>
                        </a:rPr>
                        <a:t> </a:t>
                      </a:r>
                      <a:r>
                        <a:rPr sz="1400" spc="-5" dirty="0">
                          <a:solidFill>
                            <a:schemeClr val="bg2">
                              <a:lumMod val="75000"/>
                            </a:schemeClr>
                          </a:solidFill>
                          <a:latin typeface="Verdana"/>
                          <a:cs typeface="Verdana"/>
                        </a:rPr>
                        <a:t>elettrica, </a:t>
                      </a:r>
                      <a:r>
                        <a:rPr sz="1400" spc="-480" dirty="0">
                          <a:solidFill>
                            <a:schemeClr val="bg2">
                              <a:lumMod val="75000"/>
                            </a:schemeClr>
                          </a:solidFill>
                          <a:latin typeface="Verdana"/>
                          <a:cs typeface="Verdana"/>
                        </a:rPr>
                        <a:t> </a:t>
                      </a:r>
                      <a:r>
                        <a:rPr sz="1400" spc="-5" dirty="0">
                          <a:solidFill>
                            <a:schemeClr val="bg2">
                              <a:lumMod val="75000"/>
                            </a:schemeClr>
                          </a:solidFill>
                          <a:latin typeface="Verdana"/>
                          <a:cs typeface="Verdana"/>
                        </a:rPr>
                        <a:t>gas</a:t>
                      </a:r>
                      <a:r>
                        <a:rPr sz="1400" spc="-20" dirty="0">
                          <a:solidFill>
                            <a:schemeClr val="bg2">
                              <a:lumMod val="75000"/>
                            </a:schemeClr>
                          </a:solidFill>
                          <a:latin typeface="Verdana"/>
                          <a:cs typeface="Verdana"/>
                        </a:rPr>
                        <a:t> </a:t>
                      </a:r>
                      <a:r>
                        <a:rPr sz="1400" dirty="0">
                          <a:solidFill>
                            <a:schemeClr val="bg2">
                              <a:lumMod val="75000"/>
                            </a:schemeClr>
                          </a:solidFill>
                          <a:latin typeface="Verdana"/>
                          <a:cs typeface="Verdana"/>
                        </a:rPr>
                        <a:t>e</a:t>
                      </a:r>
                      <a:r>
                        <a:rPr sz="1400" spc="-10" dirty="0">
                          <a:solidFill>
                            <a:schemeClr val="bg2">
                              <a:lumMod val="75000"/>
                            </a:schemeClr>
                          </a:solidFill>
                          <a:latin typeface="Verdana"/>
                          <a:cs typeface="Verdana"/>
                        </a:rPr>
                        <a:t> </a:t>
                      </a:r>
                      <a:r>
                        <a:rPr sz="1400" dirty="0">
                          <a:solidFill>
                            <a:schemeClr val="bg2">
                              <a:lumMod val="75000"/>
                            </a:schemeClr>
                          </a:solidFill>
                          <a:latin typeface="Verdana"/>
                          <a:cs typeface="Verdana"/>
                        </a:rPr>
                        <a:t>petrolio</a:t>
                      </a:r>
                    </a:p>
                    <a:p>
                      <a:pPr marL="378460" indent="-287020">
                        <a:lnSpc>
                          <a:spcPct val="100000"/>
                        </a:lnSpc>
                        <a:buFont typeface="Arial MT"/>
                        <a:buChar char="•"/>
                        <a:tabLst>
                          <a:tab pos="378460" algn="l"/>
                          <a:tab pos="379095" algn="l"/>
                        </a:tabLst>
                      </a:pPr>
                      <a:r>
                        <a:rPr sz="1400" dirty="0">
                          <a:solidFill>
                            <a:schemeClr val="bg2">
                              <a:lumMod val="75000"/>
                            </a:schemeClr>
                          </a:solidFill>
                          <a:latin typeface="Verdana"/>
                          <a:cs typeface="Verdana"/>
                        </a:rPr>
                        <a:t>Settore</a:t>
                      </a:r>
                      <a:r>
                        <a:rPr sz="1400" spc="-10" dirty="0">
                          <a:solidFill>
                            <a:schemeClr val="bg2">
                              <a:lumMod val="75000"/>
                            </a:schemeClr>
                          </a:solidFill>
                          <a:latin typeface="Verdana"/>
                          <a:cs typeface="Verdana"/>
                        </a:rPr>
                        <a:t> </a:t>
                      </a:r>
                      <a:r>
                        <a:rPr sz="1400" dirty="0">
                          <a:solidFill>
                            <a:schemeClr val="bg2">
                              <a:lumMod val="75000"/>
                            </a:schemeClr>
                          </a:solidFill>
                          <a:latin typeface="Verdana"/>
                          <a:cs typeface="Verdana"/>
                        </a:rPr>
                        <a:t>delle</a:t>
                      </a:r>
                      <a:r>
                        <a:rPr sz="1400" spc="-20" dirty="0">
                          <a:solidFill>
                            <a:schemeClr val="bg2">
                              <a:lumMod val="75000"/>
                            </a:schemeClr>
                          </a:solidFill>
                          <a:latin typeface="Verdana"/>
                          <a:cs typeface="Verdana"/>
                        </a:rPr>
                        <a:t> </a:t>
                      </a:r>
                      <a:r>
                        <a:rPr sz="1400" spc="-5" dirty="0">
                          <a:solidFill>
                            <a:schemeClr val="bg2">
                              <a:lumMod val="75000"/>
                            </a:schemeClr>
                          </a:solidFill>
                          <a:latin typeface="Verdana"/>
                          <a:cs typeface="Verdana"/>
                        </a:rPr>
                        <a:t>infrastrutture</a:t>
                      </a:r>
                      <a:r>
                        <a:rPr sz="1400" spc="-30" dirty="0">
                          <a:solidFill>
                            <a:schemeClr val="bg2">
                              <a:lumMod val="75000"/>
                            </a:schemeClr>
                          </a:solidFill>
                          <a:latin typeface="Verdana"/>
                          <a:cs typeface="Verdana"/>
                        </a:rPr>
                        <a:t> </a:t>
                      </a:r>
                      <a:r>
                        <a:rPr sz="1400" dirty="0">
                          <a:solidFill>
                            <a:schemeClr val="bg2">
                              <a:lumMod val="75000"/>
                            </a:schemeClr>
                          </a:solidFill>
                          <a:latin typeface="Verdana"/>
                          <a:cs typeface="Verdana"/>
                        </a:rPr>
                        <a:t>digitali</a:t>
                      </a:r>
                    </a:p>
                    <a:p>
                      <a:pPr marL="378460" indent="-287020">
                        <a:lnSpc>
                          <a:spcPct val="100000"/>
                        </a:lnSpc>
                        <a:buFont typeface="Arial MT"/>
                        <a:buChar char="•"/>
                        <a:tabLst>
                          <a:tab pos="378460" algn="l"/>
                          <a:tab pos="379095" algn="l"/>
                        </a:tabLst>
                      </a:pPr>
                      <a:r>
                        <a:rPr sz="1400" dirty="0">
                          <a:solidFill>
                            <a:schemeClr val="bg2">
                              <a:lumMod val="75000"/>
                            </a:schemeClr>
                          </a:solidFill>
                          <a:latin typeface="Verdana"/>
                          <a:cs typeface="Verdana"/>
                        </a:rPr>
                        <a:t>Servizi</a:t>
                      </a:r>
                      <a:r>
                        <a:rPr sz="1400" spc="-60" dirty="0">
                          <a:solidFill>
                            <a:schemeClr val="bg2">
                              <a:lumMod val="75000"/>
                            </a:schemeClr>
                          </a:solidFill>
                          <a:latin typeface="Verdana"/>
                          <a:cs typeface="Verdana"/>
                        </a:rPr>
                        <a:t> </a:t>
                      </a:r>
                      <a:r>
                        <a:rPr sz="1400" dirty="0">
                          <a:solidFill>
                            <a:schemeClr val="bg2">
                              <a:lumMod val="75000"/>
                            </a:schemeClr>
                          </a:solidFill>
                          <a:latin typeface="Verdana"/>
                          <a:cs typeface="Verdana"/>
                        </a:rPr>
                        <a:t>digitali</a:t>
                      </a:r>
                    </a:p>
                  </a:txBody>
                  <a:tcPr marL="0" marR="0" marT="4508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2F5"/>
                    </a:solidFill>
                  </a:tcPr>
                </a:tc>
                <a:extLst>
                  <a:ext uri="{0D108BD9-81ED-4DB2-BD59-A6C34878D82A}">
                    <a16:rowId xmlns:a16="http://schemas.microsoft.com/office/drawing/2014/main" val="10001"/>
                  </a:ext>
                </a:extLst>
              </a:tr>
              <a:tr h="1047252">
                <a:tc>
                  <a:txBody>
                    <a:bodyPr/>
                    <a:lstStyle/>
                    <a:p>
                      <a:pPr marL="91440">
                        <a:lnSpc>
                          <a:spcPct val="100000"/>
                        </a:lnSpc>
                        <a:spcBef>
                          <a:spcPts val="355"/>
                        </a:spcBef>
                      </a:pPr>
                      <a:r>
                        <a:rPr sz="1400" b="1" spc="-5" dirty="0">
                          <a:solidFill>
                            <a:schemeClr val="bg2">
                              <a:lumMod val="75000"/>
                            </a:schemeClr>
                          </a:solidFill>
                          <a:latin typeface="Verdana"/>
                          <a:cs typeface="Verdana"/>
                        </a:rPr>
                        <a:t>Ministero</a:t>
                      </a:r>
                      <a:r>
                        <a:rPr sz="1400" b="1" spc="-30" dirty="0">
                          <a:solidFill>
                            <a:schemeClr val="bg2">
                              <a:lumMod val="75000"/>
                            </a:schemeClr>
                          </a:solidFill>
                          <a:latin typeface="Verdana"/>
                          <a:cs typeface="Verdana"/>
                        </a:rPr>
                        <a:t> </a:t>
                      </a:r>
                      <a:r>
                        <a:rPr sz="1400" b="1" dirty="0">
                          <a:solidFill>
                            <a:schemeClr val="bg2">
                              <a:lumMod val="75000"/>
                            </a:schemeClr>
                          </a:solidFill>
                          <a:latin typeface="Verdana"/>
                          <a:cs typeface="Verdana"/>
                        </a:rPr>
                        <a:t>delle</a:t>
                      </a:r>
                      <a:r>
                        <a:rPr sz="1400" b="1" spc="-45"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infrastrutture</a:t>
                      </a:r>
                      <a:r>
                        <a:rPr sz="1400" b="1" spc="15" dirty="0">
                          <a:solidFill>
                            <a:schemeClr val="bg2">
                              <a:lumMod val="75000"/>
                            </a:schemeClr>
                          </a:solidFill>
                          <a:latin typeface="Verdana"/>
                          <a:cs typeface="Verdana"/>
                        </a:rPr>
                        <a:t> </a:t>
                      </a:r>
                      <a:r>
                        <a:rPr sz="1400" b="1" dirty="0">
                          <a:solidFill>
                            <a:schemeClr val="bg2">
                              <a:lumMod val="75000"/>
                            </a:schemeClr>
                          </a:solidFill>
                          <a:latin typeface="Verdana"/>
                          <a:cs typeface="Verdana"/>
                        </a:rPr>
                        <a:t>e</a:t>
                      </a:r>
                      <a:r>
                        <a:rPr sz="1400" b="1" spc="-20" dirty="0">
                          <a:solidFill>
                            <a:schemeClr val="bg2">
                              <a:lumMod val="75000"/>
                            </a:schemeClr>
                          </a:solidFill>
                          <a:latin typeface="Verdana"/>
                          <a:cs typeface="Verdana"/>
                        </a:rPr>
                        <a:t> </a:t>
                      </a:r>
                      <a:r>
                        <a:rPr sz="1400" b="1" dirty="0">
                          <a:solidFill>
                            <a:schemeClr val="bg2">
                              <a:lumMod val="75000"/>
                            </a:schemeClr>
                          </a:solidFill>
                          <a:latin typeface="Verdana"/>
                          <a:cs typeface="Verdana"/>
                        </a:rPr>
                        <a:t>dei</a:t>
                      </a:r>
                      <a:r>
                        <a:rPr sz="1400" b="1" spc="-20" dirty="0">
                          <a:solidFill>
                            <a:schemeClr val="bg2">
                              <a:lumMod val="75000"/>
                            </a:schemeClr>
                          </a:solidFill>
                          <a:latin typeface="Verdana"/>
                          <a:cs typeface="Verdana"/>
                        </a:rPr>
                        <a:t> </a:t>
                      </a:r>
                      <a:r>
                        <a:rPr sz="1400" b="1" dirty="0">
                          <a:solidFill>
                            <a:schemeClr val="bg2">
                              <a:lumMod val="75000"/>
                            </a:schemeClr>
                          </a:solidFill>
                          <a:latin typeface="Verdana"/>
                          <a:cs typeface="Verdana"/>
                        </a:rPr>
                        <a:t>trasporti</a:t>
                      </a:r>
                      <a:endParaRPr sz="1400" dirty="0">
                        <a:solidFill>
                          <a:schemeClr val="bg2">
                            <a:lumMod val="75000"/>
                          </a:schemeClr>
                        </a:solidFill>
                        <a:latin typeface="Verdana"/>
                        <a:cs typeface="Verdana"/>
                      </a:endParaRPr>
                    </a:p>
                  </a:txBody>
                  <a:tcPr marL="0" marR="0" marT="450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0F9"/>
                    </a:solidFill>
                  </a:tcPr>
                </a:tc>
                <a:tc>
                  <a:txBody>
                    <a:bodyPr/>
                    <a:lstStyle/>
                    <a:p>
                      <a:pPr marL="377825" marR="81915" indent="-285750" algn="just">
                        <a:lnSpc>
                          <a:spcPct val="100000"/>
                        </a:lnSpc>
                        <a:spcBef>
                          <a:spcPts val="355"/>
                        </a:spcBef>
                        <a:buFont typeface="Arial" panose="020B0604020202020204" pitchFamily="34" charset="0"/>
                        <a:buChar char="•"/>
                      </a:pPr>
                      <a:r>
                        <a:rPr sz="1400" dirty="0">
                          <a:solidFill>
                            <a:schemeClr val="bg2">
                              <a:lumMod val="75000"/>
                            </a:schemeClr>
                          </a:solidFill>
                          <a:latin typeface="Verdana"/>
                          <a:cs typeface="Verdana"/>
                        </a:rPr>
                        <a:t>Settore</a:t>
                      </a:r>
                      <a:r>
                        <a:rPr sz="1400" spc="5" dirty="0">
                          <a:solidFill>
                            <a:schemeClr val="bg2">
                              <a:lumMod val="75000"/>
                            </a:schemeClr>
                          </a:solidFill>
                          <a:latin typeface="Verdana"/>
                          <a:cs typeface="Verdana"/>
                        </a:rPr>
                        <a:t> </a:t>
                      </a:r>
                      <a:r>
                        <a:rPr sz="1400" spc="-5" dirty="0">
                          <a:solidFill>
                            <a:schemeClr val="bg2">
                              <a:lumMod val="75000"/>
                            </a:schemeClr>
                          </a:solidFill>
                          <a:latin typeface="Verdana"/>
                          <a:cs typeface="Verdana"/>
                        </a:rPr>
                        <a:t>dei</a:t>
                      </a:r>
                      <a:r>
                        <a:rPr sz="1400" dirty="0">
                          <a:solidFill>
                            <a:schemeClr val="bg2">
                              <a:lumMod val="75000"/>
                            </a:schemeClr>
                          </a:solidFill>
                          <a:latin typeface="Verdana"/>
                          <a:cs typeface="Verdana"/>
                        </a:rPr>
                        <a:t> </a:t>
                      </a:r>
                      <a:r>
                        <a:rPr sz="1400" spc="-10" dirty="0">
                          <a:solidFill>
                            <a:schemeClr val="bg2">
                              <a:lumMod val="75000"/>
                            </a:schemeClr>
                          </a:solidFill>
                          <a:latin typeface="Verdana"/>
                          <a:cs typeface="Verdana"/>
                        </a:rPr>
                        <a:t>trasporti</a:t>
                      </a:r>
                      <a:r>
                        <a:rPr sz="1400" spc="-5" dirty="0">
                          <a:solidFill>
                            <a:schemeClr val="bg2">
                              <a:lumMod val="75000"/>
                            </a:schemeClr>
                          </a:solidFill>
                          <a:latin typeface="Verdana"/>
                          <a:cs typeface="Verdana"/>
                        </a:rPr>
                        <a:t> </a:t>
                      </a:r>
                      <a:r>
                        <a:rPr sz="1400" dirty="0">
                          <a:solidFill>
                            <a:schemeClr val="bg2">
                              <a:lumMod val="75000"/>
                            </a:schemeClr>
                          </a:solidFill>
                          <a:latin typeface="Verdana"/>
                          <a:cs typeface="Verdana"/>
                        </a:rPr>
                        <a:t>–</a:t>
                      </a:r>
                      <a:r>
                        <a:rPr sz="1400" spc="5" dirty="0">
                          <a:solidFill>
                            <a:schemeClr val="bg2">
                              <a:lumMod val="75000"/>
                            </a:schemeClr>
                          </a:solidFill>
                          <a:latin typeface="Verdana"/>
                          <a:cs typeface="Verdana"/>
                        </a:rPr>
                        <a:t> </a:t>
                      </a:r>
                      <a:r>
                        <a:rPr sz="1400" spc="-5" dirty="0">
                          <a:solidFill>
                            <a:schemeClr val="bg2">
                              <a:lumMod val="75000"/>
                            </a:schemeClr>
                          </a:solidFill>
                          <a:latin typeface="Verdana"/>
                          <a:cs typeface="Verdana"/>
                        </a:rPr>
                        <a:t>Sottosettori</a:t>
                      </a:r>
                      <a:r>
                        <a:rPr sz="1400" dirty="0">
                          <a:solidFill>
                            <a:schemeClr val="bg2">
                              <a:lumMod val="75000"/>
                            </a:schemeClr>
                          </a:solidFill>
                          <a:latin typeface="Verdana"/>
                          <a:cs typeface="Verdana"/>
                        </a:rPr>
                        <a:t> </a:t>
                      </a:r>
                      <a:r>
                        <a:rPr sz="1400" spc="-5" dirty="0">
                          <a:solidFill>
                            <a:schemeClr val="bg2">
                              <a:lumMod val="75000"/>
                            </a:schemeClr>
                          </a:solidFill>
                          <a:latin typeface="Verdana"/>
                          <a:cs typeface="Verdana"/>
                        </a:rPr>
                        <a:t>trasporto</a:t>
                      </a:r>
                      <a:r>
                        <a:rPr sz="1400" dirty="0">
                          <a:solidFill>
                            <a:schemeClr val="bg2">
                              <a:lumMod val="75000"/>
                            </a:schemeClr>
                          </a:solidFill>
                          <a:latin typeface="Verdana"/>
                          <a:cs typeface="Verdana"/>
                        </a:rPr>
                        <a:t> </a:t>
                      </a:r>
                      <a:r>
                        <a:rPr sz="1400" spc="-5" dirty="0">
                          <a:solidFill>
                            <a:schemeClr val="bg2">
                              <a:lumMod val="75000"/>
                            </a:schemeClr>
                          </a:solidFill>
                          <a:latin typeface="Verdana"/>
                          <a:cs typeface="Verdana"/>
                        </a:rPr>
                        <a:t>aereo, </a:t>
                      </a:r>
                      <a:r>
                        <a:rPr sz="1400" dirty="0">
                          <a:solidFill>
                            <a:schemeClr val="bg2">
                              <a:lumMod val="75000"/>
                            </a:schemeClr>
                          </a:solidFill>
                          <a:latin typeface="Verdana"/>
                          <a:cs typeface="Verdana"/>
                        </a:rPr>
                        <a:t> </a:t>
                      </a:r>
                      <a:r>
                        <a:rPr sz="1400" spc="-5" dirty="0">
                          <a:solidFill>
                            <a:schemeClr val="bg2">
                              <a:lumMod val="75000"/>
                            </a:schemeClr>
                          </a:solidFill>
                          <a:latin typeface="Verdana"/>
                          <a:cs typeface="Verdana"/>
                        </a:rPr>
                        <a:t>trasporto</a:t>
                      </a:r>
                      <a:r>
                        <a:rPr sz="1400" dirty="0">
                          <a:solidFill>
                            <a:schemeClr val="bg2">
                              <a:lumMod val="75000"/>
                            </a:schemeClr>
                          </a:solidFill>
                          <a:latin typeface="Verdana"/>
                          <a:cs typeface="Verdana"/>
                        </a:rPr>
                        <a:t> </a:t>
                      </a:r>
                      <a:r>
                        <a:rPr sz="1400" spc="-5" dirty="0">
                          <a:solidFill>
                            <a:schemeClr val="bg2">
                              <a:lumMod val="75000"/>
                            </a:schemeClr>
                          </a:solidFill>
                          <a:latin typeface="Verdana"/>
                          <a:cs typeface="Verdana"/>
                        </a:rPr>
                        <a:t>ferroviario,</a:t>
                      </a:r>
                      <a:r>
                        <a:rPr sz="1400" dirty="0">
                          <a:solidFill>
                            <a:schemeClr val="bg2">
                              <a:lumMod val="75000"/>
                            </a:schemeClr>
                          </a:solidFill>
                          <a:latin typeface="Verdana"/>
                          <a:cs typeface="Verdana"/>
                        </a:rPr>
                        <a:t> </a:t>
                      </a:r>
                      <a:r>
                        <a:rPr sz="1400" spc="-5" dirty="0">
                          <a:solidFill>
                            <a:schemeClr val="bg2">
                              <a:lumMod val="75000"/>
                            </a:schemeClr>
                          </a:solidFill>
                          <a:latin typeface="Verdana"/>
                          <a:cs typeface="Verdana"/>
                        </a:rPr>
                        <a:t>trasporto</a:t>
                      </a:r>
                      <a:r>
                        <a:rPr sz="1400" dirty="0">
                          <a:solidFill>
                            <a:schemeClr val="bg2">
                              <a:lumMod val="75000"/>
                            </a:schemeClr>
                          </a:solidFill>
                          <a:latin typeface="Verdana"/>
                          <a:cs typeface="Verdana"/>
                        </a:rPr>
                        <a:t> per</a:t>
                      </a:r>
                      <a:r>
                        <a:rPr sz="1400" spc="5" dirty="0">
                          <a:solidFill>
                            <a:schemeClr val="bg2">
                              <a:lumMod val="75000"/>
                            </a:schemeClr>
                          </a:solidFill>
                          <a:latin typeface="Verdana"/>
                          <a:cs typeface="Verdana"/>
                        </a:rPr>
                        <a:t> </a:t>
                      </a:r>
                      <a:r>
                        <a:rPr sz="1400" dirty="0">
                          <a:solidFill>
                            <a:schemeClr val="bg2">
                              <a:lumMod val="75000"/>
                            </a:schemeClr>
                          </a:solidFill>
                          <a:latin typeface="Verdana"/>
                          <a:cs typeface="Verdana"/>
                        </a:rPr>
                        <a:t>vie</a:t>
                      </a:r>
                      <a:r>
                        <a:rPr sz="1400" spc="5" dirty="0">
                          <a:solidFill>
                            <a:schemeClr val="bg2">
                              <a:lumMod val="75000"/>
                            </a:schemeClr>
                          </a:solidFill>
                          <a:latin typeface="Verdana"/>
                          <a:cs typeface="Verdana"/>
                        </a:rPr>
                        <a:t> </a:t>
                      </a:r>
                      <a:r>
                        <a:rPr sz="1400" spc="-5" dirty="0">
                          <a:solidFill>
                            <a:schemeClr val="bg2">
                              <a:lumMod val="75000"/>
                            </a:schemeClr>
                          </a:solidFill>
                          <a:latin typeface="Verdana"/>
                          <a:cs typeface="Verdana"/>
                        </a:rPr>
                        <a:t>d’acqua</a:t>
                      </a:r>
                      <a:r>
                        <a:rPr sz="1400" spc="484" dirty="0">
                          <a:solidFill>
                            <a:schemeClr val="bg2">
                              <a:lumMod val="75000"/>
                            </a:schemeClr>
                          </a:solidFill>
                          <a:latin typeface="Verdana"/>
                          <a:cs typeface="Verdana"/>
                        </a:rPr>
                        <a:t> </a:t>
                      </a:r>
                      <a:r>
                        <a:rPr sz="1400" dirty="0">
                          <a:solidFill>
                            <a:schemeClr val="bg2">
                              <a:lumMod val="75000"/>
                            </a:schemeClr>
                          </a:solidFill>
                          <a:latin typeface="Verdana"/>
                          <a:cs typeface="Verdana"/>
                        </a:rPr>
                        <a:t>e </a:t>
                      </a:r>
                      <a:r>
                        <a:rPr sz="1400" spc="5" dirty="0">
                          <a:solidFill>
                            <a:schemeClr val="bg2">
                              <a:lumMod val="75000"/>
                            </a:schemeClr>
                          </a:solidFill>
                          <a:latin typeface="Verdana"/>
                          <a:cs typeface="Verdana"/>
                        </a:rPr>
                        <a:t> </a:t>
                      </a:r>
                      <a:r>
                        <a:rPr sz="1400" spc="-5" dirty="0">
                          <a:solidFill>
                            <a:schemeClr val="bg2">
                              <a:lumMod val="75000"/>
                            </a:schemeClr>
                          </a:solidFill>
                          <a:latin typeface="Verdana"/>
                          <a:cs typeface="Verdana"/>
                        </a:rPr>
                        <a:t>trasporto</a:t>
                      </a:r>
                      <a:r>
                        <a:rPr sz="1400" spc="-35" dirty="0">
                          <a:solidFill>
                            <a:schemeClr val="bg2">
                              <a:lumMod val="75000"/>
                            </a:schemeClr>
                          </a:solidFill>
                          <a:latin typeface="Verdana"/>
                          <a:cs typeface="Verdana"/>
                        </a:rPr>
                        <a:t> </a:t>
                      </a:r>
                      <a:r>
                        <a:rPr sz="1400" dirty="0">
                          <a:solidFill>
                            <a:schemeClr val="bg2">
                              <a:lumMod val="75000"/>
                            </a:schemeClr>
                          </a:solidFill>
                          <a:latin typeface="Verdana"/>
                          <a:cs typeface="Verdana"/>
                        </a:rPr>
                        <a:t>su</a:t>
                      </a:r>
                      <a:r>
                        <a:rPr sz="1400" spc="-15" dirty="0">
                          <a:solidFill>
                            <a:schemeClr val="bg2">
                              <a:lumMod val="75000"/>
                            </a:schemeClr>
                          </a:solidFill>
                          <a:latin typeface="Verdana"/>
                          <a:cs typeface="Verdana"/>
                        </a:rPr>
                        <a:t> </a:t>
                      </a:r>
                      <a:r>
                        <a:rPr sz="1400" spc="-5" dirty="0">
                          <a:solidFill>
                            <a:schemeClr val="bg2">
                              <a:lumMod val="75000"/>
                            </a:schemeClr>
                          </a:solidFill>
                          <a:latin typeface="Verdana"/>
                          <a:cs typeface="Verdana"/>
                        </a:rPr>
                        <a:t>strada</a:t>
                      </a:r>
                      <a:endParaRPr sz="1400" dirty="0">
                        <a:solidFill>
                          <a:schemeClr val="bg2">
                            <a:lumMod val="75000"/>
                          </a:schemeClr>
                        </a:solidFill>
                        <a:latin typeface="Verdana"/>
                        <a:cs typeface="Verdana"/>
                      </a:endParaRPr>
                    </a:p>
                  </a:txBody>
                  <a:tcPr marL="0" marR="0" marT="450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0F9"/>
                    </a:solidFill>
                  </a:tcPr>
                </a:tc>
                <a:extLst>
                  <a:ext uri="{0D108BD9-81ED-4DB2-BD59-A6C34878D82A}">
                    <a16:rowId xmlns:a16="http://schemas.microsoft.com/office/drawing/2014/main" val="10002"/>
                  </a:ext>
                </a:extLst>
              </a:tr>
              <a:tr h="741805">
                <a:tc>
                  <a:txBody>
                    <a:bodyPr/>
                    <a:lstStyle/>
                    <a:p>
                      <a:pPr marL="91440">
                        <a:lnSpc>
                          <a:spcPct val="100000"/>
                        </a:lnSpc>
                        <a:spcBef>
                          <a:spcPts val="359"/>
                        </a:spcBef>
                      </a:pPr>
                      <a:r>
                        <a:rPr sz="1400" b="1" spc="-5" dirty="0">
                          <a:solidFill>
                            <a:schemeClr val="bg2">
                              <a:lumMod val="75000"/>
                            </a:schemeClr>
                          </a:solidFill>
                          <a:latin typeface="Verdana"/>
                          <a:cs typeface="Verdana"/>
                        </a:rPr>
                        <a:t>Ministero</a:t>
                      </a:r>
                      <a:r>
                        <a:rPr sz="1400" b="1" spc="-25"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dell’economia</a:t>
                      </a:r>
                      <a:r>
                        <a:rPr sz="1400" b="1" spc="-30" dirty="0">
                          <a:solidFill>
                            <a:schemeClr val="bg2">
                              <a:lumMod val="75000"/>
                            </a:schemeClr>
                          </a:solidFill>
                          <a:latin typeface="Verdana"/>
                          <a:cs typeface="Verdana"/>
                        </a:rPr>
                        <a:t> </a:t>
                      </a:r>
                      <a:r>
                        <a:rPr sz="1400" b="1" dirty="0">
                          <a:solidFill>
                            <a:schemeClr val="bg2">
                              <a:lumMod val="75000"/>
                            </a:schemeClr>
                          </a:solidFill>
                          <a:latin typeface="Verdana"/>
                          <a:cs typeface="Verdana"/>
                        </a:rPr>
                        <a:t>e</a:t>
                      </a:r>
                      <a:r>
                        <a:rPr sz="1400" b="1" spc="-5" dirty="0">
                          <a:solidFill>
                            <a:schemeClr val="bg2">
                              <a:lumMod val="75000"/>
                            </a:schemeClr>
                          </a:solidFill>
                          <a:latin typeface="Verdana"/>
                          <a:cs typeface="Verdana"/>
                        </a:rPr>
                        <a:t> </a:t>
                      </a:r>
                      <a:r>
                        <a:rPr sz="1400" b="1" dirty="0">
                          <a:solidFill>
                            <a:schemeClr val="bg2">
                              <a:lumMod val="75000"/>
                            </a:schemeClr>
                          </a:solidFill>
                          <a:latin typeface="Verdana"/>
                          <a:cs typeface="Verdana"/>
                        </a:rPr>
                        <a:t>delle</a:t>
                      </a:r>
                      <a:r>
                        <a:rPr sz="1400" b="1" spc="-40"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finanze</a:t>
                      </a:r>
                      <a:endParaRPr sz="1400">
                        <a:solidFill>
                          <a:schemeClr val="bg2">
                            <a:lumMod val="75000"/>
                          </a:schemeClr>
                        </a:solidFill>
                        <a:latin typeface="Verdana"/>
                        <a:cs typeface="Verdana"/>
                      </a:endParaRPr>
                    </a:p>
                    <a:p>
                      <a:pPr marL="91440">
                        <a:lnSpc>
                          <a:spcPct val="100000"/>
                        </a:lnSpc>
                      </a:pPr>
                      <a:r>
                        <a:rPr sz="1400" spc="5" dirty="0">
                          <a:solidFill>
                            <a:schemeClr val="bg2">
                              <a:lumMod val="75000"/>
                            </a:schemeClr>
                          </a:solidFill>
                          <a:latin typeface="Verdana"/>
                          <a:cs typeface="Verdana"/>
                        </a:rPr>
                        <a:t>in</a:t>
                      </a:r>
                      <a:r>
                        <a:rPr sz="1400" spc="-25" dirty="0">
                          <a:solidFill>
                            <a:schemeClr val="bg2">
                              <a:lumMod val="75000"/>
                            </a:schemeClr>
                          </a:solidFill>
                          <a:latin typeface="Verdana"/>
                          <a:cs typeface="Verdana"/>
                        </a:rPr>
                        <a:t> </a:t>
                      </a:r>
                      <a:r>
                        <a:rPr sz="1400" dirty="0">
                          <a:solidFill>
                            <a:schemeClr val="bg2">
                              <a:lumMod val="75000"/>
                            </a:schemeClr>
                          </a:solidFill>
                          <a:latin typeface="Verdana"/>
                          <a:cs typeface="Verdana"/>
                        </a:rPr>
                        <a:t>collaborazione</a:t>
                      </a:r>
                      <a:r>
                        <a:rPr sz="1400" spc="-50" dirty="0">
                          <a:solidFill>
                            <a:schemeClr val="bg2">
                              <a:lumMod val="75000"/>
                            </a:schemeClr>
                          </a:solidFill>
                          <a:latin typeface="Verdana"/>
                          <a:cs typeface="Verdana"/>
                        </a:rPr>
                        <a:t> </a:t>
                      </a:r>
                      <a:r>
                        <a:rPr sz="1400" dirty="0">
                          <a:solidFill>
                            <a:schemeClr val="bg2">
                              <a:lumMod val="75000"/>
                            </a:schemeClr>
                          </a:solidFill>
                          <a:latin typeface="Verdana"/>
                          <a:cs typeface="Verdana"/>
                        </a:rPr>
                        <a:t>con</a:t>
                      </a:r>
                      <a:r>
                        <a:rPr sz="1400" spc="-20" dirty="0">
                          <a:solidFill>
                            <a:schemeClr val="bg2">
                              <a:lumMod val="75000"/>
                            </a:schemeClr>
                          </a:solidFill>
                          <a:latin typeface="Verdana"/>
                          <a:cs typeface="Verdana"/>
                        </a:rPr>
                        <a:t> </a:t>
                      </a:r>
                      <a:r>
                        <a:rPr sz="1400" dirty="0">
                          <a:solidFill>
                            <a:schemeClr val="bg2">
                              <a:lumMod val="75000"/>
                            </a:schemeClr>
                          </a:solidFill>
                          <a:latin typeface="Verdana"/>
                          <a:cs typeface="Verdana"/>
                        </a:rPr>
                        <a:t>Banca</a:t>
                      </a:r>
                      <a:r>
                        <a:rPr sz="1400" spc="-25" dirty="0">
                          <a:solidFill>
                            <a:schemeClr val="bg2">
                              <a:lumMod val="75000"/>
                            </a:schemeClr>
                          </a:solidFill>
                          <a:latin typeface="Verdana"/>
                          <a:cs typeface="Verdana"/>
                        </a:rPr>
                        <a:t> </a:t>
                      </a:r>
                      <a:r>
                        <a:rPr sz="1400" dirty="0">
                          <a:solidFill>
                            <a:schemeClr val="bg2">
                              <a:lumMod val="75000"/>
                            </a:schemeClr>
                          </a:solidFill>
                          <a:latin typeface="Verdana"/>
                          <a:cs typeface="Verdana"/>
                        </a:rPr>
                        <a:t>d’Italia</a:t>
                      </a:r>
                      <a:r>
                        <a:rPr sz="1400" spc="-50" dirty="0">
                          <a:solidFill>
                            <a:schemeClr val="bg2">
                              <a:lumMod val="75000"/>
                            </a:schemeClr>
                          </a:solidFill>
                          <a:latin typeface="Verdana"/>
                          <a:cs typeface="Verdana"/>
                        </a:rPr>
                        <a:t> </a:t>
                      </a:r>
                      <a:r>
                        <a:rPr sz="1400" dirty="0">
                          <a:solidFill>
                            <a:schemeClr val="bg2">
                              <a:lumMod val="75000"/>
                            </a:schemeClr>
                          </a:solidFill>
                          <a:latin typeface="Verdana"/>
                          <a:cs typeface="Verdana"/>
                        </a:rPr>
                        <a:t>e</a:t>
                      </a:r>
                      <a:r>
                        <a:rPr sz="1400" spc="-5" dirty="0">
                          <a:solidFill>
                            <a:schemeClr val="bg2">
                              <a:lumMod val="75000"/>
                            </a:schemeClr>
                          </a:solidFill>
                          <a:latin typeface="Verdana"/>
                          <a:cs typeface="Verdana"/>
                        </a:rPr>
                        <a:t> </a:t>
                      </a:r>
                      <a:r>
                        <a:rPr sz="1400" dirty="0">
                          <a:solidFill>
                            <a:schemeClr val="bg2">
                              <a:lumMod val="75000"/>
                            </a:schemeClr>
                          </a:solidFill>
                          <a:latin typeface="Verdana"/>
                          <a:cs typeface="Verdana"/>
                        </a:rPr>
                        <a:t>Consob</a:t>
                      </a:r>
                      <a:endParaRPr sz="1400">
                        <a:solidFill>
                          <a:schemeClr val="bg2">
                            <a:lumMod val="75000"/>
                          </a:schemeClr>
                        </a:solidFill>
                        <a:latin typeface="Verdana"/>
                        <a:cs typeface="Verdana"/>
                      </a:endParaRPr>
                    </a:p>
                  </a:txBody>
                  <a:tcPr marL="0" marR="0" marT="457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2F5"/>
                    </a:solidFill>
                  </a:tcPr>
                </a:tc>
                <a:tc>
                  <a:txBody>
                    <a:bodyPr/>
                    <a:lstStyle/>
                    <a:p>
                      <a:pPr marL="378460" indent="-287020">
                        <a:lnSpc>
                          <a:spcPct val="100000"/>
                        </a:lnSpc>
                        <a:spcBef>
                          <a:spcPts val="359"/>
                        </a:spcBef>
                        <a:buFont typeface="Arial MT"/>
                        <a:buChar char="•"/>
                        <a:tabLst>
                          <a:tab pos="378460" algn="l"/>
                          <a:tab pos="379095" algn="l"/>
                        </a:tabLst>
                      </a:pPr>
                      <a:r>
                        <a:rPr sz="1400" dirty="0">
                          <a:solidFill>
                            <a:schemeClr val="bg2">
                              <a:lumMod val="75000"/>
                            </a:schemeClr>
                          </a:solidFill>
                          <a:latin typeface="Verdana"/>
                          <a:cs typeface="Verdana"/>
                        </a:rPr>
                        <a:t>Settore</a:t>
                      </a:r>
                      <a:r>
                        <a:rPr sz="1400" spc="-35" dirty="0">
                          <a:solidFill>
                            <a:schemeClr val="bg2">
                              <a:lumMod val="75000"/>
                            </a:schemeClr>
                          </a:solidFill>
                          <a:latin typeface="Verdana"/>
                          <a:cs typeface="Verdana"/>
                        </a:rPr>
                        <a:t> </a:t>
                      </a:r>
                      <a:r>
                        <a:rPr sz="1400" spc="-5" dirty="0">
                          <a:solidFill>
                            <a:schemeClr val="bg2">
                              <a:lumMod val="75000"/>
                            </a:schemeClr>
                          </a:solidFill>
                          <a:latin typeface="Verdana"/>
                          <a:cs typeface="Verdana"/>
                        </a:rPr>
                        <a:t>bancario</a:t>
                      </a:r>
                      <a:endParaRPr sz="1400" dirty="0">
                        <a:solidFill>
                          <a:schemeClr val="bg2">
                            <a:lumMod val="75000"/>
                          </a:schemeClr>
                        </a:solidFill>
                        <a:latin typeface="Verdana"/>
                        <a:cs typeface="Verdana"/>
                      </a:endParaRPr>
                    </a:p>
                    <a:p>
                      <a:pPr marL="378460" indent="-287020">
                        <a:lnSpc>
                          <a:spcPct val="100000"/>
                        </a:lnSpc>
                        <a:buFont typeface="Arial MT"/>
                        <a:buChar char="•"/>
                        <a:tabLst>
                          <a:tab pos="378460" algn="l"/>
                          <a:tab pos="379095" algn="l"/>
                        </a:tabLst>
                      </a:pPr>
                      <a:r>
                        <a:rPr sz="1400" dirty="0">
                          <a:solidFill>
                            <a:schemeClr val="bg2">
                              <a:lumMod val="75000"/>
                            </a:schemeClr>
                          </a:solidFill>
                          <a:latin typeface="Verdana"/>
                          <a:cs typeface="Verdana"/>
                        </a:rPr>
                        <a:t>Settore</a:t>
                      </a:r>
                      <a:r>
                        <a:rPr sz="1400" spc="-5" dirty="0">
                          <a:solidFill>
                            <a:schemeClr val="bg2">
                              <a:lumMod val="75000"/>
                            </a:schemeClr>
                          </a:solidFill>
                          <a:latin typeface="Verdana"/>
                          <a:cs typeface="Verdana"/>
                        </a:rPr>
                        <a:t> </a:t>
                      </a:r>
                      <a:r>
                        <a:rPr sz="1400" dirty="0">
                          <a:solidFill>
                            <a:schemeClr val="bg2">
                              <a:lumMod val="75000"/>
                            </a:schemeClr>
                          </a:solidFill>
                          <a:latin typeface="Verdana"/>
                          <a:cs typeface="Verdana"/>
                        </a:rPr>
                        <a:t>delle</a:t>
                      </a:r>
                      <a:r>
                        <a:rPr sz="1400" spc="-15" dirty="0">
                          <a:solidFill>
                            <a:schemeClr val="bg2">
                              <a:lumMod val="75000"/>
                            </a:schemeClr>
                          </a:solidFill>
                          <a:latin typeface="Verdana"/>
                          <a:cs typeface="Verdana"/>
                        </a:rPr>
                        <a:t> </a:t>
                      </a:r>
                      <a:r>
                        <a:rPr sz="1400" spc="-5" dirty="0">
                          <a:solidFill>
                            <a:schemeClr val="bg2">
                              <a:lumMod val="75000"/>
                            </a:schemeClr>
                          </a:solidFill>
                          <a:latin typeface="Verdana"/>
                          <a:cs typeface="Verdana"/>
                        </a:rPr>
                        <a:t>infrastrutture</a:t>
                      </a:r>
                      <a:r>
                        <a:rPr sz="1400" spc="-30" dirty="0">
                          <a:solidFill>
                            <a:schemeClr val="bg2">
                              <a:lumMod val="75000"/>
                            </a:schemeClr>
                          </a:solidFill>
                          <a:latin typeface="Verdana"/>
                          <a:cs typeface="Verdana"/>
                        </a:rPr>
                        <a:t> </a:t>
                      </a:r>
                      <a:r>
                        <a:rPr sz="1400" dirty="0">
                          <a:solidFill>
                            <a:schemeClr val="bg2">
                              <a:lumMod val="75000"/>
                            </a:schemeClr>
                          </a:solidFill>
                          <a:latin typeface="Verdana"/>
                          <a:cs typeface="Verdana"/>
                        </a:rPr>
                        <a:t>dei</a:t>
                      </a:r>
                      <a:r>
                        <a:rPr sz="1400" spc="-10" dirty="0">
                          <a:solidFill>
                            <a:schemeClr val="bg2">
                              <a:lumMod val="75000"/>
                            </a:schemeClr>
                          </a:solidFill>
                          <a:latin typeface="Verdana"/>
                          <a:cs typeface="Verdana"/>
                        </a:rPr>
                        <a:t> </a:t>
                      </a:r>
                      <a:r>
                        <a:rPr sz="1400" dirty="0">
                          <a:solidFill>
                            <a:schemeClr val="bg2">
                              <a:lumMod val="75000"/>
                            </a:schemeClr>
                          </a:solidFill>
                          <a:latin typeface="Verdana"/>
                          <a:cs typeface="Verdana"/>
                        </a:rPr>
                        <a:t>mercati</a:t>
                      </a:r>
                      <a:r>
                        <a:rPr sz="1400" spc="-25" dirty="0">
                          <a:solidFill>
                            <a:schemeClr val="bg2">
                              <a:lumMod val="75000"/>
                            </a:schemeClr>
                          </a:solidFill>
                          <a:latin typeface="Verdana"/>
                          <a:cs typeface="Verdana"/>
                        </a:rPr>
                        <a:t> </a:t>
                      </a:r>
                      <a:r>
                        <a:rPr sz="1400" dirty="0">
                          <a:solidFill>
                            <a:schemeClr val="bg2">
                              <a:lumMod val="75000"/>
                            </a:schemeClr>
                          </a:solidFill>
                          <a:latin typeface="Verdana"/>
                          <a:cs typeface="Verdana"/>
                        </a:rPr>
                        <a:t>finanziari</a:t>
                      </a:r>
                    </a:p>
                  </a:txBody>
                  <a:tcPr marL="0" marR="0" marT="457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2F5"/>
                    </a:solidFill>
                  </a:tcPr>
                </a:tc>
                <a:extLst>
                  <a:ext uri="{0D108BD9-81ED-4DB2-BD59-A6C34878D82A}">
                    <a16:rowId xmlns:a16="http://schemas.microsoft.com/office/drawing/2014/main" val="10003"/>
                  </a:ext>
                </a:extLst>
              </a:tr>
              <a:tr h="1352701">
                <a:tc>
                  <a:txBody>
                    <a:bodyPr/>
                    <a:lstStyle/>
                    <a:p>
                      <a:pPr marL="91440" marR="80645">
                        <a:lnSpc>
                          <a:spcPct val="100000"/>
                        </a:lnSpc>
                        <a:spcBef>
                          <a:spcPts val="360"/>
                        </a:spcBef>
                        <a:tabLst>
                          <a:tab pos="414020" algn="l"/>
                          <a:tab pos="1285875" algn="l"/>
                          <a:tab pos="1931035" algn="l"/>
                          <a:tab pos="2868295" algn="l"/>
                          <a:tab pos="3862070" algn="l"/>
                        </a:tabLst>
                      </a:pPr>
                      <a:r>
                        <a:rPr sz="1400" b="1" spc="-5" dirty="0">
                          <a:solidFill>
                            <a:schemeClr val="bg2">
                              <a:lumMod val="75000"/>
                            </a:schemeClr>
                          </a:solidFill>
                          <a:latin typeface="Verdana"/>
                          <a:cs typeface="Verdana"/>
                        </a:rPr>
                        <a:t>Ministero</a:t>
                      </a:r>
                      <a:r>
                        <a:rPr sz="1400" b="1" spc="95" dirty="0">
                          <a:solidFill>
                            <a:schemeClr val="bg2">
                              <a:lumMod val="75000"/>
                            </a:schemeClr>
                          </a:solidFill>
                          <a:latin typeface="Verdana"/>
                          <a:cs typeface="Verdana"/>
                        </a:rPr>
                        <a:t> </a:t>
                      </a:r>
                      <a:r>
                        <a:rPr sz="1400" b="1" dirty="0">
                          <a:solidFill>
                            <a:schemeClr val="bg2">
                              <a:lumMod val="75000"/>
                            </a:schemeClr>
                          </a:solidFill>
                          <a:latin typeface="Verdana"/>
                          <a:cs typeface="Verdana"/>
                        </a:rPr>
                        <a:t>della</a:t>
                      </a:r>
                      <a:r>
                        <a:rPr sz="1400" b="1" spc="90"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salute,</a:t>
                      </a:r>
                      <a:r>
                        <a:rPr sz="1400" b="1" spc="100" dirty="0">
                          <a:solidFill>
                            <a:schemeClr val="bg2">
                              <a:lumMod val="75000"/>
                            </a:schemeClr>
                          </a:solidFill>
                          <a:latin typeface="Verdana"/>
                          <a:cs typeface="Verdana"/>
                        </a:rPr>
                        <a:t> </a:t>
                      </a:r>
                      <a:r>
                        <a:rPr sz="1400" b="1" dirty="0">
                          <a:solidFill>
                            <a:schemeClr val="bg2">
                              <a:lumMod val="75000"/>
                            </a:schemeClr>
                          </a:solidFill>
                          <a:latin typeface="Verdana"/>
                          <a:cs typeface="Verdana"/>
                        </a:rPr>
                        <a:t>Regioni</a:t>
                      </a:r>
                      <a:r>
                        <a:rPr sz="1400" b="1" spc="100" dirty="0">
                          <a:solidFill>
                            <a:schemeClr val="bg2">
                              <a:lumMod val="75000"/>
                            </a:schemeClr>
                          </a:solidFill>
                          <a:latin typeface="Verdana"/>
                          <a:cs typeface="Verdana"/>
                        </a:rPr>
                        <a:t> </a:t>
                      </a:r>
                      <a:r>
                        <a:rPr sz="1400" b="1" dirty="0">
                          <a:solidFill>
                            <a:schemeClr val="bg2">
                              <a:lumMod val="75000"/>
                            </a:schemeClr>
                          </a:solidFill>
                          <a:latin typeface="Verdana"/>
                          <a:cs typeface="Verdana"/>
                        </a:rPr>
                        <a:t>e</a:t>
                      </a:r>
                      <a:r>
                        <a:rPr sz="1400" b="1" spc="110"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Province </a:t>
                      </a:r>
                      <a:r>
                        <a:rPr sz="1400" b="1"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autonome</a:t>
                      </a:r>
                      <a:r>
                        <a:rPr sz="1400" b="1" spc="114" dirty="0">
                          <a:solidFill>
                            <a:schemeClr val="bg2">
                              <a:lumMod val="75000"/>
                            </a:schemeClr>
                          </a:solidFill>
                          <a:latin typeface="Verdana"/>
                          <a:cs typeface="Verdana"/>
                        </a:rPr>
                        <a:t> </a:t>
                      </a:r>
                      <a:r>
                        <a:rPr sz="1400" b="1" dirty="0">
                          <a:solidFill>
                            <a:schemeClr val="bg2">
                              <a:lumMod val="75000"/>
                            </a:schemeClr>
                          </a:solidFill>
                          <a:latin typeface="Verdana"/>
                          <a:cs typeface="Verdana"/>
                        </a:rPr>
                        <a:t>di</a:t>
                      </a:r>
                      <a:r>
                        <a:rPr sz="1400" b="1" spc="100"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Trento</a:t>
                      </a:r>
                      <a:r>
                        <a:rPr sz="1400" b="1" spc="105" dirty="0">
                          <a:solidFill>
                            <a:schemeClr val="bg2">
                              <a:lumMod val="75000"/>
                            </a:schemeClr>
                          </a:solidFill>
                          <a:latin typeface="Verdana"/>
                          <a:cs typeface="Verdana"/>
                        </a:rPr>
                        <a:t> </a:t>
                      </a:r>
                      <a:r>
                        <a:rPr sz="1400" b="1" dirty="0">
                          <a:solidFill>
                            <a:schemeClr val="bg2">
                              <a:lumMod val="75000"/>
                            </a:schemeClr>
                          </a:solidFill>
                          <a:latin typeface="Verdana"/>
                          <a:cs typeface="Verdana"/>
                        </a:rPr>
                        <a:t>e</a:t>
                      </a:r>
                      <a:r>
                        <a:rPr sz="1400" b="1" spc="85" dirty="0">
                          <a:solidFill>
                            <a:schemeClr val="bg2">
                              <a:lumMod val="75000"/>
                            </a:schemeClr>
                          </a:solidFill>
                          <a:latin typeface="Verdana"/>
                          <a:cs typeface="Verdana"/>
                        </a:rPr>
                        <a:t> </a:t>
                      </a:r>
                      <a:r>
                        <a:rPr sz="1400" b="1" dirty="0">
                          <a:solidFill>
                            <a:schemeClr val="bg2">
                              <a:lumMod val="75000"/>
                            </a:schemeClr>
                          </a:solidFill>
                          <a:latin typeface="Verdana"/>
                          <a:cs typeface="Verdana"/>
                        </a:rPr>
                        <a:t>di</a:t>
                      </a:r>
                      <a:r>
                        <a:rPr sz="1400" b="1" spc="100"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Bolzano</a:t>
                      </a:r>
                      <a:r>
                        <a:rPr sz="1400" b="1" spc="105" dirty="0">
                          <a:solidFill>
                            <a:schemeClr val="bg2">
                              <a:lumMod val="75000"/>
                            </a:schemeClr>
                          </a:solidFill>
                          <a:latin typeface="Verdana"/>
                          <a:cs typeface="Verdana"/>
                        </a:rPr>
                        <a:t> </a:t>
                      </a:r>
                      <a:r>
                        <a:rPr sz="1400" spc="-5" dirty="0">
                          <a:solidFill>
                            <a:schemeClr val="bg2">
                              <a:lumMod val="75000"/>
                            </a:schemeClr>
                          </a:solidFill>
                          <a:latin typeface="Verdana"/>
                          <a:cs typeface="Verdana"/>
                        </a:rPr>
                        <a:t>(direttamente</a:t>
                      </a:r>
                      <a:r>
                        <a:rPr sz="1400" spc="90" dirty="0">
                          <a:solidFill>
                            <a:schemeClr val="bg2">
                              <a:lumMod val="75000"/>
                            </a:schemeClr>
                          </a:solidFill>
                          <a:latin typeface="Verdana"/>
                          <a:cs typeface="Verdana"/>
                        </a:rPr>
                        <a:t> </a:t>
                      </a:r>
                      <a:r>
                        <a:rPr sz="1400" dirty="0">
                          <a:solidFill>
                            <a:schemeClr val="bg2">
                              <a:lumMod val="75000"/>
                            </a:schemeClr>
                          </a:solidFill>
                          <a:latin typeface="Verdana"/>
                          <a:cs typeface="Verdana"/>
                        </a:rPr>
                        <a:t>o</a:t>
                      </a:r>
                      <a:r>
                        <a:rPr sz="1400" spc="100" dirty="0">
                          <a:solidFill>
                            <a:schemeClr val="bg2">
                              <a:lumMod val="75000"/>
                            </a:schemeClr>
                          </a:solidFill>
                          <a:latin typeface="Verdana"/>
                          <a:cs typeface="Verdana"/>
                        </a:rPr>
                        <a:t> </a:t>
                      </a:r>
                      <a:r>
                        <a:rPr sz="1400" dirty="0">
                          <a:solidFill>
                            <a:schemeClr val="bg2">
                              <a:lumMod val="75000"/>
                            </a:schemeClr>
                          </a:solidFill>
                          <a:latin typeface="Verdana"/>
                          <a:cs typeface="Verdana"/>
                        </a:rPr>
                        <a:t>per </a:t>
                      </a:r>
                      <a:r>
                        <a:rPr sz="1400" spc="-475" dirty="0">
                          <a:solidFill>
                            <a:schemeClr val="bg2">
                              <a:lumMod val="75000"/>
                            </a:schemeClr>
                          </a:solidFill>
                          <a:latin typeface="Verdana"/>
                          <a:cs typeface="Verdana"/>
                        </a:rPr>
                        <a:t> </a:t>
                      </a:r>
                      <a:r>
                        <a:rPr sz="1400" spc="5" dirty="0">
                          <a:solidFill>
                            <a:schemeClr val="bg2">
                              <a:lumMod val="75000"/>
                            </a:schemeClr>
                          </a:solidFill>
                          <a:latin typeface="Verdana"/>
                          <a:cs typeface="Verdana"/>
                        </a:rPr>
                        <a:t>il	</a:t>
                      </a:r>
                      <a:r>
                        <a:rPr sz="1400" spc="-10" dirty="0">
                          <a:solidFill>
                            <a:schemeClr val="bg2">
                              <a:lumMod val="75000"/>
                            </a:schemeClr>
                          </a:solidFill>
                          <a:latin typeface="Verdana"/>
                          <a:cs typeface="Verdana"/>
                        </a:rPr>
                        <a:t>tramite	</a:t>
                      </a:r>
                      <a:r>
                        <a:rPr sz="1400" spc="-5" dirty="0">
                          <a:solidFill>
                            <a:schemeClr val="bg2">
                              <a:lumMod val="75000"/>
                            </a:schemeClr>
                          </a:solidFill>
                          <a:latin typeface="Verdana"/>
                          <a:cs typeface="Verdana"/>
                        </a:rPr>
                        <a:t>delle	</a:t>
                      </a:r>
                      <a:r>
                        <a:rPr sz="1400" dirty="0">
                          <a:solidFill>
                            <a:schemeClr val="bg2">
                              <a:lumMod val="75000"/>
                            </a:schemeClr>
                          </a:solidFill>
                          <a:latin typeface="Verdana"/>
                          <a:cs typeface="Verdana"/>
                        </a:rPr>
                        <a:t>Autorità	</a:t>
                      </a:r>
                      <a:r>
                        <a:rPr sz="1400" spc="-5" dirty="0">
                          <a:solidFill>
                            <a:schemeClr val="bg2">
                              <a:lumMod val="75000"/>
                            </a:schemeClr>
                          </a:solidFill>
                          <a:latin typeface="Verdana"/>
                          <a:cs typeface="Verdana"/>
                        </a:rPr>
                        <a:t>sanitarie	territorialmente </a:t>
                      </a:r>
                      <a:r>
                        <a:rPr sz="1400" spc="-480" dirty="0">
                          <a:solidFill>
                            <a:schemeClr val="bg2">
                              <a:lumMod val="75000"/>
                            </a:schemeClr>
                          </a:solidFill>
                          <a:latin typeface="Verdana"/>
                          <a:cs typeface="Verdana"/>
                        </a:rPr>
                        <a:t> </a:t>
                      </a:r>
                      <a:r>
                        <a:rPr sz="1400" dirty="0">
                          <a:solidFill>
                            <a:schemeClr val="bg2">
                              <a:lumMod val="75000"/>
                            </a:schemeClr>
                          </a:solidFill>
                          <a:latin typeface="Verdana"/>
                          <a:cs typeface="Verdana"/>
                        </a:rPr>
                        <a:t>competenti)</a:t>
                      </a: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0F9"/>
                    </a:solidFill>
                  </a:tcPr>
                </a:tc>
                <a:tc>
                  <a:txBody>
                    <a:bodyPr/>
                    <a:lstStyle/>
                    <a:p>
                      <a:pPr marL="377825" indent="-285750">
                        <a:lnSpc>
                          <a:spcPct val="100000"/>
                        </a:lnSpc>
                        <a:spcBef>
                          <a:spcPts val="360"/>
                        </a:spcBef>
                        <a:buFont typeface="Arial" panose="020B0604020202020204" pitchFamily="34" charset="0"/>
                        <a:buChar char="•"/>
                      </a:pPr>
                      <a:r>
                        <a:rPr sz="1400" dirty="0">
                          <a:solidFill>
                            <a:schemeClr val="bg2">
                              <a:lumMod val="75000"/>
                            </a:schemeClr>
                          </a:solidFill>
                          <a:latin typeface="Verdana"/>
                          <a:cs typeface="Verdana"/>
                        </a:rPr>
                        <a:t>Settore</a:t>
                      </a:r>
                      <a:r>
                        <a:rPr sz="1400" spc="-45" dirty="0">
                          <a:solidFill>
                            <a:schemeClr val="bg2">
                              <a:lumMod val="75000"/>
                            </a:schemeClr>
                          </a:solidFill>
                          <a:latin typeface="Verdana"/>
                          <a:cs typeface="Verdana"/>
                        </a:rPr>
                        <a:t> </a:t>
                      </a:r>
                      <a:r>
                        <a:rPr sz="1400" dirty="0">
                          <a:solidFill>
                            <a:schemeClr val="bg2">
                              <a:lumMod val="75000"/>
                            </a:schemeClr>
                          </a:solidFill>
                          <a:latin typeface="Verdana"/>
                          <a:cs typeface="Verdana"/>
                        </a:rPr>
                        <a:t>sanitario</a:t>
                      </a: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0F9"/>
                    </a:solidFill>
                  </a:tcPr>
                </a:tc>
                <a:extLst>
                  <a:ext uri="{0D108BD9-81ED-4DB2-BD59-A6C34878D82A}">
                    <a16:rowId xmlns:a16="http://schemas.microsoft.com/office/drawing/2014/main" val="10004"/>
                  </a:ext>
                </a:extLst>
              </a:tr>
              <a:tr h="1352647">
                <a:tc>
                  <a:txBody>
                    <a:bodyPr/>
                    <a:lstStyle/>
                    <a:p>
                      <a:pPr marL="91440">
                        <a:lnSpc>
                          <a:spcPct val="100000"/>
                        </a:lnSpc>
                        <a:spcBef>
                          <a:spcPts val="360"/>
                        </a:spcBef>
                      </a:pPr>
                      <a:r>
                        <a:rPr sz="1400" b="1" spc="-5" dirty="0">
                          <a:solidFill>
                            <a:schemeClr val="bg2">
                              <a:lumMod val="75000"/>
                            </a:schemeClr>
                          </a:solidFill>
                          <a:latin typeface="Verdana"/>
                          <a:cs typeface="Verdana"/>
                        </a:rPr>
                        <a:t>Ministero</a:t>
                      </a:r>
                      <a:r>
                        <a:rPr sz="1400" b="1" spc="-25"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dell’ambiente</a:t>
                      </a:r>
                      <a:r>
                        <a:rPr sz="1400" b="1" spc="-40" dirty="0">
                          <a:solidFill>
                            <a:schemeClr val="bg2">
                              <a:lumMod val="75000"/>
                            </a:schemeClr>
                          </a:solidFill>
                          <a:latin typeface="Verdana"/>
                          <a:cs typeface="Verdana"/>
                        </a:rPr>
                        <a:t> </a:t>
                      </a:r>
                      <a:r>
                        <a:rPr sz="1400" b="1" dirty="0">
                          <a:solidFill>
                            <a:schemeClr val="bg2">
                              <a:lumMod val="75000"/>
                            </a:schemeClr>
                          </a:solidFill>
                          <a:latin typeface="Verdana"/>
                          <a:cs typeface="Verdana"/>
                        </a:rPr>
                        <a:t>e</a:t>
                      </a:r>
                      <a:r>
                        <a:rPr sz="1400" b="1" spc="-5" dirty="0">
                          <a:solidFill>
                            <a:schemeClr val="bg2">
                              <a:lumMod val="75000"/>
                            </a:schemeClr>
                          </a:solidFill>
                          <a:latin typeface="Verdana"/>
                          <a:cs typeface="Verdana"/>
                        </a:rPr>
                        <a:t> </a:t>
                      </a:r>
                      <a:r>
                        <a:rPr sz="1400" b="1" dirty="0">
                          <a:solidFill>
                            <a:schemeClr val="bg2">
                              <a:lumMod val="75000"/>
                            </a:schemeClr>
                          </a:solidFill>
                          <a:latin typeface="Verdana"/>
                          <a:cs typeface="Verdana"/>
                        </a:rPr>
                        <a:t>della</a:t>
                      </a:r>
                      <a:r>
                        <a:rPr sz="1400" b="1" spc="-35"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tutela</a:t>
                      </a:r>
                      <a:r>
                        <a:rPr sz="1400" b="1" dirty="0">
                          <a:solidFill>
                            <a:schemeClr val="bg2">
                              <a:lumMod val="75000"/>
                            </a:schemeClr>
                          </a:solidFill>
                          <a:latin typeface="Verdana"/>
                          <a:cs typeface="Verdana"/>
                        </a:rPr>
                        <a:t> del</a:t>
                      </a:r>
                      <a:endParaRPr sz="1400">
                        <a:solidFill>
                          <a:schemeClr val="bg2">
                            <a:lumMod val="75000"/>
                          </a:schemeClr>
                        </a:solidFill>
                        <a:latin typeface="Verdana"/>
                        <a:cs typeface="Verdana"/>
                      </a:endParaRPr>
                    </a:p>
                    <a:p>
                      <a:pPr marL="91440">
                        <a:lnSpc>
                          <a:spcPct val="100000"/>
                        </a:lnSpc>
                      </a:pPr>
                      <a:r>
                        <a:rPr sz="1400" b="1" spc="-5" dirty="0">
                          <a:solidFill>
                            <a:schemeClr val="bg2">
                              <a:lumMod val="75000"/>
                            </a:schemeClr>
                          </a:solidFill>
                          <a:latin typeface="Verdana"/>
                          <a:cs typeface="Verdana"/>
                        </a:rPr>
                        <a:t>territorio</a:t>
                      </a:r>
                      <a:r>
                        <a:rPr sz="1400" b="1" spc="-20" dirty="0">
                          <a:solidFill>
                            <a:schemeClr val="bg2">
                              <a:lumMod val="75000"/>
                            </a:schemeClr>
                          </a:solidFill>
                          <a:latin typeface="Verdana"/>
                          <a:cs typeface="Verdana"/>
                        </a:rPr>
                        <a:t> </a:t>
                      </a:r>
                      <a:r>
                        <a:rPr sz="1400" b="1" dirty="0">
                          <a:solidFill>
                            <a:schemeClr val="bg2">
                              <a:lumMod val="75000"/>
                            </a:schemeClr>
                          </a:solidFill>
                          <a:latin typeface="Verdana"/>
                          <a:cs typeface="Verdana"/>
                        </a:rPr>
                        <a:t>e</a:t>
                      </a:r>
                      <a:r>
                        <a:rPr sz="1400" b="1" spc="-10" dirty="0">
                          <a:solidFill>
                            <a:schemeClr val="bg2">
                              <a:lumMod val="75000"/>
                            </a:schemeClr>
                          </a:solidFill>
                          <a:latin typeface="Verdana"/>
                          <a:cs typeface="Verdana"/>
                        </a:rPr>
                        <a:t> </a:t>
                      </a:r>
                      <a:r>
                        <a:rPr sz="1400" b="1" dirty="0">
                          <a:solidFill>
                            <a:schemeClr val="bg2">
                              <a:lumMod val="75000"/>
                            </a:schemeClr>
                          </a:solidFill>
                          <a:latin typeface="Verdana"/>
                          <a:cs typeface="Verdana"/>
                        </a:rPr>
                        <a:t>del</a:t>
                      </a:r>
                      <a:r>
                        <a:rPr sz="1400" b="1" spc="-25"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mare,</a:t>
                      </a:r>
                      <a:r>
                        <a:rPr sz="1400" b="1" spc="-20"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Regioni</a:t>
                      </a:r>
                      <a:r>
                        <a:rPr sz="1400" b="1" spc="-25" dirty="0">
                          <a:solidFill>
                            <a:schemeClr val="bg2">
                              <a:lumMod val="75000"/>
                            </a:schemeClr>
                          </a:solidFill>
                          <a:latin typeface="Verdana"/>
                          <a:cs typeface="Verdana"/>
                        </a:rPr>
                        <a:t> </a:t>
                      </a:r>
                      <a:r>
                        <a:rPr sz="1400" b="1" dirty="0">
                          <a:solidFill>
                            <a:schemeClr val="bg2">
                              <a:lumMod val="75000"/>
                            </a:schemeClr>
                          </a:solidFill>
                          <a:latin typeface="Verdana"/>
                          <a:cs typeface="Verdana"/>
                        </a:rPr>
                        <a:t>e</a:t>
                      </a:r>
                      <a:r>
                        <a:rPr sz="1400" b="1" spc="-25" dirty="0">
                          <a:solidFill>
                            <a:schemeClr val="bg2">
                              <a:lumMod val="75000"/>
                            </a:schemeClr>
                          </a:solidFill>
                          <a:latin typeface="Verdana"/>
                          <a:cs typeface="Verdana"/>
                        </a:rPr>
                        <a:t> </a:t>
                      </a:r>
                      <a:r>
                        <a:rPr sz="1400" b="1" dirty="0">
                          <a:solidFill>
                            <a:schemeClr val="bg2">
                              <a:lumMod val="75000"/>
                            </a:schemeClr>
                          </a:solidFill>
                          <a:latin typeface="Verdana"/>
                          <a:cs typeface="Verdana"/>
                        </a:rPr>
                        <a:t>Province</a:t>
                      </a:r>
                      <a:endParaRPr sz="1400">
                        <a:solidFill>
                          <a:schemeClr val="bg2">
                            <a:lumMod val="75000"/>
                          </a:schemeClr>
                        </a:solidFill>
                        <a:latin typeface="Verdana"/>
                        <a:cs typeface="Verdana"/>
                      </a:endParaRPr>
                    </a:p>
                    <a:p>
                      <a:pPr marL="91440" marR="81915">
                        <a:lnSpc>
                          <a:spcPct val="100000"/>
                        </a:lnSpc>
                        <a:spcBef>
                          <a:spcPts val="5"/>
                        </a:spcBef>
                      </a:pPr>
                      <a:r>
                        <a:rPr sz="1400" b="1" spc="-5" dirty="0">
                          <a:solidFill>
                            <a:schemeClr val="bg2">
                              <a:lumMod val="75000"/>
                            </a:schemeClr>
                          </a:solidFill>
                          <a:latin typeface="Verdana"/>
                          <a:cs typeface="Verdana"/>
                        </a:rPr>
                        <a:t>autonome</a:t>
                      </a:r>
                      <a:r>
                        <a:rPr sz="1400" b="1" spc="114" dirty="0">
                          <a:solidFill>
                            <a:schemeClr val="bg2">
                              <a:lumMod val="75000"/>
                            </a:schemeClr>
                          </a:solidFill>
                          <a:latin typeface="Verdana"/>
                          <a:cs typeface="Verdana"/>
                        </a:rPr>
                        <a:t> </a:t>
                      </a:r>
                      <a:r>
                        <a:rPr sz="1400" b="1" dirty="0">
                          <a:solidFill>
                            <a:schemeClr val="bg2">
                              <a:lumMod val="75000"/>
                            </a:schemeClr>
                          </a:solidFill>
                          <a:latin typeface="Verdana"/>
                          <a:cs typeface="Verdana"/>
                        </a:rPr>
                        <a:t>di</a:t>
                      </a:r>
                      <a:r>
                        <a:rPr sz="1400" b="1" spc="100"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Trento</a:t>
                      </a:r>
                      <a:r>
                        <a:rPr sz="1400" b="1" spc="105" dirty="0">
                          <a:solidFill>
                            <a:schemeClr val="bg2">
                              <a:lumMod val="75000"/>
                            </a:schemeClr>
                          </a:solidFill>
                          <a:latin typeface="Verdana"/>
                          <a:cs typeface="Verdana"/>
                        </a:rPr>
                        <a:t> </a:t>
                      </a:r>
                      <a:r>
                        <a:rPr sz="1400" b="1" dirty="0">
                          <a:solidFill>
                            <a:schemeClr val="bg2">
                              <a:lumMod val="75000"/>
                            </a:schemeClr>
                          </a:solidFill>
                          <a:latin typeface="Verdana"/>
                          <a:cs typeface="Verdana"/>
                        </a:rPr>
                        <a:t>e</a:t>
                      </a:r>
                      <a:r>
                        <a:rPr sz="1400" b="1" spc="85" dirty="0">
                          <a:solidFill>
                            <a:schemeClr val="bg2">
                              <a:lumMod val="75000"/>
                            </a:schemeClr>
                          </a:solidFill>
                          <a:latin typeface="Verdana"/>
                          <a:cs typeface="Verdana"/>
                        </a:rPr>
                        <a:t> </a:t>
                      </a:r>
                      <a:r>
                        <a:rPr sz="1400" b="1" dirty="0">
                          <a:solidFill>
                            <a:schemeClr val="bg2">
                              <a:lumMod val="75000"/>
                            </a:schemeClr>
                          </a:solidFill>
                          <a:latin typeface="Verdana"/>
                          <a:cs typeface="Verdana"/>
                        </a:rPr>
                        <a:t>di</a:t>
                      </a:r>
                      <a:r>
                        <a:rPr sz="1400" b="1" spc="100" dirty="0">
                          <a:solidFill>
                            <a:schemeClr val="bg2">
                              <a:lumMod val="75000"/>
                            </a:schemeClr>
                          </a:solidFill>
                          <a:latin typeface="Verdana"/>
                          <a:cs typeface="Verdana"/>
                        </a:rPr>
                        <a:t> </a:t>
                      </a:r>
                      <a:r>
                        <a:rPr sz="1400" b="1" spc="-5" dirty="0">
                          <a:solidFill>
                            <a:schemeClr val="bg2">
                              <a:lumMod val="75000"/>
                            </a:schemeClr>
                          </a:solidFill>
                          <a:latin typeface="Verdana"/>
                          <a:cs typeface="Verdana"/>
                        </a:rPr>
                        <a:t>Bolzano</a:t>
                      </a:r>
                      <a:r>
                        <a:rPr sz="1400" b="1" spc="105" dirty="0">
                          <a:solidFill>
                            <a:schemeClr val="bg2">
                              <a:lumMod val="75000"/>
                            </a:schemeClr>
                          </a:solidFill>
                          <a:latin typeface="Verdana"/>
                          <a:cs typeface="Verdana"/>
                        </a:rPr>
                        <a:t> </a:t>
                      </a:r>
                      <a:r>
                        <a:rPr sz="1400" spc="-5" dirty="0">
                          <a:solidFill>
                            <a:schemeClr val="bg2">
                              <a:lumMod val="75000"/>
                            </a:schemeClr>
                          </a:solidFill>
                          <a:latin typeface="Verdana"/>
                          <a:cs typeface="Verdana"/>
                        </a:rPr>
                        <a:t>(direttamente</a:t>
                      </a:r>
                      <a:r>
                        <a:rPr sz="1400" spc="90" dirty="0">
                          <a:solidFill>
                            <a:schemeClr val="bg2">
                              <a:lumMod val="75000"/>
                            </a:schemeClr>
                          </a:solidFill>
                          <a:latin typeface="Verdana"/>
                          <a:cs typeface="Verdana"/>
                        </a:rPr>
                        <a:t> </a:t>
                      </a:r>
                      <a:r>
                        <a:rPr sz="1400" dirty="0">
                          <a:solidFill>
                            <a:schemeClr val="bg2">
                              <a:lumMod val="75000"/>
                            </a:schemeClr>
                          </a:solidFill>
                          <a:latin typeface="Verdana"/>
                          <a:cs typeface="Verdana"/>
                        </a:rPr>
                        <a:t>o</a:t>
                      </a:r>
                      <a:r>
                        <a:rPr sz="1400" spc="100" dirty="0">
                          <a:solidFill>
                            <a:schemeClr val="bg2">
                              <a:lumMod val="75000"/>
                            </a:schemeClr>
                          </a:solidFill>
                          <a:latin typeface="Verdana"/>
                          <a:cs typeface="Verdana"/>
                        </a:rPr>
                        <a:t> </a:t>
                      </a:r>
                      <a:r>
                        <a:rPr sz="1400" dirty="0">
                          <a:solidFill>
                            <a:schemeClr val="bg2">
                              <a:lumMod val="75000"/>
                            </a:schemeClr>
                          </a:solidFill>
                          <a:latin typeface="Verdana"/>
                          <a:cs typeface="Verdana"/>
                        </a:rPr>
                        <a:t>per </a:t>
                      </a:r>
                      <a:r>
                        <a:rPr sz="1400" spc="-475" dirty="0">
                          <a:solidFill>
                            <a:schemeClr val="bg2">
                              <a:lumMod val="75000"/>
                            </a:schemeClr>
                          </a:solidFill>
                          <a:latin typeface="Verdana"/>
                          <a:cs typeface="Verdana"/>
                        </a:rPr>
                        <a:t> </a:t>
                      </a:r>
                      <a:r>
                        <a:rPr sz="1400" spc="5" dirty="0">
                          <a:solidFill>
                            <a:schemeClr val="bg2">
                              <a:lumMod val="75000"/>
                            </a:schemeClr>
                          </a:solidFill>
                          <a:latin typeface="Verdana"/>
                          <a:cs typeface="Verdana"/>
                        </a:rPr>
                        <a:t>il</a:t>
                      </a:r>
                      <a:r>
                        <a:rPr sz="1400" spc="-20" dirty="0">
                          <a:solidFill>
                            <a:schemeClr val="bg2">
                              <a:lumMod val="75000"/>
                            </a:schemeClr>
                          </a:solidFill>
                          <a:latin typeface="Verdana"/>
                          <a:cs typeface="Verdana"/>
                        </a:rPr>
                        <a:t> </a:t>
                      </a:r>
                      <a:r>
                        <a:rPr sz="1400" spc="-5" dirty="0">
                          <a:solidFill>
                            <a:schemeClr val="bg2">
                              <a:lumMod val="75000"/>
                            </a:schemeClr>
                          </a:solidFill>
                          <a:latin typeface="Verdana"/>
                          <a:cs typeface="Verdana"/>
                        </a:rPr>
                        <a:t>tramite</a:t>
                      </a:r>
                      <a:r>
                        <a:rPr sz="1400" spc="-25" dirty="0">
                          <a:solidFill>
                            <a:schemeClr val="bg2">
                              <a:lumMod val="75000"/>
                            </a:schemeClr>
                          </a:solidFill>
                          <a:latin typeface="Verdana"/>
                          <a:cs typeface="Verdana"/>
                        </a:rPr>
                        <a:t> </a:t>
                      </a:r>
                      <a:r>
                        <a:rPr sz="1400" dirty="0">
                          <a:solidFill>
                            <a:schemeClr val="bg2">
                              <a:lumMod val="75000"/>
                            </a:schemeClr>
                          </a:solidFill>
                          <a:latin typeface="Verdana"/>
                          <a:cs typeface="Verdana"/>
                        </a:rPr>
                        <a:t>delle</a:t>
                      </a:r>
                      <a:r>
                        <a:rPr sz="1400" spc="-20" dirty="0">
                          <a:solidFill>
                            <a:schemeClr val="bg2">
                              <a:lumMod val="75000"/>
                            </a:schemeClr>
                          </a:solidFill>
                          <a:latin typeface="Verdana"/>
                          <a:cs typeface="Verdana"/>
                        </a:rPr>
                        <a:t> </a:t>
                      </a:r>
                      <a:r>
                        <a:rPr sz="1400" dirty="0">
                          <a:solidFill>
                            <a:schemeClr val="bg2">
                              <a:lumMod val="75000"/>
                            </a:schemeClr>
                          </a:solidFill>
                          <a:latin typeface="Verdana"/>
                          <a:cs typeface="Verdana"/>
                        </a:rPr>
                        <a:t>Autorità</a:t>
                      </a:r>
                      <a:r>
                        <a:rPr sz="1400" spc="-35" dirty="0">
                          <a:solidFill>
                            <a:schemeClr val="bg2">
                              <a:lumMod val="75000"/>
                            </a:schemeClr>
                          </a:solidFill>
                          <a:latin typeface="Verdana"/>
                          <a:cs typeface="Verdana"/>
                        </a:rPr>
                        <a:t> </a:t>
                      </a:r>
                      <a:r>
                        <a:rPr sz="1400" dirty="0">
                          <a:solidFill>
                            <a:schemeClr val="bg2">
                              <a:lumMod val="75000"/>
                            </a:schemeClr>
                          </a:solidFill>
                          <a:latin typeface="Verdana"/>
                          <a:cs typeface="Verdana"/>
                        </a:rPr>
                        <a:t>territorialmente</a:t>
                      </a:r>
                      <a:r>
                        <a:rPr sz="1400" spc="-35" dirty="0">
                          <a:solidFill>
                            <a:schemeClr val="bg2">
                              <a:lumMod val="75000"/>
                            </a:schemeClr>
                          </a:solidFill>
                          <a:latin typeface="Verdana"/>
                          <a:cs typeface="Verdana"/>
                        </a:rPr>
                        <a:t> </a:t>
                      </a:r>
                      <a:r>
                        <a:rPr sz="1400" dirty="0">
                          <a:solidFill>
                            <a:schemeClr val="bg2">
                              <a:lumMod val="75000"/>
                            </a:schemeClr>
                          </a:solidFill>
                          <a:latin typeface="Verdana"/>
                          <a:cs typeface="Verdana"/>
                        </a:rPr>
                        <a:t>competenti)</a:t>
                      </a:r>
                      <a:endParaRPr sz="1400">
                        <a:solidFill>
                          <a:schemeClr val="bg2">
                            <a:lumMod val="75000"/>
                          </a:schemeClr>
                        </a:solidFill>
                        <a:latin typeface="Verdana"/>
                        <a:cs typeface="Verdana"/>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2F5"/>
                    </a:solidFill>
                  </a:tcPr>
                </a:tc>
                <a:tc>
                  <a:txBody>
                    <a:bodyPr/>
                    <a:lstStyle/>
                    <a:p>
                      <a:pPr marL="377825" indent="-285750">
                        <a:lnSpc>
                          <a:spcPct val="100000"/>
                        </a:lnSpc>
                        <a:spcBef>
                          <a:spcPts val="360"/>
                        </a:spcBef>
                        <a:buFont typeface="Arial" panose="020B0604020202020204" pitchFamily="34" charset="0"/>
                        <a:buChar char="•"/>
                      </a:pPr>
                      <a:r>
                        <a:rPr sz="1400" dirty="0">
                          <a:solidFill>
                            <a:schemeClr val="bg2">
                              <a:lumMod val="75000"/>
                            </a:schemeClr>
                          </a:solidFill>
                          <a:latin typeface="Verdana"/>
                          <a:cs typeface="Verdana"/>
                        </a:rPr>
                        <a:t>Settore</a:t>
                      </a:r>
                      <a:r>
                        <a:rPr sz="1400" spc="-10" dirty="0">
                          <a:solidFill>
                            <a:schemeClr val="bg2">
                              <a:lumMod val="75000"/>
                            </a:schemeClr>
                          </a:solidFill>
                          <a:latin typeface="Verdana"/>
                          <a:cs typeface="Verdana"/>
                        </a:rPr>
                        <a:t> </a:t>
                      </a:r>
                      <a:r>
                        <a:rPr sz="1400" dirty="0">
                          <a:solidFill>
                            <a:schemeClr val="bg2">
                              <a:lumMod val="75000"/>
                            </a:schemeClr>
                          </a:solidFill>
                          <a:latin typeface="Verdana"/>
                          <a:cs typeface="Verdana"/>
                        </a:rPr>
                        <a:t>della</a:t>
                      </a:r>
                      <a:r>
                        <a:rPr sz="1400" spc="-30" dirty="0">
                          <a:solidFill>
                            <a:schemeClr val="bg2">
                              <a:lumMod val="75000"/>
                            </a:schemeClr>
                          </a:solidFill>
                          <a:latin typeface="Verdana"/>
                          <a:cs typeface="Verdana"/>
                        </a:rPr>
                        <a:t> </a:t>
                      </a:r>
                      <a:r>
                        <a:rPr sz="1400" spc="-5" dirty="0">
                          <a:solidFill>
                            <a:schemeClr val="bg2">
                              <a:lumMod val="75000"/>
                            </a:schemeClr>
                          </a:solidFill>
                          <a:latin typeface="Verdana"/>
                          <a:cs typeface="Verdana"/>
                        </a:rPr>
                        <a:t>fornitura</a:t>
                      </a:r>
                      <a:r>
                        <a:rPr sz="1400" spc="-25" dirty="0">
                          <a:solidFill>
                            <a:schemeClr val="bg2">
                              <a:lumMod val="75000"/>
                            </a:schemeClr>
                          </a:solidFill>
                          <a:latin typeface="Verdana"/>
                          <a:cs typeface="Verdana"/>
                        </a:rPr>
                        <a:t> </a:t>
                      </a:r>
                      <a:r>
                        <a:rPr sz="1400" dirty="0">
                          <a:solidFill>
                            <a:schemeClr val="bg2">
                              <a:lumMod val="75000"/>
                            </a:schemeClr>
                          </a:solidFill>
                          <a:latin typeface="Verdana"/>
                          <a:cs typeface="Verdana"/>
                        </a:rPr>
                        <a:t>e</a:t>
                      </a:r>
                      <a:r>
                        <a:rPr sz="1400" spc="-10" dirty="0">
                          <a:solidFill>
                            <a:schemeClr val="bg2">
                              <a:lumMod val="75000"/>
                            </a:schemeClr>
                          </a:solidFill>
                          <a:latin typeface="Verdana"/>
                          <a:cs typeface="Verdana"/>
                        </a:rPr>
                        <a:t> </a:t>
                      </a:r>
                      <a:r>
                        <a:rPr sz="1400" dirty="0">
                          <a:solidFill>
                            <a:schemeClr val="bg2">
                              <a:lumMod val="75000"/>
                            </a:schemeClr>
                          </a:solidFill>
                          <a:latin typeface="Verdana"/>
                          <a:cs typeface="Verdana"/>
                        </a:rPr>
                        <a:t>distribuzione</a:t>
                      </a:r>
                      <a:r>
                        <a:rPr sz="1400" spc="-30" dirty="0">
                          <a:solidFill>
                            <a:schemeClr val="bg2">
                              <a:lumMod val="75000"/>
                            </a:schemeClr>
                          </a:solidFill>
                          <a:latin typeface="Verdana"/>
                          <a:cs typeface="Verdana"/>
                        </a:rPr>
                        <a:t> </a:t>
                      </a:r>
                      <a:r>
                        <a:rPr sz="1400" spc="-5" dirty="0">
                          <a:solidFill>
                            <a:schemeClr val="bg2">
                              <a:lumMod val="75000"/>
                            </a:schemeClr>
                          </a:solidFill>
                          <a:latin typeface="Verdana"/>
                          <a:cs typeface="Verdana"/>
                        </a:rPr>
                        <a:t>di</a:t>
                      </a:r>
                      <a:r>
                        <a:rPr sz="1400" spc="-15" dirty="0">
                          <a:solidFill>
                            <a:schemeClr val="bg2">
                              <a:lumMod val="75000"/>
                            </a:schemeClr>
                          </a:solidFill>
                          <a:latin typeface="Verdana"/>
                          <a:cs typeface="Verdana"/>
                        </a:rPr>
                        <a:t> </a:t>
                      </a:r>
                      <a:r>
                        <a:rPr sz="1400" dirty="0">
                          <a:solidFill>
                            <a:schemeClr val="bg2">
                              <a:lumMod val="75000"/>
                            </a:schemeClr>
                          </a:solidFill>
                          <a:latin typeface="Verdana"/>
                          <a:cs typeface="Verdana"/>
                        </a:rPr>
                        <a:t>acqua</a:t>
                      </a:r>
                      <a:r>
                        <a:rPr sz="1400" spc="-20" dirty="0">
                          <a:solidFill>
                            <a:schemeClr val="bg2">
                              <a:lumMod val="75000"/>
                            </a:schemeClr>
                          </a:solidFill>
                          <a:latin typeface="Verdana"/>
                          <a:cs typeface="Verdana"/>
                        </a:rPr>
                        <a:t> </a:t>
                      </a:r>
                      <a:r>
                        <a:rPr sz="1400" dirty="0">
                          <a:solidFill>
                            <a:schemeClr val="bg2">
                              <a:lumMod val="75000"/>
                            </a:schemeClr>
                          </a:solidFill>
                          <a:latin typeface="Verdana"/>
                          <a:cs typeface="Verdana"/>
                        </a:rPr>
                        <a:t>potabile</a:t>
                      </a: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2F5"/>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28390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9700" y="6350000"/>
            <a:ext cx="609600" cy="355600"/>
          </a:xfrm>
          <a:prstGeom prst="rect">
            <a:avLst/>
          </a:prstGeom>
          <a:extLst>
            <a:ext uri="{C572A759-6A51-4108-AA02-DFA0A04FC94B}">
              <ma14:wrappingTextBoxFlag xmlns:ma14="http://schemas.microsoft.com/office/mac/drawingml/2011/main" xmlns="" val="0"/>
            </a:ext>
          </a:extLst>
        </p:spPr>
        <p:txBody>
          <a:bodyPr anchor="ctr" anchorCtr="0"/>
          <a:lstStyle>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0" marR="0" lvl="0" indent="0" algn="ctr" defTabSz="1625519"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10" b="1" i="0" u="none" strike="noStrike" kern="1200" cap="none" spc="0" normalizeH="0" baseline="0" noProof="0">
                <a:ln>
                  <a:noFill/>
                </a:ln>
                <a:solidFill>
                  <a:srgbClr val="000000"/>
                </a:solidFill>
                <a:effectLst/>
                <a:uLnTx/>
                <a:uFillTx/>
                <a:latin typeface="Open Sans"/>
                <a:ea typeface="Open Sans"/>
                <a:cs typeface="Open Sans"/>
              </a:rPr>
              <a:pPr marL="0" marR="0" lvl="0" indent="0" algn="ctr" defTabSz="1625519" rtl="0" eaLnBrk="1" fontAlgn="auto" latinLnBrk="0" hangingPunct="1">
                <a:lnSpc>
                  <a:spcPct val="100000"/>
                </a:lnSpc>
                <a:spcBef>
                  <a:spcPts val="0"/>
                </a:spcBef>
                <a:spcAft>
                  <a:spcPts val="0"/>
                </a:spcAft>
                <a:buClrTx/>
                <a:buSzTx/>
                <a:buFontTx/>
                <a:buNone/>
                <a:tabLst/>
                <a:defRPr/>
              </a:pPr>
              <a:t>39</a:t>
            </a:fld>
            <a:endParaRPr kumimoji="0" lang="en-US" sz="1210" b="1" i="0" u="none" strike="noStrike" kern="1200" cap="none" spc="0" normalizeH="0" baseline="0" noProof="0">
              <a:ln>
                <a:noFill/>
              </a:ln>
              <a:solidFill>
                <a:srgbClr val="000000"/>
              </a:solidFill>
              <a:effectLst/>
              <a:uLnTx/>
              <a:uFillTx/>
              <a:latin typeface="Open Sans"/>
              <a:ea typeface="Open Sans"/>
              <a:cs typeface="Open Sans"/>
            </a:endParaRPr>
          </a:p>
        </p:txBody>
      </p:sp>
      <p:sp>
        <p:nvSpPr>
          <p:cNvPr id="5" name="CasellaDiTesto 4">
            <a:extLst>
              <a:ext uri="{FF2B5EF4-FFF2-40B4-BE49-F238E27FC236}">
                <a16:creationId xmlns:a16="http://schemas.microsoft.com/office/drawing/2014/main" id="{FD442EA1-45FA-4FF2-862D-8AE30D1DA2DE}"/>
              </a:ext>
            </a:extLst>
          </p:cNvPr>
          <p:cNvSpPr txBox="1"/>
          <p:nvPr/>
        </p:nvSpPr>
        <p:spPr>
          <a:xfrm>
            <a:off x="596900" y="571500"/>
            <a:ext cx="10363200" cy="952500"/>
          </a:xfrm>
          <a:prstGeom prst="rect">
            <a:avLst/>
          </a:prstGeom>
          <a:noFill/>
        </p:spPr>
        <p:txBody>
          <a:bodyPr vertOverflow="overflow" vert="horz" wrap="square"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4400" b="0" i="0" u="none" strike="noStrike" kern="1200" cap="none" spc="0" normalizeH="0" baseline="0" noProof="0">
                <a:ln>
                  <a:noFill/>
                </a:ln>
                <a:solidFill>
                  <a:prstClr val="white"/>
                </a:solidFill>
                <a:effectLst/>
                <a:uLnTx/>
                <a:uFillTx/>
                <a:latin typeface="Montserrat ExtraBold"/>
                <a:ea typeface="+mn-ea"/>
                <a:cs typeface="+mn-cs"/>
              </a:rPr>
              <a:t>MISURE DI IMPLEMENTAZIONE</a:t>
            </a:r>
          </a:p>
        </p:txBody>
      </p:sp>
      <p:sp>
        <p:nvSpPr>
          <p:cNvPr id="6" name="CasellaDiTesto 5">
            <a:extLst>
              <a:ext uri="{FF2B5EF4-FFF2-40B4-BE49-F238E27FC236}">
                <a16:creationId xmlns:a16="http://schemas.microsoft.com/office/drawing/2014/main" id="{10CF690D-856E-4B9C-9145-7D1C5B204091}"/>
              </a:ext>
            </a:extLst>
          </p:cNvPr>
          <p:cNvSpPr txBox="1"/>
          <p:nvPr/>
        </p:nvSpPr>
        <p:spPr>
          <a:xfrm>
            <a:off x="1790700" y="2349500"/>
            <a:ext cx="914400" cy="45720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white"/>
                </a:solidFill>
                <a:effectLst/>
                <a:uLnTx/>
                <a:uFillTx/>
                <a:latin typeface="Open Sans"/>
                <a:ea typeface="+mn-ea"/>
                <a:cs typeface="+mn-cs"/>
              </a:rPr>
              <a:t>60%</a:t>
            </a:r>
          </a:p>
        </p:txBody>
      </p:sp>
      <p:sp>
        <p:nvSpPr>
          <p:cNvPr id="7" name="CasellaDiTesto 6">
            <a:extLst>
              <a:ext uri="{FF2B5EF4-FFF2-40B4-BE49-F238E27FC236}">
                <a16:creationId xmlns:a16="http://schemas.microsoft.com/office/drawing/2014/main" id="{BBA2C046-D985-460E-B461-CD8EEC5C5453}"/>
              </a:ext>
            </a:extLst>
          </p:cNvPr>
          <p:cNvSpPr txBox="1"/>
          <p:nvPr/>
        </p:nvSpPr>
        <p:spPr>
          <a:xfrm>
            <a:off x="8877300" y="2349500"/>
            <a:ext cx="914400" cy="45720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white"/>
                </a:solidFill>
                <a:effectLst/>
                <a:uLnTx/>
                <a:uFillTx/>
                <a:latin typeface="Open Sans"/>
                <a:ea typeface="+mn-ea"/>
                <a:cs typeface="+mn-cs"/>
              </a:rPr>
              <a:t>30%</a:t>
            </a:r>
          </a:p>
        </p:txBody>
      </p:sp>
      <p:sp>
        <p:nvSpPr>
          <p:cNvPr id="8" name="CasellaDiTesto 7">
            <a:extLst>
              <a:ext uri="{FF2B5EF4-FFF2-40B4-BE49-F238E27FC236}">
                <a16:creationId xmlns:a16="http://schemas.microsoft.com/office/drawing/2014/main" id="{DB2EA420-E6E7-4FC9-B970-B32166377C94}"/>
              </a:ext>
            </a:extLst>
          </p:cNvPr>
          <p:cNvSpPr txBox="1"/>
          <p:nvPr/>
        </p:nvSpPr>
        <p:spPr>
          <a:xfrm>
            <a:off x="5321300" y="2349500"/>
            <a:ext cx="914400" cy="457200"/>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a:ln>
                  <a:noFill/>
                </a:ln>
                <a:solidFill>
                  <a:prstClr val="white"/>
                </a:solidFill>
                <a:effectLst/>
                <a:uLnTx/>
                <a:uFillTx/>
                <a:latin typeface="Open Sans"/>
                <a:ea typeface="+mn-ea"/>
                <a:cs typeface="+mn-cs"/>
              </a:rPr>
              <a:t>10%</a:t>
            </a:r>
          </a:p>
        </p:txBody>
      </p:sp>
      <p:sp>
        <p:nvSpPr>
          <p:cNvPr id="9" name="CasellaDiTesto 8">
            <a:extLst>
              <a:ext uri="{FF2B5EF4-FFF2-40B4-BE49-F238E27FC236}">
                <a16:creationId xmlns:a16="http://schemas.microsoft.com/office/drawing/2014/main" id="{C533AB4D-4F8A-49EA-BBB7-64674A5A3655}"/>
              </a:ext>
            </a:extLst>
          </p:cNvPr>
          <p:cNvSpPr txBox="1"/>
          <p:nvPr/>
        </p:nvSpPr>
        <p:spPr>
          <a:xfrm>
            <a:off x="1054100" y="3530600"/>
            <a:ext cx="2616200" cy="707886"/>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a:ln>
                  <a:noFill/>
                </a:ln>
                <a:solidFill>
                  <a:prstClr val="white"/>
                </a:solidFill>
                <a:effectLst/>
                <a:uLnTx/>
                <a:uFillTx/>
                <a:latin typeface="Open Sans"/>
                <a:ea typeface="+mn-ea"/>
                <a:cs typeface="+mn-cs"/>
              </a:rPr>
              <a:t>PERCENTUALE DI CONFORMITÀ</a:t>
            </a:r>
          </a:p>
        </p:txBody>
      </p:sp>
      <p:sp>
        <p:nvSpPr>
          <p:cNvPr id="10" name="CasellaDiTesto 9">
            <a:extLst>
              <a:ext uri="{FF2B5EF4-FFF2-40B4-BE49-F238E27FC236}">
                <a16:creationId xmlns:a16="http://schemas.microsoft.com/office/drawing/2014/main" id="{DD060B2A-6C97-4F2E-B155-E66546545AAD}"/>
              </a:ext>
            </a:extLst>
          </p:cNvPr>
          <p:cNvSpPr txBox="1"/>
          <p:nvPr/>
        </p:nvSpPr>
        <p:spPr>
          <a:xfrm>
            <a:off x="1054100" y="4127500"/>
            <a:ext cx="2616200" cy="1631216"/>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a:ln>
                  <a:noFill/>
                </a:ln>
                <a:solidFill>
                  <a:prstClr val="white"/>
                </a:solidFill>
                <a:effectLst/>
                <a:uLnTx/>
                <a:uFillTx/>
                <a:latin typeface="Open Sans"/>
                <a:ea typeface="Open Sans"/>
                <a:cs typeface="Open Sans"/>
              </a:rPr>
              <a:t>Il 60% delle organizzazioni ha già implementato le misure richieste dalla direttiva NIS 2.</a:t>
            </a:r>
          </a:p>
        </p:txBody>
      </p:sp>
      <p:sp>
        <p:nvSpPr>
          <p:cNvPr id="11" name="CasellaDiTesto 10">
            <a:extLst>
              <a:ext uri="{FF2B5EF4-FFF2-40B4-BE49-F238E27FC236}">
                <a16:creationId xmlns:a16="http://schemas.microsoft.com/office/drawing/2014/main" id="{6D60509D-4129-4A98-ADC6-824DE4FA2BBE}"/>
              </a:ext>
            </a:extLst>
          </p:cNvPr>
          <p:cNvSpPr txBox="1"/>
          <p:nvPr/>
        </p:nvSpPr>
        <p:spPr>
          <a:xfrm>
            <a:off x="8140700" y="3530600"/>
            <a:ext cx="2616200" cy="707886"/>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a:ln>
                  <a:noFill/>
                </a:ln>
                <a:solidFill>
                  <a:prstClr val="white"/>
                </a:solidFill>
                <a:effectLst/>
                <a:uLnTx/>
                <a:uFillTx/>
                <a:latin typeface="Open Sans"/>
                <a:ea typeface="+mn-ea"/>
                <a:cs typeface="+mn-cs"/>
              </a:rPr>
              <a:t>PERCENTUALE IN VALUTAZIONE</a:t>
            </a:r>
          </a:p>
        </p:txBody>
      </p:sp>
      <p:sp>
        <p:nvSpPr>
          <p:cNvPr id="12" name="CasellaDiTesto 11">
            <a:extLst>
              <a:ext uri="{FF2B5EF4-FFF2-40B4-BE49-F238E27FC236}">
                <a16:creationId xmlns:a16="http://schemas.microsoft.com/office/drawing/2014/main" id="{61A92AF6-36A7-4E78-BB42-507171376BAA}"/>
              </a:ext>
            </a:extLst>
          </p:cNvPr>
          <p:cNvSpPr txBox="1"/>
          <p:nvPr/>
        </p:nvSpPr>
        <p:spPr>
          <a:xfrm>
            <a:off x="8140700" y="4127500"/>
            <a:ext cx="2616200" cy="1938992"/>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a:ln>
                  <a:noFill/>
                </a:ln>
                <a:solidFill>
                  <a:prstClr val="white"/>
                </a:solidFill>
                <a:effectLst/>
                <a:uLnTx/>
                <a:uFillTx/>
                <a:latin typeface="Open Sans"/>
                <a:ea typeface="Open Sans"/>
                <a:cs typeface="Open Sans"/>
              </a:rPr>
              <a:t>Il 30% delle organizzazioni sta attualmente valutando le proprie procedure di sicurezza.</a:t>
            </a:r>
          </a:p>
        </p:txBody>
      </p:sp>
      <p:sp>
        <p:nvSpPr>
          <p:cNvPr id="13" name="CasellaDiTesto 12">
            <a:extLst>
              <a:ext uri="{FF2B5EF4-FFF2-40B4-BE49-F238E27FC236}">
                <a16:creationId xmlns:a16="http://schemas.microsoft.com/office/drawing/2014/main" id="{1C5D1F49-2834-4A75-A557-265E718DF227}"/>
              </a:ext>
            </a:extLst>
          </p:cNvPr>
          <p:cNvSpPr txBox="1"/>
          <p:nvPr/>
        </p:nvSpPr>
        <p:spPr>
          <a:xfrm>
            <a:off x="4584700" y="3530600"/>
            <a:ext cx="2616200" cy="707886"/>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1" i="0" u="none" strike="noStrike" kern="1200" cap="none" spc="0" normalizeH="0" baseline="0" noProof="0">
                <a:ln>
                  <a:noFill/>
                </a:ln>
                <a:solidFill>
                  <a:prstClr val="white"/>
                </a:solidFill>
                <a:effectLst/>
                <a:uLnTx/>
                <a:uFillTx/>
                <a:latin typeface="Open Sans"/>
                <a:ea typeface="+mn-ea"/>
                <a:cs typeface="+mn-cs"/>
              </a:rPr>
              <a:t>PERCENTUALE NON CONFORME</a:t>
            </a:r>
          </a:p>
        </p:txBody>
      </p:sp>
      <p:sp>
        <p:nvSpPr>
          <p:cNvPr id="14" name="CasellaDiTesto 13">
            <a:extLst>
              <a:ext uri="{FF2B5EF4-FFF2-40B4-BE49-F238E27FC236}">
                <a16:creationId xmlns:a16="http://schemas.microsoft.com/office/drawing/2014/main" id="{3425F32E-FAAE-4EF8-8B48-D143DA0E9AE9}"/>
              </a:ext>
            </a:extLst>
          </p:cNvPr>
          <p:cNvSpPr txBox="1"/>
          <p:nvPr/>
        </p:nvSpPr>
        <p:spPr>
          <a:xfrm>
            <a:off x="4584700" y="4127500"/>
            <a:ext cx="2616200" cy="1631216"/>
          </a:xfrm>
          <a:prstGeom prst="rect">
            <a:avLst/>
          </a:prstGeom>
          <a:noFill/>
        </p:spPr>
        <p:txBody>
          <a:bodyPr vertOverflow="overflow" vert="horz"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2000" b="0" i="0" u="none" strike="noStrike" kern="1200" cap="none" spc="0" normalizeH="0" baseline="0" noProof="0">
                <a:ln>
                  <a:noFill/>
                </a:ln>
                <a:solidFill>
                  <a:prstClr val="white"/>
                </a:solidFill>
                <a:effectLst/>
                <a:uLnTx/>
                <a:uFillTx/>
                <a:latin typeface="Open Sans"/>
                <a:ea typeface="Open Sans"/>
                <a:cs typeface="Open Sans"/>
              </a:rPr>
              <a:t>Il 10% delle organizzazioni non ha ancora avviato i processi di attuazione.</a:t>
            </a:r>
          </a:p>
        </p:txBody>
      </p:sp>
    </p:spTree>
    <p:extLst>
      <p:ext uri="{BB962C8B-B14F-4D97-AF65-F5344CB8AC3E}">
        <p14:creationId xmlns:p14="http://schemas.microsoft.com/office/powerpoint/2010/main" val="24147143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9689767-5911-5011-1D34-126EFBAACADE}"/>
              </a:ext>
            </a:extLst>
          </p:cNvPr>
          <p:cNvSpPr>
            <a:spLocks noGrp="1"/>
          </p:cNvSpPr>
          <p:nvPr>
            <p:ph type="title"/>
          </p:nvPr>
        </p:nvSpPr>
        <p:spPr>
          <a:xfrm>
            <a:off x="130932" y="619622"/>
            <a:ext cx="4365455" cy="5607551"/>
          </a:xfrm>
        </p:spPr>
        <p:txBody>
          <a:bodyPr/>
          <a:lstStyle/>
          <a:p>
            <a:pPr algn="ctr"/>
            <a:r>
              <a:rPr lang="it-IT" sz="4000" dirty="0"/>
              <a:t>CONCLUSIONI</a:t>
            </a:r>
            <a:br>
              <a:rPr lang="it-IT" sz="4000" dirty="0"/>
            </a:br>
            <a:br>
              <a:rPr lang="it-IT" sz="4000" dirty="0"/>
            </a:br>
            <a:r>
              <a:rPr lang="it-IT" dirty="0"/>
              <a:t>E </a:t>
            </a:r>
            <a:br>
              <a:rPr lang="it-IT" dirty="0"/>
            </a:br>
            <a:br>
              <a:rPr lang="it-IT" dirty="0"/>
            </a:br>
            <a:r>
              <a:rPr lang="it-IT" dirty="0"/>
              <a:t>PROSPETTIVE</a:t>
            </a:r>
          </a:p>
        </p:txBody>
      </p:sp>
      <p:sp>
        <p:nvSpPr>
          <p:cNvPr id="3" name="Segnaposto piè di pagina 2">
            <a:extLst>
              <a:ext uri="{FF2B5EF4-FFF2-40B4-BE49-F238E27FC236}">
                <a16:creationId xmlns:a16="http://schemas.microsoft.com/office/drawing/2014/main" id="{1ADE63B7-0BE1-4065-4FBA-2F22AB9EBCB9}"/>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D" sz="1400" b="1" i="0" u="none" strike="noStrike" kern="1200" cap="none" spc="0" normalizeH="0" baseline="0" noProof="0" dirty="0">
                <a:ln>
                  <a:noFill/>
                </a:ln>
                <a:solidFill>
                  <a:prstClr val="black"/>
                </a:solidFill>
                <a:effectLst/>
                <a:uLnTx/>
                <a:uFillTx/>
                <a:latin typeface="Open Sans"/>
                <a:ea typeface="+mn-ea"/>
                <a:cs typeface="+mn-cs"/>
              </a:rPr>
              <a:t>DIRETTIVA EUROPEA NIS 2</a:t>
            </a:r>
          </a:p>
        </p:txBody>
      </p:sp>
      <p:sp>
        <p:nvSpPr>
          <p:cNvPr id="4" name="Segnaposto numero diapositiva 3">
            <a:extLst>
              <a:ext uri="{FF2B5EF4-FFF2-40B4-BE49-F238E27FC236}">
                <a16:creationId xmlns:a16="http://schemas.microsoft.com/office/drawing/2014/main" id="{3800DACD-ED94-8D0F-290A-703C0B278682}"/>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F6F24BE-8BEB-403A-BDCC-38E201D0662D}" type="slidenum">
              <a:rPr kumimoji="0" lang="en-ID" sz="1210" b="1" i="0" u="none" strike="noStrike" kern="1200" cap="none" spc="0" normalizeH="0" baseline="0" noProof="0" smtClean="0">
                <a:ln>
                  <a:noFill/>
                </a:ln>
                <a:solidFill>
                  <a:prstClr val="black"/>
                </a:solidFill>
                <a:effectLst/>
                <a:uLnTx/>
                <a:uFillTx/>
                <a:latin typeface="Open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ID" sz="1210" b="1" i="0" u="none" strike="noStrike" kern="1200" cap="none" spc="0" normalizeH="0" baseline="0" noProof="0">
              <a:ln>
                <a:noFill/>
              </a:ln>
              <a:solidFill>
                <a:prstClr val="black"/>
              </a:solidFill>
              <a:effectLst/>
              <a:uLnTx/>
              <a:uFillTx/>
              <a:latin typeface="Open Sans"/>
              <a:ea typeface="+mn-ea"/>
              <a:cs typeface="+mn-cs"/>
            </a:endParaRPr>
          </a:p>
        </p:txBody>
      </p:sp>
      <p:sp>
        <p:nvSpPr>
          <p:cNvPr id="6" name="Segnaposto testo 5">
            <a:extLst>
              <a:ext uri="{FF2B5EF4-FFF2-40B4-BE49-F238E27FC236}">
                <a16:creationId xmlns:a16="http://schemas.microsoft.com/office/drawing/2014/main" id="{48A0B677-C414-A416-C096-AC4B58C11FBD}"/>
              </a:ext>
            </a:extLst>
          </p:cNvPr>
          <p:cNvSpPr>
            <a:spLocks noGrp="1"/>
          </p:cNvSpPr>
          <p:nvPr>
            <p:ph type="body" sz="quarter" idx="13"/>
          </p:nvPr>
        </p:nvSpPr>
        <p:spPr>
          <a:xfrm>
            <a:off x="7250675" y="1721348"/>
            <a:ext cx="3717892" cy="5581588"/>
          </a:xfrm>
        </p:spPr>
        <p:txBody>
          <a:bodyPr/>
          <a:lstStyle/>
          <a:p>
            <a:r>
              <a:rPr lang="it-IT" sz="2000"/>
              <a:t>La Direttiva NIS 2 è fondamentale per garantire una cyber sicurezza robusta nell'UE. Essa promuove un approccio omogeneo e cooperativo tra i vari settori e Stati membri per affrontare le minacce emergenti.</a:t>
            </a:r>
          </a:p>
        </p:txBody>
      </p:sp>
      <p:sp>
        <p:nvSpPr>
          <p:cNvPr id="7" name="Segnaposto testo 6">
            <a:extLst>
              <a:ext uri="{FF2B5EF4-FFF2-40B4-BE49-F238E27FC236}">
                <a16:creationId xmlns:a16="http://schemas.microsoft.com/office/drawing/2014/main" id="{E889BBA9-19A2-C2D8-8A3A-D358FB74868A}"/>
              </a:ext>
            </a:extLst>
          </p:cNvPr>
          <p:cNvSpPr>
            <a:spLocks noGrp="1"/>
          </p:cNvSpPr>
          <p:nvPr>
            <p:ph type="body" sz="quarter" idx="14"/>
          </p:nvPr>
        </p:nvSpPr>
        <p:spPr>
          <a:xfrm>
            <a:off x="7249433" y="910478"/>
            <a:ext cx="3719134" cy="403028"/>
          </a:xfrm>
        </p:spPr>
        <p:txBody>
          <a:bodyPr/>
          <a:lstStyle/>
          <a:p>
            <a:r>
              <a:rPr lang="it-IT" sz="2000"/>
              <a:t>IMPORTANZA DELLA DIRETTIVA</a:t>
            </a:r>
          </a:p>
        </p:txBody>
      </p:sp>
      <p:pic>
        <p:nvPicPr>
          <p:cNvPr id="11" name="Segnaposto immagine 10" descr="Immagine che contiene testo, schermata, modello, Policromia&#10;&#10;Descrizione generata automaticamente">
            <a:extLst>
              <a:ext uri="{FF2B5EF4-FFF2-40B4-BE49-F238E27FC236}">
                <a16:creationId xmlns:a16="http://schemas.microsoft.com/office/drawing/2014/main" id="{B4A668C6-9950-FE62-88AF-2BE3F6E61DD9}"/>
              </a:ext>
            </a:extLst>
          </p:cNvPr>
          <p:cNvPicPr>
            <a:picLocks noGrp="1" noChangeAspect="1"/>
          </p:cNvPicPr>
          <p:nvPr>
            <p:ph type="pic" sz="quarter" idx="12"/>
          </p:nvPr>
        </p:nvPicPr>
        <p:blipFill>
          <a:blip r:embed="rId2"/>
          <a:srcRect l="21738" r="21738"/>
          <a:stretch/>
        </p:blipFill>
        <p:spPr>
          <a:xfrm>
            <a:off x="4395857" y="3300"/>
            <a:ext cx="2859938" cy="6840195"/>
          </a:xfrm>
        </p:spPr>
      </p:pic>
    </p:spTree>
    <p:extLst>
      <p:ext uri="{BB962C8B-B14F-4D97-AF65-F5344CB8AC3E}">
        <p14:creationId xmlns:p14="http://schemas.microsoft.com/office/powerpoint/2010/main" val="3648064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5834" y="3101467"/>
            <a:ext cx="9632732" cy="452120"/>
          </a:xfrm>
          <a:prstGeom prst="rect">
            <a:avLst/>
          </a:prstGeom>
        </p:spPr>
        <p:txBody>
          <a:bodyPr vert="horz" wrap="square" lIns="0" tIns="12065" rIns="0" bIns="0" rtlCol="0">
            <a:spAutoFit/>
          </a:bodyPr>
          <a:lstStyle/>
          <a:p>
            <a:pPr marL="12700" algn="ctr">
              <a:lnSpc>
                <a:spcPct val="100000"/>
              </a:lnSpc>
              <a:spcBef>
                <a:spcPts val="95"/>
              </a:spcBef>
            </a:pPr>
            <a:r>
              <a:rPr b="1" spc="-5" dirty="0">
                <a:latin typeface="Verdana"/>
                <a:cs typeface="Verdana"/>
              </a:rPr>
              <a:t>Ma</a:t>
            </a:r>
            <a:r>
              <a:rPr b="1" dirty="0">
                <a:latin typeface="Verdana"/>
                <a:cs typeface="Verdana"/>
              </a:rPr>
              <a:t> </a:t>
            </a:r>
            <a:r>
              <a:rPr b="1" spc="-5" dirty="0">
                <a:latin typeface="Verdana"/>
                <a:cs typeface="Verdana"/>
              </a:rPr>
              <a:t>cosa</a:t>
            </a:r>
            <a:r>
              <a:rPr b="1" spc="25" dirty="0">
                <a:latin typeface="Verdana"/>
                <a:cs typeface="Verdana"/>
              </a:rPr>
              <a:t> </a:t>
            </a:r>
            <a:r>
              <a:rPr b="1" spc="-5" dirty="0">
                <a:latin typeface="Verdana"/>
                <a:cs typeface="Verdana"/>
              </a:rPr>
              <a:t>si</a:t>
            </a:r>
            <a:r>
              <a:rPr b="1" spc="15" dirty="0">
                <a:latin typeface="Verdana"/>
                <a:cs typeface="Verdana"/>
              </a:rPr>
              <a:t> </a:t>
            </a:r>
            <a:r>
              <a:rPr b="1" spc="-5" dirty="0">
                <a:latin typeface="Verdana"/>
                <a:cs typeface="Verdana"/>
              </a:rPr>
              <a:t>intende</a:t>
            </a:r>
            <a:r>
              <a:rPr b="1" spc="40" dirty="0">
                <a:latin typeface="Verdana"/>
                <a:cs typeface="Verdana"/>
              </a:rPr>
              <a:t> </a:t>
            </a:r>
            <a:r>
              <a:rPr b="1" spc="-5" dirty="0">
                <a:latin typeface="Verdana"/>
                <a:cs typeface="Verdana"/>
              </a:rPr>
              <a:t>per</a:t>
            </a:r>
            <a:r>
              <a:rPr b="1" spc="15" dirty="0">
                <a:latin typeface="Verdana"/>
                <a:cs typeface="Verdana"/>
              </a:rPr>
              <a:t> </a:t>
            </a:r>
            <a:r>
              <a:rPr b="1" spc="-5" dirty="0">
                <a:latin typeface="Verdana"/>
                <a:cs typeface="Verdana"/>
              </a:rPr>
              <a:t>cyber</a:t>
            </a:r>
            <a:r>
              <a:rPr b="1" spc="-20" dirty="0">
                <a:latin typeface="Verdana"/>
                <a:cs typeface="Verdana"/>
              </a:rPr>
              <a:t> </a:t>
            </a:r>
            <a:r>
              <a:rPr b="1" spc="-10" dirty="0">
                <a:latin typeface="Verdana"/>
                <a:cs typeface="Verdana"/>
              </a:rPr>
              <a:t>risk?</a:t>
            </a:r>
          </a:p>
        </p:txBody>
      </p:sp>
    </p:spTree>
    <p:extLst>
      <p:ext uri="{BB962C8B-B14F-4D97-AF65-F5344CB8AC3E}">
        <p14:creationId xmlns:p14="http://schemas.microsoft.com/office/powerpoint/2010/main" val="3709528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1707" y="2592070"/>
            <a:ext cx="10147935" cy="2586355"/>
          </a:xfrm>
          <a:prstGeom prst="rect">
            <a:avLst/>
          </a:prstGeom>
        </p:spPr>
        <p:txBody>
          <a:bodyPr vert="horz" wrap="square" lIns="0" tIns="12700" rIns="0" bIns="0" rtlCol="0">
            <a:spAutoFit/>
          </a:bodyPr>
          <a:lstStyle/>
          <a:p>
            <a:pPr marL="12700" marR="5080" algn="just">
              <a:lnSpc>
                <a:spcPct val="100000"/>
              </a:lnSpc>
              <a:spcBef>
                <a:spcPts val="100"/>
              </a:spcBef>
            </a:pPr>
            <a:r>
              <a:rPr sz="2400" spc="-5" dirty="0">
                <a:latin typeface="Verdana"/>
                <a:cs typeface="Verdana"/>
              </a:rPr>
              <a:t>La</a:t>
            </a:r>
            <a:r>
              <a:rPr sz="2400" dirty="0">
                <a:latin typeface="Verdana"/>
                <a:cs typeface="Verdana"/>
              </a:rPr>
              <a:t> </a:t>
            </a:r>
            <a:r>
              <a:rPr sz="2400" spc="-5" dirty="0">
                <a:latin typeface="Verdana"/>
                <a:cs typeface="Verdana"/>
              </a:rPr>
              <a:t>rivoluzione</a:t>
            </a:r>
            <a:r>
              <a:rPr sz="2400" dirty="0">
                <a:latin typeface="Verdana"/>
                <a:cs typeface="Verdana"/>
              </a:rPr>
              <a:t> </a:t>
            </a:r>
            <a:r>
              <a:rPr sz="2400" spc="-5" dirty="0">
                <a:latin typeface="Verdana"/>
                <a:cs typeface="Verdana"/>
              </a:rPr>
              <a:t>digitale</a:t>
            </a:r>
            <a:r>
              <a:rPr sz="2400" dirty="0">
                <a:latin typeface="Verdana"/>
                <a:cs typeface="Verdana"/>
              </a:rPr>
              <a:t> sta</a:t>
            </a:r>
            <a:r>
              <a:rPr sz="2400" spc="5" dirty="0">
                <a:latin typeface="Verdana"/>
                <a:cs typeface="Verdana"/>
              </a:rPr>
              <a:t> </a:t>
            </a:r>
            <a:r>
              <a:rPr sz="2400" spc="-5" dirty="0">
                <a:latin typeface="Verdana"/>
                <a:cs typeface="Verdana"/>
              </a:rPr>
              <a:t>portando</a:t>
            </a:r>
            <a:r>
              <a:rPr sz="2400" dirty="0">
                <a:latin typeface="Verdana"/>
                <a:cs typeface="Verdana"/>
              </a:rPr>
              <a:t> molti</a:t>
            </a:r>
            <a:r>
              <a:rPr sz="2400" spc="5" dirty="0">
                <a:latin typeface="Verdana"/>
                <a:cs typeface="Verdana"/>
              </a:rPr>
              <a:t> </a:t>
            </a:r>
            <a:r>
              <a:rPr sz="2400" spc="-5" dirty="0">
                <a:latin typeface="Verdana"/>
                <a:cs typeface="Verdana"/>
              </a:rPr>
              <a:t>benefici</a:t>
            </a:r>
            <a:r>
              <a:rPr sz="2400" dirty="0">
                <a:latin typeface="Verdana"/>
                <a:cs typeface="Verdana"/>
              </a:rPr>
              <a:t> alla</a:t>
            </a:r>
            <a:r>
              <a:rPr sz="2400" spc="5" dirty="0">
                <a:latin typeface="Verdana"/>
                <a:cs typeface="Verdana"/>
              </a:rPr>
              <a:t> </a:t>
            </a:r>
            <a:r>
              <a:rPr sz="2400" spc="-5" dirty="0">
                <a:latin typeface="Verdana"/>
                <a:cs typeface="Verdana"/>
              </a:rPr>
              <a:t>nostra </a:t>
            </a:r>
            <a:r>
              <a:rPr sz="2400" spc="-830" dirty="0">
                <a:latin typeface="Verdana"/>
                <a:cs typeface="Verdana"/>
              </a:rPr>
              <a:t> </a:t>
            </a:r>
            <a:r>
              <a:rPr sz="2400" spc="-5" dirty="0">
                <a:latin typeface="Verdana"/>
                <a:cs typeface="Verdana"/>
              </a:rPr>
              <a:t>società, </a:t>
            </a:r>
            <a:r>
              <a:rPr sz="2400" dirty="0">
                <a:latin typeface="Verdana"/>
                <a:cs typeface="Verdana"/>
              </a:rPr>
              <a:t>ma, come spesso </a:t>
            </a:r>
            <a:r>
              <a:rPr sz="2400" spc="-5" dirty="0">
                <a:latin typeface="Verdana"/>
                <a:cs typeface="Verdana"/>
              </a:rPr>
              <a:t>accade, bisogna considerare </a:t>
            </a:r>
            <a:r>
              <a:rPr sz="2400" dirty="0">
                <a:latin typeface="Verdana"/>
                <a:cs typeface="Verdana"/>
              </a:rPr>
              <a:t>anche il </a:t>
            </a:r>
            <a:r>
              <a:rPr sz="2400" spc="5" dirty="0">
                <a:latin typeface="Verdana"/>
                <a:cs typeface="Verdana"/>
              </a:rPr>
              <a:t> </a:t>
            </a:r>
            <a:r>
              <a:rPr sz="2400" spc="-5" dirty="0">
                <a:latin typeface="Verdana"/>
                <a:cs typeface="Verdana"/>
              </a:rPr>
              <a:t>rovescio</a:t>
            </a:r>
            <a:r>
              <a:rPr sz="2400" dirty="0">
                <a:latin typeface="Verdana"/>
                <a:cs typeface="Verdana"/>
              </a:rPr>
              <a:t> </a:t>
            </a:r>
            <a:r>
              <a:rPr sz="2400" spc="-5" dirty="0">
                <a:latin typeface="Verdana"/>
                <a:cs typeface="Verdana"/>
              </a:rPr>
              <a:t>della</a:t>
            </a:r>
            <a:r>
              <a:rPr sz="2400" dirty="0">
                <a:latin typeface="Verdana"/>
                <a:cs typeface="Verdana"/>
              </a:rPr>
              <a:t> </a:t>
            </a:r>
            <a:r>
              <a:rPr sz="2400" spc="-5" dirty="0">
                <a:latin typeface="Verdana"/>
                <a:cs typeface="Verdana"/>
              </a:rPr>
              <a:t>medaglia.</a:t>
            </a:r>
            <a:r>
              <a:rPr sz="2400" dirty="0">
                <a:latin typeface="Verdana"/>
                <a:cs typeface="Verdana"/>
              </a:rPr>
              <a:t> </a:t>
            </a:r>
            <a:r>
              <a:rPr sz="2400" spc="-5" dirty="0">
                <a:latin typeface="Verdana"/>
                <a:cs typeface="Verdana"/>
              </a:rPr>
              <a:t>Difatti,</a:t>
            </a:r>
            <a:r>
              <a:rPr sz="2400" dirty="0">
                <a:latin typeface="Verdana"/>
                <a:cs typeface="Verdana"/>
              </a:rPr>
              <a:t> accanto</a:t>
            </a:r>
            <a:r>
              <a:rPr sz="2400" spc="5" dirty="0">
                <a:latin typeface="Verdana"/>
                <a:cs typeface="Verdana"/>
              </a:rPr>
              <a:t> </a:t>
            </a:r>
            <a:r>
              <a:rPr sz="2400" dirty="0">
                <a:latin typeface="Verdana"/>
                <a:cs typeface="Verdana"/>
              </a:rPr>
              <a:t>agli</a:t>
            </a:r>
            <a:r>
              <a:rPr sz="2400" spc="5" dirty="0">
                <a:latin typeface="Verdana"/>
                <a:cs typeface="Verdana"/>
              </a:rPr>
              <a:t> </a:t>
            </a:r>
            <a:r>
              <a:rPr sz="2400" spc="-5" dirty="0">
                <a:latin typeface="Verdana"/>
                <a:cs typeface="Verdana"/>
              </a:rPr>
              <a:t>innumerevoli </a:t>
            </a:r>
            <a:r>
              <a:rPr sz="2400" dirty="0">
                <a:latin typeface="Verdana"/>
                <a:cs typeface="Verdana"/>
              </a:rPr>
              <a:t> </a:t>
            </a:r>
            <a:r>
              <a:rPr sz="2400" spc="-5" dirty="0">
                <a:latin typeface="Verdana"/>
                <a:cs typeface="Verdana"/>
              </a:rPr>
              <a:t>benefici,</a:t>
            </a:r>
            <a:r>
              <a:rPr sz="2400" dirty="0">
                <a:latin typeface="Verdana"/>
                <a:cs typeface="Verdana"/>
              </a:rPr>
              <a:t> </a:t>
            </a:r>
            <a:r>
              <a:rPr sz="2400" spc="-5" dirty="0">
                <a:latin typeface="Verdana"/>
                <a:cs typeface="Verdana"/>
              </a:rPr>
              <a:t>l’uso</a:t>
            </a:r>
            <a:r>
              <a:rPr sz="2400" dirty="0">
                <a:latin typeface="Verdana"/>
                <a:cs typeface="Verdana"/>
              </a:rPr>
              <a:t> incontrollato</a:t>
            </a:r>
            <a:r>
              <a:rPr sz="2400" spc="5" dirty="0">
                <a:latin typeface="Verdana"/>
                <a:cs typeface="Verdana"/>
              </a:rPr>
              <a:t> di</a:t>
            </a:r>
            <a:r>
              <a:rPr sz="2400" spc="10" dirty="0">
                <a:latin typeface="Verdana"/>
                <a:cs typeface="Verdana"/>
              </a:rPr>
              <a:t> </a:t>
            </a:r>
            <a:r>
              <a:rPr sz="2400" dirty="0">
                <a:latin typeface="Verdana"/>
                <a:cs typeface="Verdana"/>
              </a:rPr>
              <a:t>Internet</a:t>
            </a:r>
            <a:r>
              <a:rPr sz="2400" spc="5" dirty="0">
                <a:latin typeface="Verdana"/>
                <a:cs typeface="Verdana"/>
              </a:rPr>
              <a:t> </a:t>
            </a:r>
            <a:r>
              <a:rPr sz="2400" dirty="0">
                <a:latin typeface="Verdana"/>
                <a:cs typeface="Verdana"/>
              </a:rPr>
              <a:t>può</a:t>
            </a:r>
            <a:r>
              <a:rPr sz="2400" spc="5" dirty="0">
                <a:latin typeface="Verdana"/>
                <a:cs typeface="Verdana"/>
              </a:rPr>
              <a:t> </a:t>
            </a:r>
            <a:r>
              <a:rPr sz="2400" dirty="0">
                <a:latin typeface="Verdana"/>
                <a:cs typeface="Verdana"/>
              </a:rPr>
              <a:t>comportare</a:t>
            </a:r>
            <a:r>
              <a:rPr sz="2400" spc="5" dirty="0">
                <a:latin typeface="Verdana"/>
                <a:cs typeface="Verdana"/>
              </a:rPr>
              <a:t> una </a:t>
            </a:r>
            <a:r>
              <a:rPr sz="2400" spc="10" dirty="0">
                <a:latin typeface="Verdana"/>
                <a:cs typeface="Verdana"/>
              </a:rPr>
              <a:t> </a:t>
            </a:r>
            <a:r>
              <a:rPr sz="2400" spc="-5" dirty="0">
                <a:latin typeface="Verdana"/>
                <a:cs typeface="Verdana"/>
              </a:rPr>
              <a:t>quantità</a:t>
            </a:r>
            <a:r>
              <a:rPr sz="2400" dirty="0">
                <a:latin typeface="Verdana"/>
                <a:cs typeface="Verdana"/>
              </a:rPr>
              <a:t> </a:t>
            </a:r>
            <a:r>
              <a:rPr sz="2400" spc="-5" dirty="0">
                <a:latin typeface="Verdana"/>
                <a:cs typeface="Verdana"/>
              </a:rPr>
              <a:t>notevole</a:t>
            </a:r>
            <a:r>
              <a:rPr sz="2400" dirty="0">
                <a:latin typeface="Verdana"/>
                <a:cs typeface="Verdana"/>
              </a:rPr>
              <a:t> </a:t>
            </a:r>
            <a:r>
              <a:rPr sz="2400" spc="5" dirty="0">
                <a:latin typeface="Verdana"/>
                <a:cs typeface="Verdana"/>
              </a:rPr>
              <a:t>di</a:t>
            </a:r>
            <a:r>
              <a:rPr sz="2400" spc="10" dirty="0">
                <a:latin typeface="Verdana"/>
                <a:cs typeface="Verdana"/>
              </a:rPr>
              <a:t> </a:t>
            </a:r>
            <a:r>
              <a:rPr sz="2400" spc="-5" dirty="0">
                <a:latin typeface="Verdana"/>
                <a:cs typeface="Verdana"/>
              </a:rPr>
              <a:t>insidie</a:t>
            </a:r>
            <a:r>
              <a:rPr sz="2400" dirty="0">
                <a:latin typeface="Verdana"/>
                <a:cs typeface="Verdana"/>
              </a:rPr>
              <a:t> e</a:t>
            </a:r>
            <a:r>
              <a:rPr sz="2400" spc="5" dirty="0">
                <a:latin typeface="Verdana"/>
                <a:cs typeface="Verdana"/>
              </a:rPr>
              <a:t> </a:t>
            </a:r>
            <a:r>
              <a:rPr sz="2400" spc="-5" dirty="0">
                <a:latin typeface="Verdana"/>
                <a:cs typeface="Verdana"/>
              </a:rPr>
              <a:t>problematiche</a:t>
            </a:r>
            <a:r>
              <a:rPr sz="2400" dirty="0">
                <a:latin typeface="Verdana"/>
                <a:cs typeface="Verdana"/>
              </a:rPr>
              <a:t> che</a:t>
            </a:r>
            <a:r>
              <a:rPr sz="2400" spc="5" dirty="0">
                <a:latin typeface="Verdana"/>
                <a:cs typeface="Verdana"/>
              </a:rPr>
              <a:t> </a:t>
            </a:r>
            <a:r>
              <a:rPr sz="2400" spc="-5" dirty="0">
                <a:latin typeface="Verdana"/>
                <a:cs typeface="Verdana"/>
              </a:rPr>
              <a:t>rientrano </a:t>
            </a:r>
            <a:r>
              <a:rPr sz="2400" dirty="0">
                <a:latin typeface="Verdana"/>
                <a:cs typeface="Verdana"/>
              </a:rPr>
              <a:t> </a:t>
            </a:r>
            <a:r>
              <a:rPr sz="2400" spc="-5" dirty="0">
                <a:latin typeface="Verdana"/>
                <a:cs typeface="Verdana"/>
              </a:rPr>
              <a:t>nell’ambito</a:t>
            </a:r>
            <a:r>
              <a:rPr sz="2400" dirty="0">
                <a:latin typeface="Verdana"/>
                <a:cs typeface="Verdana"/>
              </a:rPr>
              <a:t> </a:t>
            </a:r>
            <a:r>
              <a:rPr sz="2400" spc="5" dirty="0">
                <a:latin typeface="Verdana"/>
                <a:cs typeface="Verdana"/>
              </a:rPr>
              <a:t>di</a:t>
            </a:r>
            <a:r>
              <a:rPr sz="2400" spc="10" dirty="0">
                <a:latin typeface="Verdana"/>
                <a:cs typeface="Verdana"/>
              </a:rPr>
              <a:t> </a:t>
            </a:r>
            <a:r>
              <a:rPr sz="2400" dirty="0">
                <a:latin typeface="Verdana"/>
                <a:cs typeface="Verdana"/>
              </a:rPr>
              <a:t>quel</a:t>
            </a:r>
            <a:r>
              <a:rPr sz="2400" spc="5" dirty="0">
                <a:latin typeface="Verdana"/>
                <a:cs typeface="Verdana"/>
              </a:rPr>
              <a:t> </a:t>
            </a:r>
            <a:r>
              <a:rPr sz="2400" dirty="0">
                <a:latin typeface="Verdana"/>
                <a:cs typeface="Verdana"/>
              </a:rPr>
              <a:t>fenomeno</a:t>
            </a:r>
            <a:r>
              <a:rPr sz="2400" spc="5" dirty="0">
                <a:latin typeface="Verdana"/>
                <a:cs typeface="Verdana"/>
              </a:rPr>
              <a:t> </a:t>
            </a:r>
            <a:r>
              <a:rPr sz="2400" dirty="0">
                <a:latin typeface="Verdana"/>
                <a:cs typeface="Verdana"/>
              </a:rPr>
              <a:t>definito</a:t>
            </a:r>
            <a:r>
              <a:rPr sz="2400" spc="5" dirty="0">
                <a:latin typeface="Verdana"/>
                <a:cs typeface="Verdana"/>
              </a:rPr>
              <a:t> </a:t>
            </a:r>
            <a:r>
              <a:rPr sz="2400" dirty="0">
                <a:latin typeface="Verdana"/>
                <a:cs typeface="Verdana"/>
              </a:rPr>
              <a:t>cyber</a:t>
            </a:r>
            <a:r>
              <a:rPr sz="2400" spc="5" dirty="0">
                <a:latin typeface="Verdana"/>
                <a:cs typeface="Verdana"/>
              </a:rPr>
              <a:t> </a:t>
            </a:r>
            <a:r>
              <a:rPr sz="2400" dirty="0">
                <a:latin typeface="Verdana"/>
                <a:cs typeface="Verdana"/>
              </a:rPr>
              <a:t>risk</a:t>
            </a:r>
            <a:r>
              <a:rPr sz="2400" spc="5" dirty="0">
                <a:latin typeface="Verdana"/>
                <a:cs typeface="Verdana"/>
              </a:rPr>
              <a:t> </a:t>
            </a:r>
            <a:r>
              <a:rPr sz="2400" spc="-5" dirty="0">
                <a:latin typeface="Verdana"/>
                <a:cs typeface="Verdana"/>
              </a:rPr>
              <a:t>“rischio </a:t>
            </a:r>
            <a:r>
              <a:rPr sz="2400" spc="-830" dirty="0">
                <a:latin typeface="Verdana"/>
                <a:cs typeface="Verdana"/>
              </a:rPr>
              <a:t> </a:t>
            </a:r>
            <a:r>
              <a:rPr sz="2400" spc="-5" dirty="0">
                <a:latin typeface="Verdana"/>
                <a:cs typeface="Verdana"/>
              </a:rPr>
              <a:t>informatico</a:t>
            </a:r>
            <a:r>
              <a:rPr sz="2400" spc="65" dirty="0">
                <a:latin typeface="Verdana"/>
                <a:cs typeface="Verdana"/>
              </a:rPr>
              <a:t> </a:t>
            </a:r>
            <a:r>
              <a:rPr sz="2400" dirty="0">
                <a:latin typeface="Verdana"/>
                <a:cs typeface="Verdana"/>
              </a:rPr>
              <a:t>(o</a:t>
            </a:r>
            <a:r>
              <a:rPr sz="2400" spc="15" dirty="0">
                <a:latin typeface="Verdana"/>
                <a:cs typeface="Verdana"/>
              </a:rPr>
              <a:t> </a:t>
            </a:r>
            <a:r>
              <a:rPr sz="2400" spc="-45" dirty="0">
                <a:latin typeface="Verdana"/>
                <a:cs typeface="Verdana"/>
              </a:rPr>
              <a:t>ICT)”.</a:t>
            </a:r>
            <a:endParaRPr sz="2400">
              <a:latin typeface="Verdana"/>
              <a:cs typeface="Verdana"/>
            </a:endParaRPr>
          </a:p>
        </p:txBody>
      </p:sp>
    </p:spTree>
    <p:extLst>
      <p:ext uri="{BB962C8B-B14F-4D97-AF65-F5344CB8AC3E}">
        <p14:creationId xmlns:p14="http://schemas.microsoft.com/office/powerpoint/2010/main" val="9864842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4943" y="2634488"/>
            <a:ext cx="10079355" cy="2586355"/>
          </a:xfrm>
          <a:prstGeom prst="rect">
            <a:avLst/>
          </a:prstGeom>
        </p:spPr>
        <p:txBody>
          <a:bodyPr vert="horz" wrap="square" lIns="0" tIns="12700" rIns="0" bIns="0" rtlCol="0">
            <a:spAutoFit/>
          </a:bodyPr>
          <a:lstStyle/>
          <a:p>
            <a:pPr marL="12700" marR="5080" algn="just">
              <a:lnSpc>
                <a:spcPct val="100000"/>
              </a:lnSpc>
              <a:spcBef>
                <a:spcPts val="100"/>
              </a:spcBef>
            </a:pPr>
            <a:r>
              <a:rPr sz="2400" spc="-5" dirty="0">
                <a:latin typeface="Verdana"/>
                <a:cs typeface="Verdana"/>
              </a:rPr>
              <a:t>Il </a:t>
            </a:r>
            <a:r>
              <a:rPr sz="2400" dirty="0">
                <a:latin typeface="Verdana"/>
                <a:cs typeface="Verdana"/>
              </a:rPr>
              <a:t>rischio </a:t>
            </a:r>
            <a:r>
              <a:rPr sz="2400" spc="-5" dirty="0">
                <a:latin typeface="Verdana"/>
                <a:cs typeface="Verdana"/>
              </a:rPr>
              <a:t>informatico </a:t>
            </a:r>
            <a:r>
              <a:rPr sz="2400" dirty="0">
                <a:latin typeface="Verdana"/>
                <a:cs typeface="Verdana"/>
              </a:rPr>
              <a:t>può essere definito </a:t>
            </a:r>
            <a:r>
              <a:rPr sz="2400" spc="-5" dirty="0">
                <a:latin typeface="Verdana"/>
                <a:cs typeface="Verdana"/>
              </a:rPr>
              <a:t>come </a:t>
            </a:r>
            <a:r>
              <a:rPr sz="2400" dirty="0">
                <a:latin typeface="Verdana"/>
                <a:cs typeface="Verdana"/>
              </a:rPr>
              <a:t>il rischio </a:t>
            </a:r>
            <a:r>
              <a:rPr sz="2400" spc="5" dirty="0">
                <a:latin typeface="Verdana"/>
                <a:cs typeface="Verdana"/>
              </a:rPr>
              <a:t>di </a:t>
            </a:r>
            <a:r>
              <a:rPr sz="2400" dirty="0">
                <a:latin typeface="Verdana"/>
                <a:cs typeface="Verdana"/>
              </a:rPr>
              <a:t>danni </a:t>
            </a:r>
            <a:r>
              <a:rPr sz="2400" spc="5" dirty="0">
                <a:latin typeface="Verdana"/>
                <a:cs typeface="Verdana"/>
              </a:rPr>
              <a:t> </a:t>
            </a:r>
            <a:r>
              <a:rPr sz="2400" spc="-5" dirty="0">
                <a:latin typeface="Verdana"/>
                <a:cs typeface="Verdana"/>
              </a:rPr>
              <a:t>economici</a:t>
            </a:r>
            <a:r>
              <a:rPr sz="2400" dirty="0">
                <a:latin typeface="Verdana"/>
                <a:cs typeface="Verdana"/>
              </a:rPr>
              <a:t> </a:t>
            </a:r>
            <a:r>
              <a:rPr sz="2400" spc="-5" dirty="0">
                <a:latin typeface="Verdana"/>
                <a:cs typeface="Verdana"/>
              </a:rPr>
              <a:t>(rischi</a:t>
            </a:r>
            <a:r>
              <a:rPr sz="2400" dirty="0">
                <a:latin typeface="Verdana"/>
                <a:cs typeface="Verdana"/>
              </a:rPr>
              <a:t> </a:t>
            </a:r>
            <a:r>
              <a:rPr sz="2400" spc="-5" dirty="0">
                <a:latin typeface="Verdana"/>
                <a:cs typeface="Verdana"/>
              </a:rPr>
              <a:t>diretti)</a:t>
            </a:r>
            <a:r>
              <a:rPr sz="2400" dirty="0">
                <a:latin typeface="Verdana"/>
                <a:cs typeface="Verdana"/>
              </a:rPr>
              <a:t> e</a:t>
            </a:r>
            <a:r>
              <a:rPr sz="2400" spc="5" dirty="0">
                <a:latin typeface="Verdana"/>
                <a:cs typeface="Verdana"/>
              </a:rPr>
              <a:t> di</a:t>
            </a:r>
            <a:r>
              <a:rPr sz="2400" spc="10" dirty="0">
                <a:latin typeface="Verdana"/>
                <a:cs typeface="Verdana"/>
              </a:rPr>
              <a:t> </a:t>
            </a:r>
            <a:r>
              <a:rPr sz="2400" spc="-5" dirty="0">
                <a:latin typeface="Verdana"/>
                <a:cs typeface="Verdana"/>
              </a:rPr>
              <a:t>reputazione</a:t>
            </a:r>
            <a:r>
              <a:rPr sz="2400" dirty="0">
                <a:latin typeface="Verdana"/>
                <a:cs typeface="Verdana"/>
              </a:rPr>
              <a:t> </a:t>
            </a:r>
            <a:r>
              <a:rPr sz="2400" spc="-5" dirty="0">
                <a:latin typeface="Verdana"/>
                <a:cs typeface="Verdana"/>
              </a:rPr>
              <a:t>(rischi</a:t>
            </a:r>
            <a:r>
              <a:rPr sz="2400" dirty="0">
                <a:latin typeface="Verdana"/>
                <a:cs typeface="Verdana"/>
              </a:rPr>
              <a:t> </a:t>
            </a:r>
            <a:r>
              <a:rPr sz="2400" spc="-5" dirty="0">
                <a:latin typeface="Verdana"/>
                <a:cs typeface="Verdana"/>
              </a:rPr>
              <a:t>indiretti) </a:t>
            </a:r>
            <a:r>
              <a:rPr sz="2400" dirty="0">
                <a:latin typeface="Verdana"/>
                <a:cs typeface="Verdana"/>
              </a:rPr>
              <a:t> </a:t>
            </a:r>
            <a:r>
              <a:rPr sz="2400" spc="-10" dirty="0">
                <a:latin typeface="Verdana"/>
                <a:cs typeface="Verdana"/>
              </a:rPr>
              <a:t>derivanti</a:t>
            </a:r>
            <a:r>
              <a:rPr sz="2400" spc="-5" dirty="0">
                <a:latin typeface="Verdana"/>
                <a:cs typeface="Verdana"/>
              </a:rPr>
              <a:t> dall’uso</a:t>
            </a:r>
            <a:r>
              <a:rPr sz="2400" dirty="0">
                <a:latin typeface="Verdana"/>
                <a:cs typeface="Verdana"/>
              </a:rPr>
              <a:t> </a:t>
            </a:r>
            <a:r>
              <a:rPr sz="2400" spc="-5" dirty="0">
                <a:latin typeface="Verdana"/>
                <a:cs typeface="Verdana"/>
              </a:rPr>
              <a:t>della</a:t>
            </a:r>
            <a:r>
              <a:rPr sz="2400" dirty="0">
                <a:latin typeface="Verdana"/>
                <a:cs typeface="Verdana"/>
              </a:rPr>
              <a:t> </a:t>
            </a:r>
            <a:r>
              <a:rPr sz="2400" spc="-5" dirty="0">
                <a:latin typeface="Verdana"/>
                <a:cs typeface="Verdana"/>
              </a:rPr>
              <a:t>tecnologia,</a:t>
            </a:r>
            <a:r>
              <a:rPr sz="2400" dirty="0">
                <a:latin typeface="Verdana"/>
                <a:cs typeface="Verdana"/>
              </a:rPr>
              <a:t> </a:t>
            </a:r>
            <a:r>
              <a:rPr sz="2400" spc="-5" dirty="0">
                <a:latin typeface="Verdana"/>
                <a:cs typeface="Verdana"/>
              </a:rPr>
              <a:t>intendendosi</a:t>
            </a:r>
            <a:r>
              <a:rPr sz="2400" dirty="0">
                <a:latin typeface="Verdana"/>
                <a:cs typeface="Verdana"/>
              </a:rPr>
              <a:t> con</a:t>
            </a:r>
            <a:r>
              <a:rPr sz="2400" spc="5" dirty="0">
                <a:latin typeface="Verdana"/>
                <a:cs typeface="Verdana"/>
              </a:rPr>
              <a:t> </a:t>
            </a:r>
            <a:r>
              <a:rPr sz="2400" spc="-5" dirty="0">
                <a:latin typeface="Verdana"/>
                <a:cs typeface="Verdana"/>
              </a:rPr>
              <a:t>ciò</a:t>
            </a:r>
            <a:r>
              <a:rPr sz="2400" dirty="0">
                <a:latin typeface="Verdana"/>
                <a:cs typeface="Verdana"/>
              </a:rPr>
              <a:t> </a:t>
            </a:r>
            <a:r>
              <a:rPr sz="2400" spc="-5" dirty="0">
                <a:latin typeface="Verdana"/>
                <a:cs typeface="Verdana"/>
              </a:rPr>
              <a:t>sia</a:t>
            </a:r>
            <a:r>
              <a:rPr sz="2400" spc="830" dirty="0">
                <a:latin typeface="Verdana"/>
                <a:cs typeface="Verdana"/>
              </a:rPr>
              <a:t> </a:t>
            </a:r>
            <a:r>
              <a:rPr sz="2400" dirty="0">
                <a:latin typeface="Verdana"/>
                <a:cs typeface="Verdana"/>
              </a:rPr>
              <a:t>i </a:t>
            </a:r>
            <a:r>
              <a:rPr sz="2400" spc="-830" dirty="0">
                <a:latin typeface="Verdana"/>
                <a:cs typeface="Verdana"/>
              </a:rPr>
              <a:t> </a:t>
            </a:r>
            <a:r>
              <a:rPr sz="2400" dirty="0">
                <a:latin typeface="Verdana"/>
                <a:cs typeface="Verdana"/>
              </a:rPr>
              <a:t>rischi</a:t>
            </a:r>
            <a:r>
              <a:rPr sz="2400" spc="5" dirty="0">
                <a:latin typeface="Verdana"/>
                <a:cs typeface="Verdana"/>
              </a:rPr>
              <a:t> </a:t>
            </a:r>
            <a:r>
              <a:rPr sz="2400" spc="-5" dirty="0">
                <a:latin typeface="Verdana"/>
                <a:cs typeface="Verdana"/>
              </a:rPr>
              <a:t>impliciti</a:t>
            </a:r>
            <a:r>
              <a:rPr sz="2400" dirty="0">
                <a:latin typeface="Verdana"/>
                <a:cs typeface="Verdana"/>
              </a:rPr>
              <a:t> </a:t>
            </a:r>
            <a:r>
              <a:rPr sz="2400" spc="-5" dirty="0">
                <a:latin typeface="Verdana"/>
                <a:cs typeface="Verdana"/>
              </a:rPr>
              <a:t>nella</a:t>
            </a:r>
            <a:r>
              <a:rPr sz="2400" dirty="0">
                <a:latin typeface="Verdana"/>
                <a:cs typeface="Verdana"/>
              </a:rPr>
              <a:t> </a:t>
            </a:r>
            <a:r>
              <a:rPr sz="2400" spc="-5" dirty="0">
                <a:latin typeface="Verdana"/>
                <a:cs typeface="Verdana"/>
              </a:rPr>
              <a:t>tecnologia</a:t>
            </a:r>
            <a:r>
              <a:rPr sz="2400" dirty="0">
                <a:latin typeface="Verdana"/>
                <a:cs typeface="Verdana"/>
              </a:rPr>
              <a:t> (i</a:t>
            </a:r>
            <a:r>
              <a:rPr sz="2400" spc="5" dirty="0">
                <a:latin typeface="Verdana"/>
                <a:cs typeface="Verdana"/>
              </a:rPr>
              <a:t> </a:t>
            </a:r>
            <a:r>
              <a:rPr sz="2400" dirty="0">
                <a:latin typeface="Verdana"/>
                <a:cs typeface="Verdana"/>
              </a:rPr>
              <a:t>cosiddetti</a:t>
            </a:r>
            <a:r>
              <a:rPr sz="2400" spc="5" dirty="0">
                <a:latin typeface="Verdana"/>
                <a:cs typeface="Verdana"/>
              </a:rPr>
              <a:t> </a:t>
            </a:r>
            <a:r>
              <a:rPr sz="2400" dirty="0">
                <a:latin typeface="Verdana"/>
                <a:cs typeface="Verdana"/>
              </a:rPr>
              <a:t>rischi</a:t>
            </a:r>
            <a:r>
              <a:rPr sz="2400" spc="5" dirty="0">
                <a:latin typeface="Verdana"/>
                <a:cs typeface="Verdana"/>
              </a:rPr>
              <a:t> di</a:t>
            </a:r>
            <a:r>
              <a:rPr sz="2400" spc="10" dirty="0">
                <a:latin typeface="Verdana"/>
                <a:cs typeface="Verdana"/>
              </a:rPr>
              <a:t> </a:t>
            </a:r>
            <a:r>
              <a:rPr sz="2400" spc="-10" dirty="0">
                <a:latin typeface="Verdana"/>
                <a:cs typeface="Verdana"/>
              </a:rPr>
              <a:t>natura </a:t>
            </a:r>
            <a:r>
              <a:rPr sz="2400" spc="-5" dirty="0">
                <a:latin typeface="Verdana"/>
                <a:cs typeface="Verdana"/>
              </a:rPr>
              <a:t> </a:t>
            </a:r>
            <a:r>
              <a:rPr sz="2400" dirty="0">
                <a:latin typeface="Verdana"/>
                <a:cs typeface="Verdana"/>
              </a:rPr>
              <a:t>endogena)</a:t>
            </a:r>
            <a:r>
              <a:rPr sz="2400" spc="5" dirty="0">
                <a:latin typeface="Verdana"/>
                <a:cs typeface="Verdana"/>
              </a:rPr>
              <a:t> </a:t>
            </a:r>
            <a:r>
              <a:rPr sz="2400" dirty="0">
                <a:latin typeface="Verdana"/>
                <a:cs typeface="Verdana"/>
              </a:rPr>
              <a:t>che</a:t>
            </a:r>
            <a:r>
              <a:rPr sz="2400" spc="5" dirty="0">
                <a:latin typeface="Verdana"/>
                <a:cs typeface="Verdana"/>
              </a:rPr>
              <a:t> </a:t>
            </a:r>
            <a:r>
              <a:rPr sz="2400" dirty="0">
                <a:latin typeface="Verdana"/>
                <a:cs typeface="Verdana"/>
              </a:rPr>
              <a:t>i</a:t>
            </a:r>
            <a:r>
              <a:rPr sz="2400" spc="5" dirty="0">
                <a:latin typeface="Verdana"/>
                <a:cs typeface="Verdana"/>
              </a:rPr>
              <a:t> </a:t>
            </a:r>
            <a:r>
              <a:rPr sz="2400" dirty="0">
                <a:latin typeface="Verdana"/>
                <a:cs typeface="Verdana"/>
              </a:rPr>
              <a:t>rischi</a:t>
            </a:r>
            <a:r>
              <a:rPr sz="2400" spc="5" dirty="0">
                <a:latin typeface="Verdana"/>
                <a:cs typeface="Verdana"/>
              </a:rPr>
              <a:t> </a:t>
            </a:r>
            <a:r>
              <a:rPr sz="2400" spc="-5" dirty="0">
                <a:latin typeface="Verdana"/>
                <a:cs typeface="Verdana"/>
              </a:rPr>
              <a:t>derivanti</a:t>
            </a:r>
            <a:r>
              <a:rPr sz="2400" dirty="0">
                <a:latin typeface="Verdana"/>
                <a:cs typeface="Verdana"/>
              </a:rPr>
              <a:t> </a:t>
            </a:r>
            <a:r>
              <a:rPr sz="2400" spc="-5" dirty="0">
                <a:latin typeface="Verdana"/>
                <a:cs typeface="Verdana"/>
              </a:rPr>
              <a:t>dall’automazione,</a:t>
            </a:r>
            <a:r>
              <a:rPr sz="2400" spc="830" dirty="0">
                <a:latin typeface="Verdana"/>
                <a:cs typeface="Verdana"/>
              </a:rPr>
              <a:t> </a:t>
            </a:r>
            <a:r>
              <a:rPr sz="2400" spc="-10" dirty="0">
                <a:latin typeface="Verdana"/>
                <a:cs typeface="Verdana"/>
              </a:rPr>
              <a:t>attraverso </a:t>
            </a:r>
            <a:r>
              <a:rPr sz="2400" spc="-5" dirty="0">
                <a:latin typeface="Verdana"/>
                <a:cs typeface="Verdana"/>
              </a:rPr>
              <a:t> l’uso della tecnologia, </a:t>
            </a:r>
            <a:r>
              <a:rPr sz="2400" spc="5" dirty="0">
                <a:latin typeface="Verdana"/>
                <a:cs typeface="Verdana"/>
              </a:rPr>
              <a:t>di </a:t>
            </a:r>
            <a:r>
              <a:rPr sz="2400" dirty="0">
                <a:latin typeface="Verdana"/>
                <a:cs typeface="Verdana"/>
              </a:rPr>
              <a:t>processi </a:t>
            </a:r>
            <a:r>
              <a:rPr sz="2400" spc="-5" dirty="0">
                <a:latin typeface="Verdana"/>
                <a:cs typeface="Verdana"/>
              </a:rPr>
              <a:t>operativi aziendali </a:t>
            </a:r>
            <a:r>
              <a:rPr sz="2400" spc="5" dirty="0">
                <a:latin typeface="Verdana"/>
                <a:cs typeface="Verdana"/>
              </a:rPr>
              <a:t>(i </a:t>
            </a:r>
            <a:r>
              <a:rPr sz="2400" dirty="0">
                <a:latin typeface="Verdana"/>
                <a:cs typeface="Verdana"/>
              </a:rPr>
              <a:t>cosiddetti </a:t>
            </a:r>
            <a:r>
              <a:rPr sz="2400" spc="5" dirty="0">
                <a:latin typeface="Verdana"/>
                <a:cs typeface="Verdana"/>
              </a:rPr>
              <a:t> </a:t>
            </a:r>
            <a:r>
              <a:rPr sz="2400" spc="-5" dirty="0">
                <a:latin typeface="Verdana"/>
                <a:cs typeface="Verdana"/>
              </a:rPr>
              <a:t>rischi</a:t>
            </a:r>
            <a:r>
              <a:rPr sz="2400" spc="20" dirty="0">
                <a:latin typeface="Verdana"/>
                <a:cs typeface="Verdana"/>
              </a:rPr>
              <a:t> </a:t>
            </a:r>
            <a:r>
              <a:rPr sz="2400" dirty="0">
                <a:latin typeface="Verdana"/>
                <a:cs typeface="Verdana"/>
              </a:rPr>
              <a:t>di</a:t>
            </a:r>
            <a:r>
              <a:rPr sz="2400" spc="5" dirty="0">
                <a:latin typeface="Verdana"/>
                <a:cs typeface="Verdana"/>
              </a:rPr>
              <a:t> </a:t>
            </a:r>
            <a:r>
              <a:rPr sz="2400" spc="-10" dirty="0">
                <a:latin typeface="Verdana"/>
                <a:cs typeface="Verdana"/>
              </a:rPr>
              <a:t>natura</a:t>
            </a:r>
            <a:r>
              <a:rPr sz="2400" spc="10" dirty="0">
                <a:latin typeface="Verdana"/>
                <a:cs typeface="Verdana"/>
              </a:rPr>
              <a:t> </a:t>
            </a:r>
            <a:r>
              <a:rPr sz="2400" spc="-5" dirty="0">
                <a:latin typeface="Verdana"/>
                <a:cs typeface="Verdana"/>
              </a:rPr>
              <a:t>esogena).</a:t>
            </a:r>
            <a:endParaRPr sz="2400">
              <a:latin typeface="Verdana"/>
              <a:cs typeface="Verdana"/>
            </a:endParaRPr>
          </a:p>
        </p:txBody>
      </p:sp>
    </p:spTree>
    <p:extLst>
      <p:ext uri="{BB962C8B-B14F-4D97-AF65-F5344CB8AC3E}">
        <p14:creationId xmlns:p14="http://schemas.microsoft.com/office/powerpoint/2010/main" val="119799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54074" y="2808223"/>
            <a:ext cx="9227185" cy="2159635"/>
          </a:xfrm>
          <a:prstGeom prst="rect">
            <a:avLst/>
          </a:prstGeom>
        </p:spPr>
        <p:txBody>
          <a:bodyPr vert="horz" wrap="square" lIns="0" tIns="12065" rIns="0" bIns="0" rtlCol="0">
            <a:spAutoFit/>
          </a:bodyPr>
          <a:lstStyle/>
          <a:p>
            <a:pPr marL="12700">
              <a:lnSpc>
                <a:spcPct val="100000"/>
              </a:lnSpc>
              <a:spcBef>
                <a:spcPts val="95"/>
              </a:spcBef>
            </a:pPr>
            <a:r>
              <a:rPr sz="2800" dirty="0">
                <a:latin typeface="Verdana"/>
                <a:cs typeface="Verdana"/>
              </a:rPr>
              <a:t>In</a:t>
            </a:r>
            <a:r>
              <a:rPr sz="2800" spc="-5" dirty="0">
                <a:latin typeface="Verdana"/>
                <a:cs typeface="Verdana"/>
              </a:rPr>
              <a:t> </a:t>
            </a:r>
            <a:r>
              <a:rPr sz="2800" spc="-10" dirty="0">
                <a:latin typeface="Verdana"/>
                <a:cs typeface="Verdana"/>
              </a:rPr>
              <a:t>particolare</a:t>
            </a:r>
            <a:r>
              <a:rPr sz="2800" spc="50" dirty="0">
                <a:latin typeface="Verdana"/>
                <a:cs typeface="Verdana"/>
              </a:rPr>
              <a:t> </a:t>
            </a:r>
            <a:r>
              <a:rPr sz="2800" spc="-10" dirty="0">
                <a:latin typeface="Verdana"/>
                <a:cs typeface="Verdana"/>
              </a:rPr>
              <a:t>questi</a:t>
            </a:r>
            <a:r>
              <a:rPr sz="2800" spc="20" dirty="0">
                <a:latin typeface="Verdana"/>
                <a:cs typeface="Verdana"/>
              </a:rPr>
              <a:t> </a:t>
            </a:r>
            <a:r>
              <a:rPr sz="2800" spc="-10" dirty="0">
                <a:latin typeface="Verdana"/>
                <a:cs typeface="Verdana"/>
              </a:rPr>
              <a:t>ultimi</a:t>
            </a:r>
            <a:r>
              <a:rPr sz="2800" spc="10" dirty="0">
                <a:latin typeface="Verdana"/>
                <a:cs typeface="Verdana"/>
              </a:rPr>
              <a:t> </a:t>
            </a:r>
            <a:r>
              <a:rPr sz="2800" spc="-10" dirty="0">
                <a:latin typeface="Verdana"/>
                <a:cs typeface="Verdana"/>
              </a:rPr>
              <a:t>possono</a:t>
            </a:r>
            <a:r>
              <a:rPr sz="2800" spc="40" dirty="0">
                <a:latin typeface="Verdana"/>
                <a:cs typeface="Verdana"/>
              </a:rPr>
              <a:t> </a:t>
            </a:r>
            <a:r>
              <a:rPr sz="2800" spc="-5" dirty="0">
                <a:latin typeface="Verdana"/>
                <a:cs typeface="Verdana"/>
              </a:rPr>
              <a:t>essere:</a:t>
            </a:r>
            <a:endParaRPr sz="2800">
              <a:latin typeface="Verdana"/>
              <a:cs typeface="Verdana"/>
            </a:endParaRPr>
          </a:p>
          <a:p>
            <a:pPr marL="300355" indent="-288290">
              <a:lnSpc>
                <a:spcPct val="100000"/>
              </a:lnSpc>
              <a:buChar char="-"/>
              <a:tabLst>
                <a:tab pos="300990" algn="l"/>
              </a:tabLst>
            </a:pPr>
            <a:r>
              <a:rPr sz="2800" spc="-5" dirty="0">
                <a:latin typeface="Verdana"/>
                <a:cs typeface="Verdana"/>
              </a:rPr>
              <a:t>danneggiamento</a:t>
            </a:r>
            <a:r>
              <a:rPr sz="2800" spc="20" dirty="0">
                <a:latin typeface="Verdana"/>
                <a:cs typeface="Verdana"/>
              </a:rPr>
              <a:t> </a:t>
            </a:r>
            <a:r>
              <a:rPr sz="2800" spc="-5" dirty="0">
                <a:latin typeface="Verdana"/>
                <a:cs typeface="Verdana"/>
              </a:rPr>
              <a:t>di</a:t>
            </a:r>
            <a:r>
              <a:rPr sz="2800" dirty="0">
                <a:latin typeface="Verdana"/>
                <a:cs typeface="Verdana"/>
              </a:rPr>
              <a:t> </a:t>
            </a:r>
            <a:r>
              <a:rPr sz="2800" spc="-10" dirty="0">
                <a:latin typeface="Verdana"/>
                <a:cs typeface="Verdana"/>
              </a:rPr>
              <a:t>hardware</a:t>
            </a:r>
            <a:r>
              <a:rPr sz="2800" spc="35" dirty="0">
                <a:latin typeface="Verdana"/>
                <a:cs typeface="Verdana"/>
              </a:rPr>
              <a:t> </a:t>
            </a:r>
            <a:r>
              <a:rPr sz="2800" spc="-5" dirty="0">
                <a:latin typeface="Verdana"/>
                <a:cs typeface="Verdana"/>
              </a:rPr>
              <a:t>e</a:t>
            </a:r>
            <a:r>
              <a:rPr sz="2800" spc="-10" dirty="0">
                <a:latin typeface="Verdana"/>
                <a:cs typeface="Verdana"/>
              </a:rPr>
              <a:t> software;</a:t>
            </a:r>
            <a:endParaRPr sz="2800">
              <a:latin typeface="Verdana"/>
              <a:cs typeface="Verdana"/>
            </a:endParaRPr>
          </a:p>
          <a:p>
            <a:pPr marL="300355" indent="-288290">
              <a:lnSpc>
                <a:spcPct val="100000"/>
              </a:lnSpc>
              <a:buChar char="-"/>
              <a:tabLst>
                <a:tab pos="300990" algn="l"/>
              </a:tabLst>
            </a:pPr>
            <a:r>
              <a:rPr sz="2800" spc="-5" dirty="0">
                <a:latin typeface="Verdana"/>
                <a:cs typeface="Verdana"/>
              </a:rPr>
              <a:t>errori</a:t>
            </a:r>
            <a:r>
              <a:rPr sz="2800" spc="30" dirty="0">
                <a:latin typeface="Verdana"/>
                <a:cs typeface="Verdana"/>
              </a:rPr>
              <a:t> </a:t>
            </a:r>
            <a:r>
              <a:rPr sz="2800" spc="-15" dirty="0">
                <a:latin typeface="Verdana"/>
                <a:cs typeface="Verdana"/>
              </a:rPr>
              <a:t>nell’esecuzione</a:t>
            </a:r>
            <a:r>
              <a:rPr sz="2800" spc="110" dirty="0">
                <a:latin typeface="Verdana"/>
                <a:cs typeface="Verdana"/>
              </a:rPr>
              <a:t> </a:t>
            </a:r>
            <a:r>
              <a:rPr sz="2800" spc="-10" dirty="0">
                <a:latin typeface="Verdana"/>
                <a:cs typeface="Verdana"/>
              </a:rPr>
              <a:t>delle</a:t>
            </a:r>
            <a:r>
              <a:rPr sz="2800" spc="20" dirty="0">
                <a:latin typeface="Verdana"/>
                <a:cs typeface="Verdana"/>
              </a:rPr>
              <a:t> </a:t>
            </a:r>
            <a:r>
              <a:rPr sz="2800" spc="-10" dirty="0">
                <a:latin typeface="Verdana"/>
                <a:cs typeface="Verdana"/>
              </a:rPr>
              <a:t>operazioni</a:t>
            </a:r>
            <a:r>
              <a:rPr sz="2800" spc="45" dirty="0">
                <a:latin typeface="Verdana"/>
                <a:cs typeface="Verdana"/>
              </a:rPr>
              <a:t> </a:t>
            </a:r>
            <a:r>
              <a:rPr sz="2800" spc="-5" dirty="0">
                <a:latin typeface="Verdana"/>
                <a:cs typeface="Verdana"/>
              </a:rPr>
              <a:t>nei</a:t>
            </a:r>
            <a:r>
              <a:rPr sz="2800" dirty="0">
                <a:latin typeface="Verdana"/>
                <a:cs typeface="Verdana"/>
              </a:rPr>
              <a:t> </a:t>
            </a:r>
            <a:r>
              <a:rPr sz="2800" spc="-10" dirty="0">
                <a:latin typeface="Verdana"/>
                <a:cs typeface="Verdana"/>
              </a:rPr>
              <a:t>sistemi;</a:t>
            </a:r>
            <a:endParaRPr sz="2800">
              <a:latin typeface="Verdana"/>
              <a:cs typeface="Verdana"/>
            </a:endParaRPr>
          </a:p>
          <a:p>
            <a:pPr marL="300355" indent="-288290">
              <a:lnSpc>
                <a:spcPct val="100000"/>
              </a:lnSpc>
              <a:buChar char="-"/>
              <a:tabLst>
                <a:tab pos="300990" algn="l"/>
              </a:tabLst>
            </a:pPr>
            <a:r>
              <a:rPr sz="2800" spc="-5" dirty="0">
                <a:latin typeface="Verdana"/>
                <a:cs typeface="Verdana"/>
              </a:rPr>
              <a:t>malfunzionamento</a:t>
            </a:r>
            <a:r>
              <a:rPr sz="2800" spc="35" dirty="0">
                <a:latin typeface="Verdana"/>
                <a:cs typeface="Verdana"/>
              </a:rPr>
              <a:t> </a:t>
            </a:r>
            <a:r>
              <a:rPr sz="2800" spc="-5" dirty="0">
                <a:latin typeface="Verdana"/>
                <a:cs typeface="Verdana"/>
              </a:rPr>
              <a:t>dei</a:t>
            </a:r>
            <a:r>
              <a:rPr sz="2800" spc="-15" dirty="0">
                <a:latin typeface="Verdana"/>
                <a:cs typeface="Verdana"/>
              </a:rPr>
              <a:t> </a:t>
            </a:r>
            <a:r>
              <a:rPr sz="2800" spc="-10" dirty="0">
                <a:latin typeface="Verdana"/>
                <a:cs typeface="Verdana"/>
              </a:rPr>
              <a:t>sistemi;</a:t>
            </a:r>
            <a:endParaRPr sz="2800">
              <a:latin typeface="Verdana"/>
              <a:cs typeface="Verdana"/>
            </a:endParaRPr>
          </a:p>
          <a:p>
            <a:pPr marL="300355" indent="-288290">
              <a:lnSpc>
                <a:spcPct val="100000"/>
              </a:lnSpc>
              <a:spcBef>
                <a:spcPts val="5"/>
              </a:spcBef>
              <a:buChar char="-"/>
              <a:tabLst>
                <a:tab pos="300990" algn="l"/>
              </a:tabLst>
            </a:pPr>
            <a:r>
              <a:rPr sz="2800" spc="-15" dirty="0">
                <a:latin typeface="Verdana"/>
                <a:cs typeface="Verdana"/>
              </a:rPr>
              <a:t>programmi</a:t>
            </a:r>
            <a:r>
              <a:rPr sz="2800" spc="30" dirty="0">
                <a:latin typeface="Verdana"/>
                <a:cs typeface="Verdana"/>
              </a:rPr>
              <a:t> </a:t>
            </a:r>
            <a:r>
              <a:rPr sz="2800" spc="-15" dirty="0">
                <a:latin typeface="Verdana"/>
                <a:cs typeface="Verdana"/>
              </a:rPr>
              <a:t>indesiderati.</a:t>
            </a:r>
            <a:endParaRPr sz="2800">
              <a:latin typeface="Verdana"/>
              <a:cs typeface="Verdana"/>
            </a:endParaRPr>
          </a:p>
        </p:txBody>
      </p:sp>
    </p:spTree>
    <p:extLst>
      <p:ext uri="{BB962C8B-B14F-4D97-AF65-F5344CB8AC3E}">
        <p14:creationId xmlns:p14="http://schemas.microsoft.com/office/powerpoint/2010/main" val="3375645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4943" y="2168093"/>
            <a:ext cx="6159500" cy="1031875"/>
          </a:xfrm>
          <a:prstGeom prst="rect">
            <a:avLst/>
          </a:prstGeom>
        </p:spPr>
        <p:txBody>
          <a:bodyPr vert="horz" wrap="square" lIns="0" tIns="12065" rIns="0" bIns="0" rtlCol="0">
            <a:spAutoFit/>
          </a:bodyPr>
          <a:lstStyle/>
          <a:p>
            <a:pPr marL="12700">
              <a:lnSpc>
                <a:spcPct val="100000"/>
              </a:lnSpc>
              <a:spcBef>
                <a:spcPts val="95"/>
              </a:spcBef>
            </a:pPr>
            <a:r>
              <a:rPr sz="2200" spc="-65" dirty="0">
                <a:latin typeface="Verdana"/>
                <a:cs typeface="Verdana"/>
              </a:rPr>
              <a:t>Tali</a:t>
            </a:r>
            <a:r>
              <a:rPr sz="2200" spc="-25" dirty="0">
                <a:latin typeface="Verdana"/>
                <a:cs typeface="Verdana"/>
              </a:rPr>
              <a:t> </a:t>
            </a:r>
            <a:r>
              <a:rPr sz="2200" spc="-5" dirty="0">
                <a:latin typeface="Verdana"/>
                <a:cs typeface="Verdana"/>
              </a:rPr>
              <a:t>rischi</a:t>
            </a:r>
            <a:r>
              <a:rPr sz="2200" dirty="0">
                <a:latin typeface="Verdana"/>
                <a:cs typeface="Verdana"/>
              </a:rPr>
              <a:t> </a:t>
            </a:r>
            <a:r>
              <a:rPr sz="2200" spc="-10" dirty="0">
                <a:latin typeface="Verdana"/>
                <a:cs typeface="Verdana"/>
              </a:rPr>
              <a:t>possono</a:t>
            </a:r>
            <a:r>
              <a:rPr sz="2200" spc="30" dirty="0">
                <a:latin typeface="Verdana"/>
                <a:cs typeface="Verdana"/>
              </a:rPr>
              <a:t> </a:t>
            </a:r>
            <a:r>
              <a:rPr sz="2200" spc="-5" dirty="0">
                <a:latin typeface="Verdana"/>
                <a:cs typeface="Verdana"/>
              </a:rPr>
              <a:t>verificarsi</a:t>
            </a:r>
            <a:r>
              <a:rPr sz="2200" spc="5" dirty="0">
                <a:latin typeface="Verdana"/>
                <a:cs typeface="Verdana"/>
              </a:rPr>
              <a:t> </a:t>
            </a:r>
            <a:r>
              <a:rPr sz="2200" dirty="0">
                <a:latin typeface="Verdana"/>
                <a:cs typeface="Verdana"/>
              </a:rPr>
              <a:t>in </a:t>
            </a:r>
            <a:r>
              <a:rPr sz="2200" spc="-10" dirty="0">
                <a:latin typeface="Verdana"/>
                <a:cs typeface="Verdana"/>
              </a:rPr>
              <a:t>diversi</a:t>
            </a:r>
            <a:r>
              <a:rPr sz="2200" spc="10" dirty="0">
                <a:latin typeface="Verdana"/>
                <a:cs typeface="Verdana"/>
              </a:rPr>
              <a:t> </a:t>
            </a:r>
            <a:r>
              <a:rPr sz="2200" spc="-5" dirty="0">
                <a:latin typeface="Verdana"/>
                <a:cs typeface="Verdana"/>
              </a:rPr>
              <a:t>casi:</a:t>
            </a:r>
            <a:endParaRPr sz="2200">
              <a:latin typeface="Verdana"/>
              <a:cs typeface="Verdana"/>
            </a:endParaRPr>
          </a:p>
          <a:p>
            <a:pPr marL="527685" marR="201295" indent="-515620">
              <a:lnSpc>
                <a:spcPct val="100000"/>
              </a:lnSpc>
              <a:spcBef>
                <a:spcPts val="5"/>
              </a:spcBef>
              <a:tabLst>
                <a:tab pos="527685" algn="l"/>
                <a:tab pos="934085" algn="l"/>
                <a:tab pos="2804795" algn="l"/>
                <a:tab pos="4074160" algn="l"/>
                <a:tab pos="5608955" algn="l"/>
              </a:tabLst>
            </a:pPr>
            <a:r>
              <a:rPr sz="2200" spc="-10" dirty="0">
                <a:latin typeface="Verdana"/>
                <a:cs typeface="Verdana"/>
              </a:rPr>
              <a:t>1</a:t>
            </a:r>
            <a:r>
              <a:rPr sz="2200" spc="-5" dirty="0">
                <a:latin typeface="Verdana"/>
                <a:cs typeface="Verdana"/>
              </a:rPr>
              <a:t>.</a:t>
            </a:r>
            <a:r>
              <a:rPr sz="2200" dirty="0">
                <a:latin typeface="Verdana"/>
                <a:cs typeface="Verdana"/>
              </a:rPr>
              <a:t>	</a:t>
            </a:r>
            <a:r>
              <a:rPr sz="2200" spc="-5" dirty="0">
                <a:latin typeface="Verdana"/>
                <a:cs typeface="Verdana"/>
              </a:rPr>
              <a:t>i</a:t>
            </a:r>
            <a:r>
              <a:rPr sz="2200" dirty="0">
                <a:latin typeface="Verdana"/>
                <a:cs typeface="Verdana"/>
              </a:rPr>
              <a:t>	</a:t>
            </a:r>
            <a:r>
              <a:rPr sz="2200" spc="-10" dirty="0">
                <a:latin typeface="Verdana"/>
                <a:cs typeface="Verdana"/>
              </a:rPr>
              <a:t>prog</a:t>
            </a:r>
            <a:r>
              <a:rPr sz="2200" spc="-35" dirty="0">
                <a:latin typeface="Verdana"/>
                <a:cs typeface="Verdana"/>
              </a:rPr>
              <a:t>r</a:t>
            </a:r>
            <a:r>
              <a:rPr sz="2200" spc="5" dirty="0">
                <a:latin typeface="Verdana"/>
                <a:cs typeface="Verdana"/>
              </a:rPr>
              <a:t>a</a:t>
            </a:r>
            <a:r>
              <a:rPr sz="2200" spc="-5" dirty="0">
                <a:latin typeface="Verdana"/>
                <a:cs typeface="Verdana"/>
              </a:rPr>
              <a:t>mmi</a:t>
            </a:r>
            <a:r>
              <a:rPr sz="2200" dirty="0">
                <a:latin typeface="Verdana"/>
                <a:cs typeface="Verdana"/>
              </a:rPr>
              <a:t>	</a:t>
            </a:r>
            <a:r>
              <a:rPr sz="2200" spc="-5" dirty="0">
                <a:latin typeface="Verdana"/>
                <a:cs typeface="Verdana"/>
              </a:rPr>
              <a:t>“v</a:t>
            </a:r>
            <a:r>
              <a:rPr sz="2200" dirty="0">
                <a:latin typeface="Verdana"/>
                <a:cs typeface="Verdana"/>
              </a:rPr>
              <a:t>i</a:t>
            </a:r>
            <a:r>
              <a:rPr sz="2200" spc="-5" dirty="0">
                <a:latin typeface="Verdana"/>
                <a:cs typeface="Verdana"/>
              </a:rPr>
              <a:t>rus”</a:t>
            </a:r>
            <a:r>
              <a:rPr sz="2200" dirty="0">
                <a:latin typeface="Verdana"/>
                <a:cs typeface="Verdana"/>
              </a:rPr>
              <a:t>	</a:t>
            </a:r>
            <a:r>
              <a:rPr sz="2200" spc="-10" dirty="0">
                <a:latin typeface="Verdana"/>
                <a:cs typeface="Verdana"/>
              </a:rPr>
              <a:t>d</a:t>
            </a:r>
            <a:r>
              <a:rPr sz="2200" dirty="0">
                <a:latin typeface="Verdana"/>
                <a:cs typeface="Verdana"/>
              </a:rPr>
              <a:t>e</a:t>
            </a:r>
            <a:r>
              <a:rPr sz="2200" spc="-5" dirty="0">
                <a:latin typeface="Verdana"/>
                <a:cs typeface="Verdana"/>
              </a:rPr>
              <a:t>st</a:t>
            </a:r>
            <a:r>
              <a:rPr sz="2200" dirty="0">
                <a:latin typeface="Verdana"/>
                <a:cs typeface="Verdana"/>
              </a:rPr>
              <a:t>i</a:t>
            </a:r>
            <a:r>
              <a:rPr sz="2200" spc="-5" dirty="0">
                <a:latin typeface="Verdana"/>
                <a:cs typeface="Verdana"/>
              </a:rPr>
              <a:t>nati</a:t>
            </a:r>
            <a:r>
              <a:rPr sz="2200" dirty="0">
                <a:latin typeface="Verdana"/>
                <a:cs typeface="Verdana"/>
              </a:rPr>
              <a:t>	</a:t>
            </a:r>
            <a:r>
              <a:rPr sz="2200" spc="-5" dirty="0">
                <a:latin typeface="Verdana"/>
                <a:cs typeface="Verdana"/>
              </a:rPr>
              <a:t>ad  funzionamento </a:t>
            </a:r>
            <a:r>
              <a:rPr sz="2200" spc="-10" dirty="0">
                <a:latin typeface="Verdana"/>
                <a:cs typeface="Verdana"/>
              </a:rPr>
              <a:t>dei</a:t>
            </a:r>
            <a:r>
              <a:rPr sz="2200" spc="20" dirty="0">
                <a:latin typeface="Verdana"/>
                <a:cs typeface="Verdana"/>
              </a:rPr>
              <a:t> </a:t>
            </a:r>
            <a:r>
              <a:rPr sz="2200" spc="-5" dirty="0">
                <a:latin typeface="Verdana"/>
                <a:cs typeface="Verdana"/>
              </a:rPr>
              <a:t>sistemi</a:t>
            </a:r>
            <a:r>
              <a:rPr sz="2200" spc="5" dirty="0">
                <a:latin typeface="Verdana"/>
                <a:cs typeface="Verdana"/>
              </a:rPr>
              <a:t> </a:t>
            </a:r>
            <a:r>
              <a:rPr sz="2200" spc="-5" dirty="0">
                <a:latin typeface="Verdana"/>
                <a:cs typeface="Verdana"/>
              </a:rPr>
              <a:t>informatici;</a:t>
            </a:r>
            <a:endParaRPr sz="2200">
              <a:latin typeface="Verdana"/>
              <a:cs typeface="Verdana"/>
            </a:endParaRPr>
          </a:p>
        </p:txBody>
      </p:sp>
      <p:sp>
        <p:nvSpPr>
          <p:cNvPr id="3" name="object 3"/>
          <p:cNvSpPr txBox="1"/>
          <p:nvPr/>
        </p:nvSpPr>
        <p:spPr>
          <a:xfrm>
            <a:off x="7364094" y="2504058"/>
            <a:ext cx="3826510" cy="360680"/>
          </a:xfrm>
          <a:prstGeom prst="rect">
            <a:avLst/>
          </a:prstGeom>
        </p:spPr>
        <p:txBody>
          <a:bodyPr vert="horz" wrap="square" lIns="0" tIns="12065" rIns="0" bIns="0" rtlCol="0">
            <a:spAutoFit/>
          </a:bodyPr>
          <a:lstStyle/>
          <a:p>
            <a:pPr marL="12700">
              <a:lnSpc>
                <a:spcPct val="100000"/>
              </a:lnSpc>
              <a:spcBef>
                <a:spcPts val="95"/>
              </a:spcBef>
              <a:tabLst>
                <a:tab pos="1431290" algn="l"/>
                <a:tab pos="2105025" algn="l"/>
                <a:tab pos="3660775" algn="l"/>
              </a:tabLst>
            </a:pPr>
            <a:r>
              <a:rPr sz="2200" spc="-5" dirty="0">
                <a:latin typeface="Verdana"/>
                <a:cs typeface="Verdana"/>
              </a:rPr>
              <a:t>a</a:t>
            </a:r>
            <a:r>
              <a:rPr sz="2200" spc="5" dirty="0">
                <a:latin typeface="Verdana"/>
                <a:cs typeface="Verdana"/>
              </a:rPr>
              <a:t>l</a:t>
            </a:r>
            <a:r>
              <a:rPr sz="2200" spc="-10" dirty="0">
                <a:latin typeface="Verdana"/>
                <a:cs typeface="Verdana"/>
              </a:rPr>
              <a:t>te</a:t>
            </a:r>
            <a:r>
              <a:rPr sz="2200" spc="-45" dirty="0">
                <a:latin typeface="Verdana"/>
                <a:cs typeface="Verdana"/>
              </a:rPr>
              <a:t>r</a:t>
            </a:r>
            <a:r>
              <a:rPr sz="2200" spc="-5" dirty="0">
                <a:latin typeface="Verdana"/>
                <a:cs typeface="Verdana"/>
              </a:rPr>
              <a:t>are</a:t>
            </a:r>
            <a:r>
              <a:rPr sz="2200" dirty="0">
                <a:latin typeface="Verdana"/>
                <a:cs typeface="Verdana"/>
              </a:rPr>
              <a:t>	</a:t>
            </a:r>
            <a:r>
              <a:rPr sz="2200" spc="-10" dirty="0">
                <a:latin typeface="Verdana"/>
                <a:cs typeface="Verdana"/>
              </a:rPr>
              <a:t>o</a:t>
            </a:r>
            <a:r>
              <a:rPr sz="2200" spc="-5" dirty="0">
                <a:latin typeface="Verdana"/>
                <a:cs typeface="Verdana"/>
              </a:rPr>
              <a:t>d</a:t>
            </a:r>
            <a:r>
              <a:rPr sz="2200" dirty="0">
                <a:latin typeface="Verdana"/>
                <a:cs typeface="Verdana"/>
              </a:rPr>
              <a:t>	i</a:t>
            </a:r>
            <a:r>
              <a:rPr sz="2200" spc="-5" dirty="0">
                <a:latin typeface="Verdana"/>
                <a:cs typeface="Verdana"/>
              </a:rPr>
              <a:t>mpe</a:t>
            </a:r>
            <a:r>
              <a:rPr sz="2200" dirty="0">
                <a:latin typeface="Verdana"/>
                <a:cs typeface="Verdana"/>
              </a:rPr>
              <a:t>di</a:t>
            </a:r>
            <a:r>
              <a:rPr sz="2200" spc="-5" dirty="0">
                <a:latin typeface="Verdana"/>
                <a:cs typeface="Verdana"/>
              </a:rPr>
              <a:t>re</a:t>
            </a:r>
            <a:r>
              <a:rPr sz="2200" dirty="0">
                <a:latin typeface="Verdana"/>
                <a:cs typeface="Verdana"/>
              </a:rPr>
              <a:t>	</a:t>
            </a:r>
            <a:r>
              <a:rPr sz="2200" spc="-10" dirty="0">
                <a:latin typeface="Verdana"/>
                <a:cs typeface="Verdana"/>
              </a:rPr>
              <a:t>il</a:t>
            </a:r>
            <a:endParaRPr sz="2200">
              <a:latin typeface="Verdana"/>
              <a:cs typeface="Verdana"/>
            </a:endParaRPr>
          </a:p>
        </p:txBody>
      </p:sp>
      <p:sp>
        <p:nvSpPr>
          <p:cNvPr id="4" name="object 4"/>
          <p:cNvSpPr txBox="1"/>
          <p:nvPr/>
        </p:nvSpPr>
        <p:spPr>
          <a:xfrm>
            <a:off x="1094943" y="3174618"/>
            <a:ext cx="10094595" cy="2707640"/>
          </a:xfrm>
          <a:prstGeom prst="rect">
            <a:avLst/>
          </a:prstGeom>
        </p:spPr>
        <p:txBody>
          <a:bodyPr vert="horz" wrap="square" lIns="0" tIns="12065" rIns="0" bIns="0" rtlCol="0">
            <a:spAutoFit/>
          </a:bodyPr>
          <a:lstStyle/>
          <a:p>
            <a:pPr marL="527685" indent="-515620">
              <a:lnSpc>
                <a:spcPct val="100000"/>
              </a:lnSpc>
              <a:spcBef>
                <a:spcPts val="95"/>
              </a:spcBef>
              <a:buAutoNum type="arabicPeriod" startAt="2"/>
              <a:tabLst>
                <a:tab pos="527685" algn="l"/>
                <a:tab pos="528320" algn="l"/>
              </a:tabLst>
            </a:pPr>
            <a:r>
              <a:rPr sz="2200" dirty="0">
                <a:latin typeface="Verdana"/>
                <a:cs typeface="Verdana"/>
              </a:rPr>
              <a:t>le</a:t>
            </a:r>
            <a:r>
              <a:rPr sz="2200" spc="-30" dirty="0">
                <a:latin typeface="Verdana"/>
                <a:cs typeface="Verdana"/>
              </a:rPr>
              <a:t> </a:t>
            </a:r>
            <a:r>
              <a:rPr sz="2200" spc="-10" dirty="0">
                <a:latin typeface="Verdana"/>
                <a:cs typeface="Verdana"/>
              </a:rPr>
              <a:t>truffe</a:t>
            </a:r>
            <a:r>
              <a:rPr sz="2200" spc="5" dirty="0">
                <a:latin typeface="Verdana"/>
                <a:cs typeface="Verdana"/>
              </a:rPr>
              <a:t> </a:t>
            </a:r>
            <a:r>
              <a:rPr sz="2200" spc="-5" dirty="0">
                <a:latin typeface="Verdana"/>
                <a:cs typeface="Verdana"/>
              </a:rPr>
              <a:t>informatiche;</a:t>
            </a:r>
            <a:endParaRPr sz="2200">
              <a:latin typeface="Verdana"/>
              <a:cs typeface="Verdana"/>
            </a:endParaRPr>
          </a:p>
          <a:p>
            <a:pPr marL="527685" indent="-515620">
              <a:lnSpc>
                <a:spcPct val="100000"/>
              </a:lnSpc>
              <a:buAutoNum type="arabicPeriod" startAt="2"/>
              <a:tabLst>
                <a:tab pos="527685" algn="l"/>
                <a:tab pos="528320" algn="l"/>
              </a:tabLst>
            </a:pPr>
            <a:r>
              <a:rPr sz="2200" spc="-5" dirty="0">
                <a:latin typeface="Verdana"/>
                <a:cs typeface="Verdana"/>
              </a:rPr>
              <a:t>l’accesso</a:t>
            </a:r>
            <a:r>
              <a:rPr sz="2200" spc="45" dirty="0">
                <a:latin typeface="Verdana"/>
                <a:cs typeface="Verdana"/>
              </a:rPr>
              <a:t> </a:t>
            </a:r>
            <a:r>
              <a:rPr sz="2200" spc="-10" dirty="0">
                <a:latin typeface="Verdana"/>
                <a:cs typeface="Verdana"/>
              </a:rPr>
              <a:t>abusivo</a:t>
            </a:r>
            <a:r>
              <a:rPr sz="2200" spc="15" dirty="0">
                <a:latin typeface="Verdana"/>
                <a:cs typeface="Verdana"/>
              </a:rPr>
              <a:t> </a:t>
            </a:r>
            <a:r>
              <a:rPr sz="2200" spc="-5" dirty="0">
                <a:latin typeface="Verdana"/>
                <a:cs typeface="Verdana"/>
              </a:rPr>
              <a:t>a</a:t>
            </a:r>
            <a:r>
              <a:rPr sz="2200" spc="10" dirty="0">
                <a:latin typeface="Verdana"/>
                <a:cs typeface="Verdana"/>
              </a:rPr>
              <a:t> </a:t>
            </a:r>
            <a:r>
              <a:rPr sz="2200" spc="-5" dirty="0">
                <a:latin typeface="Verdana"/>
                <a:cs typeface="Verdana"/>
              </a:rPr>
              <a:t>sistemi</a:t>
            </a:r>
            <a:r>
              <a:rPr sz="2200" spc="20" dirty="0">
                <a:latin typeface="Verdana"/>
                <a:cs typeface="Verdana"/>
              </a:rPr>
              <a:t> </a:t>
            </a:r>
            <a:r>
              <a:rPr sz="2200" spc="-5" dirty="0">
                <a:latin typeface="Verdana"/>
                <a:cs typeface="Verdana"/>
              </a:rPr>
              <a:t>informatici</a:t>
            </a:r>
            <a:r>
              <a:rPr sz="2200" spc="5" dirty="0">
                <a:latin typeface="Verdana"/>
                <a:cs typeface="Verdana"/>
              </a:rPr>
              <a:t> </a:t>
            </a:r>
            <a:r>
              <a:rPr sz="2200" spc="-5" dirty="0">
                <a:latin typeface="Verdana"/>
                <a:cs typeface="Verdana"/>
              </a:rPr>
              <a:t>o</a:t>
            </a:r>
            <a:r>
              <a:rPr sz="2200" spc="10" dirty="0">
                <a:latin typeface="Verdana"/>
                <a:cs typeface="Verdana"/>
              </a:rPr>
              <a:t> </a:t>
            </a:r>
            <a:r>
              <a:rPr sz="2200" spc="-5" dirty="0">
                <a:latin typeface="Verdana"/>
                <a:cs typeface="Verdana"/>
              </a:rPr>
              <a:t>telematici;</a:t>
            </a:r>
            <a:endParaRPr sz="2200">
              <a:latin typeface="Verdana"/>
              <a:cs typeface="Verdana"/>
            </a:endParaRPr>
          </a:p>
          <a:p>
            <a:pPr marL="527685" indent="-515620">
              <a:lnSpc>
                <a:spcPct val="100000"/>
              </a:lnSpc>
              <a:buAutoNum type="arabicPeriod" startAt="2"/>
              <a:tabLst>
                <a:tab pos="527685" algn="l"/>
                <a:tab pos="528320" algn="l"/>
              </a:tabLst>
            </a:pPr>
            <a:r>
              <a:rPr sz="2200" dirty="0">
                <a:latin typeface="Verdana"/>
                <a:cs typeface="Verdana"/>
              </a:rPr>
              <a:t>il</a:t>
            </a:r>
            <a:r>
              <a:rPr sz="2200" spc="-55" dirty="0">
                <a:latin typeface="Verdana"/>
                <a:cs typeface="Verdana"/>
              </a:rPr>
              <a:t> </a:t>
            </a:r>
            <a:r>
              <a:rPr sz="2200" spc="-5" dirty="0">
                <a:latin typeface="Verdana"/>
                <a:cs typeface="Verdana"/>
              </a:rPr>
              <a:t>cyberstalking;</a:t>
            </a:r>
            <a:endParaRPr sz="2200">
              <a:latin typeface="Verdana"/>
              <a:cs typeface="Verdana"/>
            </a:endParaRPr>
          </a:p>
          <a:p>
            <a:pPr marL="527685" indent="-515620">
              <a:lnSpc>
                <a:spcPct val="100000"/>
              </a:lnSpc>
              <a:buAutoNum type="arabicPeriod" startAt="2"/>
              <a:tabLst>
                <a:tab pos="527685" algn="l"/>
                <a:tab pos="528320" algn="l"/>
              </a:tabLst>
            </a:pPr>
            <a:r>
              <a:rPr sz="2200" dirty="0">
                <a:latin typeface="Verdana"/>
                <a:cs typeface="Verdana"/>
              </a:rPr>
              <a:t>il</a:t>
            </a:r>
            <a:r>
              <a:rPr sz="2200" spc="-50" dirty="0">
                <a:latin typeface="Verdana"/>
                <a:cs typeface="Verdana"/>
              </a:rPr>
              <a:t> </a:t>
            </a:r>
            <a:r>
              <a:rPr sz="2200" spc="-5" dirty="0">
                <a:latin typeface="Verdana"/>
                <a:cs typeface="Verdana"/>
              </a:rPr>
              <a:t>cyberbullismo;</a:t>
            </a:r>
            <a:endParaRPr sz="2200">
              <a:latin typeface="Verdana"/>
              <a:cs typeface="Verdana"/>
            </a:endParaRPr>
          </a:p>
          <a:p>
            <a:pPr marL="527685" indent="-515620">
              <a:lnSpc>
                <a:spcPct val="100000"/>
              </a:lnSpc>
              <a:buAutoNum type="arabicPeriod" startAt="2"/>
              <a:tabLst>
                <a:tab pos="527685" algn="l"/>
                <a:tab pos="528320" algn="l"/>
              </a:tabLst>
            </a:pPr>
            <a:r>
              <a:rPr sz="2200" dirty="0">
                <a:latin typeface="Verdana"/>
                <a:cs typeface="Verdana"/>
              </a:rPr>
              <a:t>la</a:t>
            </a:r>
            <a:r>
              <a:rPr sz="2200" spc="-30" dirty="0">
                <a:latin typeface="Verdana"/>
                <a:cs typeface="Verdana"/>
              </a:rPr>
              <a:t> </a:t>
            </a:r>
            <a:r>
              <a:rPr sz="2200" spc="-10" dirty="0">
                <a:latin typeface="Verdana"/>
                <a:cs typeface="Verdana"/>
              </a:rPr>
              <a:t>pedo-pornografia;</a:t>
            </a:r>
            <a:endParaRPr sz="2200">
              <a:latin typeface="Verdana"/>
              <a:cs typeface="Verdana"/>
            </a:endParaRPr>
          </a:p>
          <a:p>
            <a:pPr marL="527685" indent="-515620">
              <a:lnSpc>
                <a:spcPct val="100000"/>
              </a:lnSpc>
              <a:spcBef>
                <a:spcPts val="5"/>
              </a:spcBef>
              <a:buAutoNum type="arabicPeriod" startAt="2"/>
              <a:tabLst>
                <a:tab pos="527685" algn="l"/>
                <a:tab pos="528320" algn="l"/>
              </a:tabLst>
            </a:pPr>
            <a:r>
              <a:rPr sz="2200" dirty="0">
                <a:latin typeface="Verdana"/>
                <a:cs typeface="Verdana"/>
              </a:rPr>
              <a:t>il</a:t>
            </a:r>
            <a:r>
              <a:rPr sz="2200" spc="-30" dirty="0">
                <a:latin typeface="Verdana"/>
                <a:cs typeface="Verdana"/>
              </a:rPr>
              <a:t> </a:t>
            </a:r>
            <a:r>
              <a:rPr sz="2200" spc="-10" dirty="0">
                <a:latin typeface="Verdana"/>
                <a:cs typeface="Verdana"/>
              </a:rPr>
              <a:t>revenge</a:t>
            </a:r>
            <a:r>
              <a:rPr sz="2200" dirty="0">
                <a:latin typeface="Verdana"/>
                <a:cs typeface="Verdana"/>
              </a:rPr>
              <a:t> </a:t>
            </a:r>
            <a:r>
              <a:rPr sz="2200" spc="-10" dirty="0">
                <a:latin typeface="Verdana"/>
                <a:cs typeface="Verdana"/>
              </a:rPr>
              <a:t>porn.</a:t>
            </a:r>
            <a:endParaRPr sz="2200">
              <a:latin typeface="Verdana"/>
              <a:cs typeface="Verdana"/>
            </a:endParaRPr>
          </a:p>
          <a:p>
            <a:pPr marL="12700" marR="5080">
              <a:lnSpc>
                <a:spcPct val="100000"/>
              </a:lnSpc>
              <a:tabLst>
                <a:tab pos="775970" algn="l"/>
                <a:tab pos="1455420" algn="l"/>
                <a:tab pos="2376170" algn="l"/>
                <a:tab pos="4716145" algn="l"/>
                <a:tab pos="5292090" algn="l"/>
                <a:tab pos="6642734" algn="l"/>
                <a:tab pos="7052309" algn="l"/>
                <a:tab pos="8498840" algn="l"/>
              </a:tabLst>
            </a:pPr>
            <a:r>
              <a:rPr sz="2200" spc="-10" dirty="0">
                <a:latin typeface="Verdana"/>
                <a:cs typeface="Verdana"/>
              </a:rPr>
              <a:t>S</a:t>
            </a:r>
            <a:r>
              <a:rPr sz="2200" spc="-5" dirty="0">
                <a:latin typeface="Verdana"/>
                <a:cs typeface="Verdana"/>
              </a:rPr>
              <a:t>o</a:t>
            </a:r>
            <a:r>
              <a:rPr sz="2200" spc="5" dirty="0">
                <a:latin typeface="Verdana"/>
                <a:cs typeface="Verdana"/>
              </a:rPr>
              <a:t>l</a:t>
            </a:r>
            <a:r>
              <a:rPr sz="2200" spc="-5" dirty="0">
                <a:latin typeface="Verdana"/>
                <a:cs typeface="Verdana"/>
              </a:rPr>
              <a:t>o</a:t>
            </a:r>
            <a:r>
              <a:rPr sz="2200" dirty="0">
                <a:latin typeface="Verdana"/>
                <a:cs typeface="Verdana"/>
              </a:rPr>
              <a:t>	</a:t>
            </a:r>
            <a:r>
              <a:rPr sz="2200" spc="-5" dirty="0">
                <a:latin typeface="Verdana"/>
                <a:cs typeface="Verdana"/>
              </a:rPr>
              <a:t>una</a:t>
            </a:r>
            <a:r>
              <a:rPr sz="2200" dirty="0">
                <a:latin typeface="Verdana"/>
                <a:cs typeface="Verdana"/>
              </a:rPr>
              <a:t>	</a:t>
            </a:r>
            <a:r>
              <a:rPr sz="2200" spc="-10" dirty="0">
                <a:latin typeface="Verdana"/>
                <a:cs typeface="Verdana"/>
              </a:rPr>
              <a:t>p</a:t>
            </a:r>
            <a:r>
              <a:rPr sz="2200" spc="10" dirty="0">
                <a:latin typeface="Verdana"/>
                <a:cs typeface="Verdana"/>
              </a:rPr>
              <a:t>i</a:t>
            </a:r>
            <a:r>
              <a:rPr sz="2200" spc="-5" dirty="0">
                <a:latin typeface="Verdana"/>
                <a:cs typeface="Verdana"/>
              </a:rPr>
              <a:t>ena</a:t>
            </a:r>
            <a:r>
              <a:rPr sz="2200" dirty="0">
                <a:latin typeface="Verdana"/>
                <a:cs typeface="Verdana"/>
              </a:rPr>
              <a:t>	</a:t>
            </a:r>
            <a:r>
              <a:rPr sz="2200" spc="-5" dirty="0">
                <a:latin typeface="Verdana"/>
                <a:cs typeface="Verdana"/>
              </a:rPr>
              <a:t>consap</a:t>
            </a:r>
            <a:r>
              <a:rPr sz="2200" spc="5" dirty="0">
                <a:latin typeface="Verdana"/>
                <a:cs typeface="Verdana"/>
              </a:rPr>
              <a:t>e</a:t>
            </a:r>
            <a:r>
              <a:rPr sz="2200" spc="-20" dirty="0">
                <a:latin typeface="Verdana"/>
                <a:cs typeface="Verdana"/>
              </a:rPr>
              <a:t>v</a:t>
            </a:r>
            <a:r>
              <a:rPr sz="2200" spc="-5" dirty="0">
                <a:latin typeface="Verdana"/>
                <a:cs typeface="Verdana"/>
              </a:rPr>
              <a:t>o</a:t>
            </a:r>
            <a:r>
              <a:rPr sz="2200" spc="5" dirty="0">
                <a:latin typeface="Verdana"/>
                <a:cs typeface="Verdana"/>
              </a:rPr>
              <a:t>l</a:t>
            </a:r>
            <a:r>
              <a:rPr sz="2200" spc="-5" dirty="0">
                <a:latin typeface="Verdana"/>
                <a:cs typeface="Verdana"/>
              </a:rPr>
              <a:t>ezza</a:t>
            </a:r>
            <a:r>
              <a:rPr sz="2200" dirty="0">
                <a:latin typeface="Verdana"/>
                <a:cs typeface="Verdana"/>
              </a:rPr>
              <a:t>	d</a:t>
            </a:r>
            <a:r>
              <a:rPr sz="2200" spc="-5" dirty="0">
                <a:latin typeface="Verdana"/>
                <a:cs typeface="Verdana"/>
              </a:rPr>
              <a:t>el</a:t>
            </a:r>
            <a:r>
              <a:rPr sz="2200" dirty="0">
                <a:latin typeface="Verdana"/>
                <a:cs typeface="Verdana"/>
              </a:rPr>
              <a:t>	c</a:t>
            </a:r>
            <a:r>
              <a:rPr sz="2200" spc="-5" dirty="0">
                <a:latin typeface="Verdana"/>
                <a:cs typeface="Verdana"/>
              </a:rPr>
              <a:t>onc</a:t>
            </a:r>
            <a:r>
              <a:rPr sz="2200" dirty="0">
                <a:latin typeface="Verdana"/>
                <a:cs typeface="Verdana"/>
              </a:rPr>
              <a:t>e</a:t>
            </a:r>
            <a:r>
              <a:rPr sz="2200" spc="-10" dirty="0">
                <a:latin typeface="Verdana"/>
                <a:cs typeface="Verdana"/>
              </a:rPr>
              <a:t>tt</a:t>
            </a:r>
            <a:r>
              <a:rPr sz="2200" spc="-5" dirty="0">
                <a:latin typeface="Verdana"/>
                <a:cs typeface="Verdana"/>
              </a:rPr>
              <a:t>o</a:t>
            </a:r>
            <a:r>
              <a:rPr sz="2200" dirty="0">
                <a:latin typeface="Verdana"/>
                <a:cs typeface="Verdana"/>
              </a:rPr>
              <a:t>	</a:t>
            </a:r>
            <a:r>
              <a:rPr sz="2200" spc="-10" dirty="0">
                <a:latin typeface="Verdana"/>
                <a:cs typeface="Verdana"/>
              </a:rPr>
              <a:t>d</a:t>
            </a:r>
            <a:r>
              <a:rPr sz="2200" spc="-5" dirty="0">
                <a:latin typeface="Verdana"/>
                <a:cs typeface="Verdana"/>
              </a:rPr>
              <a:t>i</a:t>
            </a:r>
            <a:r>
              <a:rPr sz="2200" dirty="0">
                <a:latin typeface="Verdana"/>
                <a:cs typeface="Verdana"/>
              </a:rPr>
              <a:t>	</a:t>
            </a:r>
            <a:r>
              <a:rPr sz="2200" spc="-5" dirty="0">
                <a:latin typeface="Verdana"/>
                <a:cs typeface="Verdana"/>
              </a:rPr>
              <a:t>s</a:t>
            </a:r>
            <a:r>
              <a:rPr sz="2200" dirty="0">
                <a:latin typeface="Verdana"/>
                <a:cs typeface="Verdana"/>
              </a:rPr>
              <a:t>i</a:t>
            </a:r>
            <a:r>
              <a:rPr sz="2200" spc="-5" dirty="0">
                <a:latin typeface="Verdana"/>
                <a:cs typeface="Verdana"/>
              </a:rPr>
              <a:t>curezza</a:t>
            </a:r>
            <a:r>
              <a:rPr sz="2200" dirty="0">
                <a:latin typeface="Verdana"/>
                <a:cs typeface="Verdana"/>
              </a:rPr>
              <a:t>	i</a:t>
            </a:r>
            <a:r>
              <a:rPr sz="2200" spc="-5" dirty="0">
                <a:latin typeface="Verdana"/>
                <a:cs typeface="Verdana"/>
              </a:rPr>
              <a:t>nformat</a:t>
            </a:r>
            <a:r>
              <a:rPr sz="2200" spc="10" dirty="0">
                <a:latin typeface="Verdana"/>
                <a:cs typeface="Verdana"/>
              </a:rPr>
              <a:t>i</a:t>
            </a:r>
            <a:r>
              <a:rPr sz="2200" dirty="0">
                <a:latin typeface="Verdana"/>
                <a:cs typeface="Verdana"/>
              </a:rPr>
              <a:t>c</a:t>
            </a:r>
            <a:r>
              <a:rPr sz="2200" spc="-5" dirty="0">
                <a:latin typeface="Verdana"/>
                <a:cs typeface="Verdana"/>
              </a:rPr>
              <a:t>a  </a:t>
            </a:r>
            <a:r>
              <a:rPr sz="2200" spc="-10" dirty="0">
                <a:latin typeface="Verdana"/>
                <a:cs typeface="Verdana"/>
              </a:rPr>
              <a:t>può</a:t>
            </a:r>
            <a:r>
              <a:rPr sz="2200" spc="5" dirty="0">
                <a:latin typeface="Verdana"/>
                <a:cs typeface="Verdana"/>
              </a:rPr>
              <a:t> </a:t>
            </a:r>
            <a:r>
              <a:rPr sz="2200" spc="-15" dirty="0">
                <a:latin typeface="Verdana"/>
                <a:cs typeface="Verdana"/>
              </a:rPr>
              <a:t>davvero</a:t>
            </a:r>
            <a:r>
              <a:rPr sz="2200" spc="30" dirty="0">
                <a:latin typeface="Verdana"/>
                <a:cs typeface="Verdana"/>
              </a:rPr>
              <a:t> </a:t>
            </a:r>
            <a:r>
              <a:rPr sz="2200" spc="-5" dirty="0">
                <a:latin typeface="Verdana"/>
                <a:cs typeface="Verdana"/>
              </a:rPr>
              <a:t>metterci</a:t>
            </a:r>
            <a:r>
              <a:rPr sz="2200" spc="25" dirty="0">
                <a:latin typeface="Verdana"/>
                <a:cs typeface="Verdana"/>
              </a:rPr>
              <a:t> </a:t>
            </a:r>
            <a:r>
              <a:rPr sz="2200" spc="-5" dirty="0">
                <a:latin typeface="Verdana"/>
                <a:cs typeface="Verdana"/>
              </a:rPr>
              <a:t>al</a:t>
            </a:r>
            <a:r>
              <a:rPr sz="2200" dirty="0">
                <a:latin typeface="Verdana"/>
                <a:cs typeface="Verdana"/>
              </a:rPr>
              <a:t> </a:t>
            </a:r>
            <a:r>
              <a:rPr sz="2200" spc="-5" dirty="0">
                <a:latin typeface="Verdana"/>
                <a:cs typeface="Verdana"/>
              </a:rPr>
              <a:t>riparo</a:t>
            </a:r>
            <a:r>
              <a:rPr sz="2200" dirty="0">
                <a:latin typeface="Verdana"/>
                <a:cs typeface="Verdana"/>
              </a:rPr>
              <a:t> </a:t>
            </a:r>
            <a:r>
              <a:rPr sz="2200" spc="-5" dirty="0">
                <a:latin typeface="Verdana"/>
                <a:cs typeface="Verdana"/>
              </a:rPr>
              <a:t>da</a:t>
            </a:r>
            <a:r>
              <a:rPr sz="2200" spc="5" dirty="0">
                <a:latin typeface="Verdana"/>
                <a:cs typeface="Verdana"/>
              </a:rPr>
              <a:t> </a:t>
            </a:r>
            <a:r>
              <a:rPr sz="2200" spc="-10" dirty="0">
                <a:latin typeface="Verdana"/>
                <a:cs typeface="Verdana"/>
              </a:rPr>
              <a:t>sgradevoli</a:t>
            </a:r>
            <a:r>
              <a:rPr sz="2200" spc="40" dirty="0">
                <a:latin typeface="Verdana"/>
                <a:cs typeface="Verdana"/>
              </a:rPr>
              <a:t> </a:t>
            </a:r>
            <a:r>
              <a:rPr sz="2200" spc="-10" dirty="0">
                <a:latin typeface="Verdana"/>
                <a:cs typeface="Verdana"/>
              </a:rPr>
              <a:t>sorprese.</a:t>
            </a:r>
            <a:endParaRPr sz="2200">
              <a:latin typeface="Verdana"/>
              <a:cs typeface="Verdana"/>
            </a:endParaRPr>
          </a:p>
        </p:txBody>
      </p:sp>
    </p:spTree>
    <p:extLst>
      <p:ext uri="{BB962C8B-B14F-4D97-AF65-F5344CB8AC3E}">
        <p14:creationId xmlns:p14="http://schemas.microsoft.com/office/powerpoint/2010/main" val="1472027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03477" y="2863723"/>
            <a:ext cx="9996170" cy="2159000"/>
          </a:xfrm>
          <a:prstGeom prst="rect">
            <a:avLst/>
          </a:prstGeom>
        </p:spPr>
        <p:txBody>
          <a:bodyPr vert="horz" wrap="square" lIns="0" tIns="12065" rIns="0" bIns="0" rtlCol="0">
            <a:spAutoFit/>
          </a:bodyPr>
          <a:lstStyle/>
          <a:p>
            <a:pPr marL="12700" marR="5080" algn="just">
              <a:lnSpc>
                <a:spcPct val="100000"/>
              </a:lnSpc>
              <a:spcBef>
                <a:spcPts val="95"/>
              </a:spcBef>
            </a:pPr>
            <a:r>
              <a:rPr sz="2800" spc="-5" dirty="0">
                <a:latin typeface="Verdana"/>
                <a:cs typeface="Verdana"/>
              </a:rPr>
              <a:t>Ogni</a:t>
            </a:r>
            <a:r>
              <a:rPr sz="2800" dirty="0">
                <a:latin typeface="Verdana"/>
                <a:cs typeface="Verdana"/>
              </a:rPr>
              <a:t> </a:t>
            </a:r>
            <a:r>
              <a:rPr sz="2800" spc="-5" dirty="0">
                <a:latin typeface="Verdana"/>
                <a:cs typeface="Verdana"/>
              </a:rPr>
              <a:t>giorno</a:t>
            </a:r>
            <a:r>
              <a:rPr sz="2800" dirty="0">
                <a:latin typeface="Verdana"/>
                <a:cs typeface="Verdana"/>
              </a:rPr>
              <a:t> </a:t>
            </a:r>
            <a:r>
              <a:rPr sz="2800" spc="-5" dirty="0">
                <a:latin typeface="Verdana"/>
                <a:cs typeface="Verdana"/>
              </a:rPr>
              <a:t>vengono</a:t>
            </a:r>
            <a:r>
              <a:rPr sz="2800" dirty="0">
                <a:latin typeface="Verdana"/>
                <a:cs typeface="Verdana"/>
              </a:rPr>
              <a:t> </a:t>
            </a:r>
            <a:r>
              <a:rPr sz="2800" spc="-5" dirty="0">
                <a:latin typeface="Verdana"/>
                <a:cs typeface="Verdana"/>
              </a:rPr>
              <a:t>compiuti</a:t>
            </a:r>
            <a:r>
              <a:rPr sz="2800" dirty="0">
                <a:latin typeface="Verdana"/>
                <a:cs typeface="Verdana"/>
              </a:rPr>
              <a:t> </a:t>
            </a:r>
            <a:r>
              <a:rPr sz="2800" spc="-5" dirty="0">
                <a:latin typeface="Verdana"/>
                <a:cs typeface="Verdana"/>
              </a:rPr>
              <a:t>migliaia</a:t>
            </a:r>
            <a:r>
              <a:rPr sz="2800" dirty="0">
                <a:latin typeface="Verdana"/>
                <a:cs typeface="Verdana"/>
              </a:rPr>
              <a:t> </a:t>
            </a:r>
            <a:r>
              <a:rPr sz="2800" spc="-5" dirty="0">
                <a:latin typeface="Verdana"/>
                <a:cs typeface="Verdana"/>
              </a:rPr>
              <a:t>di</a:t>
            </a:r>
            <a:r>
              <a:rPr sz="2800" dirty="0">
                <a:latin typeface="Verdana"/>
                <a:cs typeface="Verdana"/>
              </a:rPr>
              <a:t> attacchi </a:t>
            </a:r>
            <a:r>
              <a:rPr sz="2800" spc="5" dirty="0">
                <a:latin typeface="Verdana"/>
                <a:cs typeface="Verdana"/>
              </a:rPr>
              <a:t> </a:t>
            </a:r>
            <a:r>
              <a:rPr sz="2800" spc="-10" dirty="0">
                <a:latin typeface="Verdana"/>
                <a:cs typeface="Verdana"/>
              </a:rPr>
              <a:t>informatici attraverso le </a:t>
            </a:r>
            <a:r>
              <a:rPr sz="2800" spc="-5" dirty="0">
                <a:latin typeface="Verdana"/>
                <a:cs typeface="Verdana"/>
              </a:rPr>
              <a:t>tecniche più </a:t>
            </a:r>
            <a:r>
              <a:rPr sz="2800" spc="-15" dirty="0">
                <a:latin typeface="Verdana"/>
                <a:cs typeface="Verdana"/>
              </a:rPr>
              <a:t>varie </a:t>
            </a:r>
            <a:r>
              <a:rPr sz="2800" spc="-5" dirty="0">
                <a:latin typeface="Verdana"/>
                <a:cs typeface="Verdana"/>
              </a:rPr>
              <a:t>e </a:t>
            </a:r>
            <a:r>
              <a:rPr sz="2800" dirty="0">
                <a:latin typeface="Verdana"/>
                <a:cs typeface="Verdana"/>
              </a:rPr>
              <a:t>termini </a:t>
            </a:r>
            <a:r>
              <a:rPr sz="2800" spc="5" dirty="0">
                <a:latin typeface="Verdana"/>
                <a:cs typeface="Verdana"/>
              </a:rPr>
              <a:t> </a:t>
            </a:r>
            <a:r>
              <a:rPr sz="2800" spc="-5" dirty="0">
                <a:latin typeface="Verdana"/>
                <a:cs typeface="Verdana"/>
              </a:rPr>
              <a:t>come</a:t>
            </a:r>
            <a:r>
              <a:rPr sz="2800" dirty="0">
                <a:latin typeface="Verdana"/>
                <a:cs typeface="Verdana"/>
              </a:rPr>
              <a:t> </a:t>
            </a:r>
            <a:r>
              <a:rPr sz="2800" spc="-5" dirty="0">
                <a:latin typeface="Verdana"/>
                <a:cs typeface="Verdana"/>
              </a:rPr>
              <a:t>malware,</a:t>
            </a:r>
            <a:r>
              <a:rPr sz="2800" dirty="0">
                <a:latin typeface="Verdana"/>
                <a:cs typeface="Verdana"/>
              </a:rPr>
              <a:t> </a:t>
            </a:r>
            <a:r>
              <a:rPr sz="2800" spc="-10" dirty="0">
                <a:latin typeface="Verdana"/>
                <a:cs typeface="Verdana"/>
              </a:rPr>
              <a:t>ransomware,</a:t>
            </a:r>
            <a:r>
              <a:rPr sz="2800" spc="-5" dirty="0">
                <a:latin typeface="Verdana"/>
                <a:cs typeface="Verdana"/>
              </a:rPr>
              <a:t> trojan</a:t>
            </a:r>
            <a:r>
              <a:rPr sz="2800" dirty="0">
                <a:latin typeface="Verdana"/>
                <a:cs typeface="Verdana"/>
              </a:rPr>
              <a:t> horse,</a:t>
            </a:r>
            <a:r>
              <a:rPr sz="2800" spc="5" dirty="0">
                <a:latin typeface="Verdana"/>
                <a:cs typeface="Verdana"/>
              </a:rPr>
              <a:t> </a:t>
            </a:r>
            <a:r>
              <a:rPr sz="2800" dirty="0">
                <a:latin typeface="Verdana"/>
                <a:cs typeface="Verdana"/>
              </a:rPr>
              <a:t>account </a:t>
            </a:r>
            <a:r>
              <a:rPr sz="2800" spc="5" dirty="0">
                <a:latin typeface="Verdana"/>
                <a:cs typeface="Verdana"/>
              </a:rPr>
              <a:t> </a:t>
            </a:r>
            <a:r>
              <a:rPr sz="2800" spc="-5" dirty="0">
                <a:latin typeface="Verdana"/>
                <a:cs typeface="Verdana"/>
              </a:rPr>
              <a:t>cracking, phishing, </a:t>
            </a:r>
            <a:r>
              <a:rPr sz="2800" dirty="0">
                <a:latin typeface="Verdana"/>
                <a:cs typeface="Verdana"/>
              </a:rPr>
              <a:t>sono </a:t>
            </a:r>
            <a:r>
              <a:rPr sz="2800" spc="-5" dirty="0">
                <a:latin typeface="Verdana"/>
                <a:cs typeface="Verdana"/>
              </a:rPr>
              <a:t>diventati parte del vocabolario </a:t>
            </a:r>
            <a:r>
              <a:rPr sz="2800" spc="-969" dirty="0">
                <a:latin typeface="Verdana"/>
                <a:cs typeface="Verdana"/>
              </a:rPr>
              <a:t> </a:t>
            </a:r>
            <a:r>
              <a:rPr sz="2800" spc="-5" dirty="0">
                <a:latin typeface="Verdana"/>
                <a:cs typeface="Verdana"/>
              </a:rPr>
              <a:t>anche</a:t>
            </a:r>
            <a:r>
              <a:rPr sz="2800" spc="25" dirty="0">
                <a:latin typeface="Verdana"/>
                <a:cs typeface="Verdana"/>
              </a:rPr>
              <a:t> </a:t>
            </a:r>
            <a:r>
              <a:rPr sz="2800" spc="-10" dirty="0">
                <a:latin typeface="Verdana"/>
                <a:cs typeface="Verdana"/>
              </a:rPr>
              <a:t>per</a:t>
            </a:r>
            <a:r>
              <a:rPr sz="2800" spc="15" dirty="0">
                <a:latin typeface="Verdana"/>
                <a:cs typeface="Verdana"/>
              </a:rPr>
              <a:t> </a:t>
            </a:r>
            <a:r>
              <a:rPr sz="2800" spc="-5" dirty="0">
                <a:latin typeface="Verdana"/>
                <a:cs typeface="Verdana"/>
              </a:rPr>
              <a:t>i</a:t>
            </a:r>
            <a:r>
              <a:rPr sz="2800" dirty="0">
                <a:latin typeface="Verdana"/>
                <a:cs typeface="Verdana"/>
              </a:rPr>
              <a:t> </a:t>
            </a:r>
            <a:r>
              <a:rPr sz="2800" spc="-10" dirty="0">
                <a:latin typeface="Verdana"/>
                <a:cs typeface="Verdana"/>
              </a:rPr>
              <a:t>non</a:t>
            </a:r>
            <a:r>
              <a:rPr sz="2800" spc="15" dirty="0">
                <a:latin typeface="Verdana"/>
                <a:cs typeface="Verdana"/>
              </a:rPr>
              <a:t> </a:t>
            </a:r>
            <a:r>
              <a:rPr sz="2800" spc="-10" dirty="0">
                <a:latin typeface="Verdana"/>
                <a:cs typeface="Verdana"/>
              </a:rPr>
              <a:t>esperti.</a:t>
            </a:r>
            <a:endParaRPr sz="2800">
              <a:latin typeface="Verdana"/>
              <a:cs typeface="Verdana"/>
            </a:endParaRPr>
          </a:p>
        </p:txBody>
      </p:sp>
    </p:spTree>
    <p:extLst>
      <p:ext uri="{BB962C8B-B14F-4D97-AF65-F5344CB8AC3E}">
        <p14:creationId xmlns:p14="http://schemas.microsoft.com/office/powerpoint/2010/main" val="37746873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4943" y="2291587"/>
            <a:ext cx="10078085" cy="1305560"/>
          </a:xfrm>
          <a:prstGeom prst="rect">
            <a:avLst/>
          </a:prstGeom>
        </p:spPr>
        <p:txBody>
          <a:bodyPr vert="horz" wrap="square" lIns="0" tIns="12065" rIns="0" bIns="0" rtlCol="0">
            <a:spAutoFit/>
          </a:bodyPr>
          <a:lstStyle/>
          <a:p>
            <a:pPr marL="12700" marR="5080" algn="just">
              <a:lnSpc>
                <a:spcPct val="100000"/>
              </a:lnSpc>
              <a:spcBef>
                <a:spcPts val="95"/>
              </a:spcBef>
            </a:pPr>
            <a:r>
              <a:rPr sz="2800" spc="-15" dirty="0">
                <a:latin typeface="Verdana"/>
                <a:cs typeface="Verdana"/>
              </a:rPr>
              <a:t>J.</a:t>
            </a:r>
            <a:r>
              <a:rPr sz="2800" spc="-10" dirty="0">
                <a:latin typeface="Verdana"/>
                <a:cs typeface="Verdana"/>
              </a:rPr>
              <a:t> </a:t>
            </a:r>
            <a:r>
              <a:rPr sz="2800" spc="-5" dirty="0">
                <a:latin typeface="Verdana"/>
                <a:cs typeface="Verdana"/>
              </a:rPr>
              <a:t>Edgar</a:t>
            </a:r>
            <a:r>
              <a:rPr sz="2800" dirty="0">
                <a:latin typeface="Verdana"/>
                <a:cs typeface="Verdana"/>
              </a:rPr>
              <a:t> </a:t>
            </a:r>
            <a:r>
              <a:rPr sz="2800" spc="-65" dirty="0">
                <a:latin typeface="Verdana"/>
                <a:cs typeface="Verdana"/>
              </a:rPr>
              <a:t>Hoover,</a:t>
            </a:r>
            <a:r>
              <a:rPr sz="2800" spc="-60" dirty="0">
                <a:latin typeface="Verdana"/>
                <a:cs typeface="Verdana"/>
              </a:rPr>
              <a:t> </a:t>
            </a:r>
            <a:r>
              <a:rPr sz="2800" dirty="0">
                <a:latin typeface="Verdana"/>
                <a:cs typeface="Verdana"/>
              </a:rPr>
              <a:t>capo</a:t>
            </a:r>
            <a:r>
              <a:rPr sz="2800" spc="5" dirty="0">
                <a:latin typeface="Verdana"/>
                <a:cs typeface="Verdana"/>
              </a:rPr>
              <a:t> </a:t>
            </a:r>
            <a:r>
              <a:rPr sz="2800" spc="-5" dirty="0">
                <a:latin typeface="Verdana"/>
                <a:cs typeface="Verdana"/>
              </a:rPr>
              <a:t>dell’FBI</a:t>
            </a:r>
            <a:r>
              <a:rPr sz="2800" dirty="0">
                <a:latin typeface="Verdana"/>
                <a:cs typeface="Verdana"/>
              </a:rPr>
              <a:t> </a:t>
            </a:r>
            <a:r>
              <a:rPr sz="2800" spc="-20" dirty="0">
                <a:latin typeface="Verdana"/>
                <a:cs typeface="Verdana"/>
              </a:rPr>
              <a:t>(Federal</a:t>
            </a:r>
            <a:r>
              <a:rPr sz="2800" spc="-15" dirty="0">
                <a:latin typeface="Verdana"/>
                <a:cs typeface="Verdana"/>
              </a:rPr>
              <a:t> </a:t>
            </a:r>
            <a:r>
              <a:rPr sz="2800" dirty="0">
                <a:latin typeface="Verdana"/>
                <a:cs typeface="Verdana"/>
              </a:rPr>
              <a:t>Bureau</a:t>
            </a:r>
            <a:r>
              <a:rPr sz="2800" spc="5" dirty="0">
                <a:latin typeface="Verdana"/>
                <a:cs typeface="Verdana"/>
              </a:rPr>
              <a:t> </a:t>
            </a:r>
            <a:r>
              <a:rPr sz="2800" spc="-10" dirty="0">
                <a:latin typeface="Verdana"/>
                <a:cs typeface="Verdana"/>
              </a:rPr>
              <a:t>of </a:t>
            </a:r>
            <a:r>
              <a:rPr sz="2800" spc="-5" dirty="0">
                <a:latin typeface="Verdana"/>
                <a:cs typeface="Verdana"/>
              </a:rPr>
              <a:t> </a:t>
            </a:r>
            <a:r>
              <a:rPr sz="2800" spc="-10" dirty="0">
                <a:latin typeface="Verdana"/>
                <a:cs typeface="Verdana"/>
              </a:rPr>
              <a:t>Investigation)</a:t>
            </a:r>
            <a:r>
              <a:rPr sz="2800" spc="-5" dirty="0">
                <a:latin typeface="Verdana"/>
                <a:cs typeface="Verdana"/>
              </a:rPr>
              <a:t> moltissimi</a:t>
            </a:r>
            <a:r>
              <a:rPr sz="2800" dirty="0">
                <a:latin typeface="Verdana"/>
                <a:cs typeface="Verdana"/>
              </a:rPr>
              <a:t> anni</a:t>
            </a:r>
            <a:r>
              <a:rPr sz="2800" spc="5" dirty="0">
                <a:latin typeface="Verdana"/>
                <a:cs typeface="Verdana"/>
              </a:rPr>
              <a:t> </a:t>
            </a:r>
            <a:r>
              <a:rPr sz="2800" spc="-5" dirty="0">
                <a:latin typeface="Verdana"/>
                <a:cs typeface="Verdana"/>
              </a:rPr>
              <a:t>fa</a:t>
            </a:r>
            <a:r>
              <a:rPr sz="2800" dirty="0">
                <a:latin typeface="Verdana"/>
                <a:cs typeface="Verdana"/>
              </a:rPr>
              <a:t> </a:t>
            </a:r>
            <a:r>
              <a:rPr sz="2800" spc="-10" dirty="0">
                <a:latin typeface="Verdana"/>
                <a:cs typeface="Verdana"/>
              </a:rPr>
              <a:t>affermava:</a:t>
            </a:r>
            <a:r>
              <a:rPr sz="2800" spc="-5" dirty="0">
                <a:latin typeface="Verdana"/>
                <a:cs typeface="Verdana"/>
              </a:rPr>
              <a:t> “</a:t>
            </a:r>
            <a:r>
              <a:rPr sz="2800" i="1" spc="-5" dirty="0">
                <a:latin typeface="Verdana"/>
                <a:cs typeface="Verdana"/>
              </a:rPr>
              <a:t>L’unico </a:t>
            </a:r>
            <a:r>
              <a:rPr sz="2800" i="1" spc="-969" dirty="0">
                <a:latin typeface="Verdana"/>
                <a:cs typeface="Verdana"/>
              </a:rPr>
              <a:t> </a:t>
            </a:r>
            <a:r>
              <a:rPr sz="2800" i="1" spc="-5" dirty="0">
                <a:latin typeface="Verdana"/>
                <a:cs typeface="Verdana"/>
              </a:rPr>
              <a:t>computer</a:t>
            </a:r>
            <a:r>
              <a:rPr sz="2800" i="1" spc="345" dirty="0">
                <a:latin typeface="Verdana"/>
                <a:cs typeface="Verdana"/>
              </a:rPr>
              <a:t> </a:t>
            </a:r>
            <a:r>
              <a:rPr sz="2800" i="1" spc="-5" dirty="0">
                <a:latin typeface="Verdana"/>
                <a:cs typeface="Verdana"/>
              </a:rPr>
              <a:t>a</a:t>
            </a:r>
            <a:r>
              <a:rPr sz="2800" i="1" spc="335" dirty="0">
                <a:latin typeface="Verdana"/>
                <a:cs typeface="Verdana"/>
              </a:rPr>
              <a:t> </a:t>
            </a:r>
            <a:r>
              <a:rPr sz="2800" i="1" dirty="0">
                <a:latin typeface="Verdana"/>
                <a:cs typeface="Verdana"/>
              </a:rPr>
              <a:t>prova</a:t>
            </a:r>
            <a:r>
              <a:rPr sz="2800" i="1" spc="330" dirty="0">
                <a:latin typeface="Verdana"/>
                <a:cs typeface="Verdana"/>
              </a:rPr>
              <a:t> </a:t>
            </a:r>
            <a:r>
              <a:rPr sz="2800" i="1" spc="-5" dirty="0">
                <a:latin typeface="Verdana"/>
                <a:cs typeface="Verdana"/>
              </a:rPr>
              <a:t>di</a:t>
            </a:r>
            <a:r>
              <a:rPr sz="2800" i="1" spc="340" dirty="0">
                <a:latin typeface="Verdana"/>
                <a:cs typeface="Verdana"/>
              </a:rPr>
              <a:t> </a:t>
            </a:r>
            <a:r>
              <a:rPr sz="2800" i="1" spc="-5" dirty="0">
                <a:latin typeface="Verdana"/>
                <a:cs typeface="Verdana"/>
              </a:rPr>
              <a:t>hacker</a:t>
            </a:r>
            <a:r>
              <a:rPr sz="2800" i="1" spc="330" dirty="0">
                <a:latin typeface="Verdana"/>
                <a:cs typeface="Verdana"/>
              </a:rPr>
              <a:t> </a:t>
            </a:r>
            <a:r>
              <a:rPr sz="2800" i="1" spc="-5" dirty="0">
                <a:latin typeface="Verdana"/>
                <a:cs typeface="Verdana"/>
              </a:rPr>
              <a:t>è</a:t>
            </a:r>
            <a:r>
              <a:rPr sz="2800" i="1" spc="330" dirty="0">
                <a:latin typeface="Verdana"/>
                <a:cs typeface="Verdana"/>
              </a:rPr>
              <a:t> </a:t>
            </a:r>
            <a:r>
              <a:rPr sz="2800" i="1" dirty="0">
                <a:latin typeface="Verdana"/>
                <a:cs typeface="Verdana"/>
              </a:rPr>
              <a:t>quello</a:t>
            </a:r>
            <a:r>
              <a:rPr sz="2800" i="1" spc="310" dirty="0">
                <a:latin typeface="Verdana"/>
                <a:cs typeface="Verdana"/>
              </a:rPr>
              <a:t> </a:t>
            </a:r>
            <a:r>
              <a:rPr sz="2800" i="1" dirty="0">
                <a:latin typeface="Verdana"/>
                <a:cs typeface="Verdana"/>
              </a:rPr>
              <a:t>spento,</a:t>
            </a:r>
            <a:r>
              <a:rPr sz="2800" i="1" spc="330" dirty="0">
                <a:latin typeface="Verdana"/>
                <a:cs typeface="Verdana"/>
              </a:rPr>
              <a:t> </a:t>
            </a:r>
            <a:r>
              <a:rPr sz="2800" i="1" spc="-5" dirty="0">
                <a:latin typeface="Verdana"/>
                <a:cs typeface="Verdana"/>
              </a:rPr>
              <a:t>non</a:t>
            </a:r>
            <a:endParaRPr sz="2800">
              <a:latin typeface="Verdana"/>
              <a:cs typeface="Verdana"/>
            </a:endParaRPr>
          </a:p>
        </p:txBody>
      </p:sp>
      <p:sp>
        <p:nvSpPr>
          <p:cNvPr id="3" name="object 3"/>
          <p:cNvSpPr txBox="1"/>
          <p:nvPr/>
        </p:nvSpPr>
        <p:spPr>
          <a:xfrm>
            <a:off x="1094943" y="3572002"/>
            <a:ext cx="6293485" cy="878840"/>
          </a:xfrm>
          <a:prstGeom prst="rect">
            <a:avLst/>
          </a:prstGeom>
        </p:spPr>
        <p:txBody>
          <a:bodyPr vert="horz" wrap="square" lIns="0" tIns="12065" rIns="0" bIns="0" rtlCol="0">
            <a:spAutoFit/>
          </a:bodyPr>
          <a:lstStyle/>
          <a:p>
            <a:pPr marL="12700" marR="5080">
              <a:lnSpc>
                <a:spcPct val="100000"/>
              </a:lnSpc>
              <a:spcBef>
                <a:spcPts val="95"/>
              </a:spcBef>
              <a:tabLst>
                <a:tab pos="1967864" algn="l"/>
                <a:tab pos="2763520" algn="l"/>
                <a:tab pos="2825750" algn="l"/>
                <a:tab pos="4575810" algn="l"/>
                <a:tab pos="4889500" algn="l"/>
                <a:tab pos="5147310" algn="l"/>
              </a:tabLst>
            </a:pPr>
            <a:r>
              <a:rPr sz="2800" i="1" spc="-5" dirty="0">
                <a:latin typeface="Verdana"/>
                <a:cs typeface="Verdana"/>
              </a:rPr>
              <a:t>collegato	</a:t>
            </a:r>
            <a:r>
              <a:rPr sz="2800" i="1" spc="5" dirty="0">
                <a:latin typeface="Verdana"/>
                <a:cs typeface="Verdana"/>
              </a:rPr>
              <a:t>a</a:t>
            </a:r>
            <a:r>
              <a:rPr sz="2800" i="1" spc="-5" dirty="0">
                <a:latin typeface="Verdana"/>
                <a:cs typeface="Verdana"/>
              </a:rPr>
              <a:t>d</a:t>
            </a:r>
            <a:r>
              <a:rPr sz="2800" i="1" dirty="0">
                <a:latin typeface="Verdana"/>
                <a:cs typeface="Verdana"/>
              </a:rPr>
              <a:t>	</a:t>
            </a:r>
            <a:r>
              <a:rPr sz="2800" i="1" spc="-5" dirty="0">
                <a:latin typeface="Verdana"/>
                <a:cs typeface="Verdana"/>
              </a:rPr>
              <a:t>Internet</a:t>
            </a:r>
            <a:r>
              <a:rPr sz="2800" i="1" dirty="0">
                <a:latin typeface="Verdana"/>
                <a:cs typeface="Verdana"/>
              </a:rPr>
              <a:t>	</a:t>
            </a:r>
            <a:r>
              <a:rPr sz="2800" i="1" spc="-5" dirty="0">
                <a:latin typeface="Verdana"/>
                <a:cs typeface="Verdana"/>
              </a:rPr>
              <a:t>e</a:t>
            </a:r>
            <a:r>
              <a:rPr sz="2800" i="1" dirty="0">
                <a:latin typeface="Verdana"/>
                <a:cs typeface="Verdana"/>
              </a:rPr>
              <a:t>		</a:t>
            </a:r>
            <a:r>
              <a:rPr sz="2800" i="1" spc="-5" dirty="0">
                <a:latin typeface="Verdana"/>
                <a:cs typeface="Verdana"/>
              </a:rPr>
              <a:t>chi</a:t>
            </a:r>
            <a:r>
              <a:rPr sz="2800" i="1" dirty="0">
                <a:latin typeface="Verdana"/>
                <a:cs typeface="Verdana"/>
              </a:rPr>
              <a:t>u</a:t>
            </a:r>
            <a:r>
              <a:rPr sz="2800" i="1" spc="-5" dirty="0">
                <a:latin typeface="Verdana"/>
                <a:cs typeface="Verdana"/>
              </a:rPr>
              <a:t>so  </a:t>
            </a:r>
            <a:r>
              <a:rPr sz="2800" i="1" spc="-25" dirty="0">
                <a:latin typeface="Verdana"/>
                <a:cs typeface="Verdana"/>
              </a:rPr>
              <a:t>cassaforte</a:t>
            </a:r>
            <a:r>
              <a:rPr sz="2800" spc="-25" dirty="0">
                <a:latin typeface="Verdana"/>
                <a:cs typeface="Verdana"/>
              </a:rPr>
              <a:t>”.		</a:t>
            </a:r>
            <a:r>
              <a:rPr sz="2800" spc="-5" dirty="0">
                <a:latin typeface="Verdana"/>
                <a:cs typeface="Verdana"/>
              </a:rPr>
              <a:t>Appena		</a:t>
            </a:r>
            <a:r>
              <a:rPr sz="2800" spc="-10" dirty="0">
                <a:latin typeface="Verdana"/>
                <a:cs typeface="Verdana"/>
              </a:rPr>
              <a:t>viene</a:t>
            </a:r>
            <a:endParaRPr sz="2800">
              <a:latin typeface="Verdana"/>
              <a:cs typeface="Verdana"/>
            </a:endParaRPr>
          </a:p>
        </p:txBody>
      </p:sp>
      <p:sp>
        <p:nvSpPr>
          <p:cNvPr id="4" name="object 4"/>
          <p:cNvSpPr txBox="1"/>
          <p:nvPr/>
        </p:nvSpPr>
        <p:spPr>
          <a:xfrm>
            <a:off x="7655179" y="3572002"/>
            <a:ext cx="3517900" cy="878840"/>
          </a:xfrm>
          <a:prstGeom prst="rect">
            <a:avLst/>
          </a:prstGeom>
        </p:spPr>
        <p:txBody>
          <a:bodyPr vert="horz" wrap="square" lIns="0" tIns="12065" rIns="0" bIns="0" rtlCol="0">
            <a:spAutoFit/>
          </a:bodyPr>
          <a:lstStyle/>
          <a:p>
            <a:pPr marL="80645">
              <a:lnSpc>
                <a:spcPct val="100000"/>
              </a:lnSpc>
              <a:spcBef>
                <a:spcPts val="95"/>
              </a:spcBef>
              <a:tabLst>
                <a:tab pos="654050" algn="l"/>
                <a:tab pos="2157095" algn="l"/>
                <a:tab pos="2837815" algn="l"/>
              </a:tabLst>
            </a:pPr>
            <a:r>
              <a:rPr sz="2800" i="1" spc="-5" dirty="0">
                <a:latin typeface="Verdana"/>
                <a:cs typeface="Verdana"/>
              </a:rPr>
              <a:t>a	chiave	in	u</a:t>
            </a:r>
            <a:r>
              <a:rPr sz="2800" i="1" spc="15" dirty="0">
                <a:latin typeface="Verdana"/>
                <a:cs typeface="Verdana"/>
              </a:rPr>
              <a:t>n</a:t>
            </a:r>
            <a:r>
              <a:rPr sz="2800" i="1" spc="-5" dirty="0">
                <a:latin typeface="Verdana"/>
                <a:cs typeface="Verdana"/>
              </a:rPr>
              <a:t>a</a:t>
            </a:r>
            <a:endParaRPr sz="2800">
              <a:latin typeface="Verdana"/>
              <a:cs typeface="Verdana"/>
            </a:endParaRPr>
          </a:p>
          <a:p>
            <a:pPr marL="12700">
              <a:lnSpc>
                <a:spcPct val="100000"/>
              </a:lnSpc>
              <a:tabLst>
                <a:tab pos="2187575" algn="l"/>
              </a:tabLst>
            </a:pPr>
            <a:r>
              <a:rPr sz="2800" spc="-5" dirty="0">
                <a:latin typeface="Verdana"/>
                <a:cs typeface="Verdana"/>
              </a:rPr>
              <a:t>riacceso	</a:t>
            </a:r>
            <a:r>
              <a:rPr sz="2800" spc="-10" dirty="0">
                <a:latin typeface="Verdana"/>
                <a:cs typeface="Verdana"/>
              </a:rPr>
              <a:t>diventa</a:t>
            </a:r>
            <a:endParaRPr sz="2800">
              <a:latin typeface="Verdana"/>
              <a:cs typeface="Verdana"/>
            </a:endParaRPr>
          </a:p>
        </p:txBody>
      </p:sp>
      <p:sp>
        <p:nvSpPr>
          <p:cNvPr id="5" name="object 5"/>
          <p:cNvSpPr txBox="1"/>
          <p:nvPr/>
        </p:nvSpPr>
        <p:spPr>
          <a:xfrm>
            <a:off x="1094943" y="4425137"/>
            <a:ext cx="10081895" cy="1306195"/>
          </a:xfrm>
          <a:prstGeom prst="rect">
            <a:avLst/>
          </a:prstGeom>
        </p:spPr>
        <p:txBody>
          <a:bodyPr vert="horz" wrap="square" lIns="0" tIns="12065" rIns="0" bIns="0" rtlCol="0">
            <a:spAutoFit/>
          </a:bodyPr>
          <a:lstStyle/>
          <a:p>
            <a:pPr marL="12700" marR="5080" algn="just">
              <a:lnSpc>
                <a:spcPct val="100000"/>
              </a:lnSpc>
              <a:spcBef>
                <a:spcPts val="95"/>
              </a:spcBef>
            </a:pPr>
            <a:r>
              <a:rPr sz="2800" spc="-10" dirty="0">
                <a:latin typeface="Verdana"/>
                <a:cs typeface="Verdana"/>
              </a:rPr>
              <a:t>potenzialmente vulnerabile </a:t>
            </a:r>
            <a:r>
              <a:rPr sz="2800" spc="-5" dirty="0">
                <a:latin typeface="Verdana"/>
                <a:cs typeface="Verdana"/>
              </a:rPr>
              <a:t>e </a:t>
            </a:r>
            <a:r>
              <a:rPr sz="2800" dirty="0">
                <a:latin typeface="Verdana"/>
                <a:cs typeface="Verdana"/>
              </a:rPr>
              <a:t>può essere </a:t>
            </a:r>
            <a:r>
              <a:rPr sz="2800" spc="-5" dirty="0">
                <a:latin typeface="Verdana"/>
                <a:cs typeface="Verdana"/>
              </a:rPr>
              <a:t>attaccato, </a:t>
            </a:r>
            <a:r>
              <a:rPr sz="2800" spc="-10" dirty="0">
                <a:latin typeface="Verdana"/>
                <a:cs typeface="Verdana"/>
              </a:rPr>
              <a:t>ad </a:t>
            </a:r>
            <a:r>
              <a:rPr sz="2800" spc="-5" dirty="0">
                <a:latin typeface="Verdana"/>
                <a:cs typeface="Verdana"/>
              </a:rPr>
              <a:t> esempio</a:t>
            </a:r>
            <a:r>
              <a:rPr sz="2800" dirty="0">
                <a:latin typeface="Verdana"/>
                <a:cs typeface="Verdana"/>
              </a:rPr>
              <a:t> </a:t>
            </a:r>
            <a:r>
              <a:rPr sz="2800" spc="-10" dirty="0">
                <a:latin typeface="Verdana"/>
                <a:cs typeface="Verdana"/>
              </a:rPr>
              <a:t>durante</a:t>
            </a:r>
            <a:r>
              <a:rPr sz="2800" spc="-5" dirty="0">
                <a:latin typeface="Verdana"/>
                <a:cs typeface="Verdana"/>
              </a:rPr>
              <a:t> l’installazione</a:t>
            </a:r>
            <a:r>
              <a:rPr sz="2800" dirty="0">
                <a:latin typeface="Verdana"/>
                <a:cs typeface="Verdana"/>
              </a:rPr>
              <a:t> </a:t>
            </a:r>
            <a:r>
              <a:rPr sz="2800" spc="-5" dirty="0">
                <a:latin typeface="Verdana"/>
                <a:cs typeface="Verdana"/>
              </a:rPr>
              <a:t>di</a:t>
            </a:r>
            <a:r>
              <a:rPr sz="2800" dirty="0">
                <a:latin typeface="Verdana"/>
                <a:cs typeface="Verdana"/>
              </a:rPr>
              <a:t> </a:t>
            </a:r>
            <a:r>
              <a:rPr sz="2800" spc="-5" dirty="0">
                <a:latin typeface="Verdana"/>
                <a:cs typeface="Verdana"/>
              </a:rPr>
              <a:t>eventuali </a:t>
            </a:r>
            <a:r>
              <a:rPr sz="2800" dirty="0">
                <a:latin typeface="Verdana"/>
                <a:cs typeface="Verdana"/>
              </a:rPr>
              <a:t> </a:t>
            </a:r>
            <a:r>
              <a:rPr sz="2800" spc="-5" dirty="0">
                <a:latin typeface="Verdana"/>
                <a:cs typeface="Verdana"/>
              </a:rPr>
              <a:t>aggiornamenti</a:t>
            </a:r>
            <a:r>
              <a:rPr sz="2800" spc="35" dirty="0">
                <a:latin typeface="Verdana"/>
                <a:cs typeface="Verdana"/>
              </a:rPr>
              <a:t> </a:t>
            </a:r>
            <a:r>
              <a:rPr sz="2800" spc="-5" dirty="0">
                <a:latin typeface="Verdana"/>
                <a:cs typeface="Verdana"/>
              </a:rPr>
              <a:t>al</a:t>
            </a:r>
            <a:r>
              <a:rPr sz="2800" spc="10" dirty="0">
                <a:latin typeface="Verdana"/>
                <a:cs typeface="Verdana"/>
              </a:rPr>
              <a:t> </a:t>
            </a:r>
            <a:r>
              <a:rPr sz="2800" spc="-5" dirty="0">
                <a:latin typeface="Verdana"/>
                <a:cs typeface="Verdana"/>
              </a:rPr>
              <a:t>sistema</a:t>
            </a:r>
            <a:r>
              <a:rPr sz="2800" spc="15" dirty="0">
                <a:latin typeface="Verdana"/>
                <a:cs typeface="Verdana"/>
              </a:rPr>
              <a:t> </a:t>
            </a:r>
            <a:r>
              <a:rPr sz="2800" spc="-15" dirty="0">
                <a:latin typeface="Verdana"/>
                <a:cs typeface="Verdana"/>
              </a:rPr>
              <a:t>operativo.</a:t>
            </a:r>
            <a:endParaRPr sz="2800">
              <a:latin typeface="Verdana"/>
              <a:cs typeface="Verdana"/>
            </a:endParaRPr>
          </a:p>
        </p:txBody>
      </p:sp>
    </p:spTree>
    <p:extLst>
      <p:ext uri="{BB962C8B-B14F-4D97-AF65-F5344CB8AC3E}">
        <p14:creationId xmlns:p14="http://schemas.microsoft.com/office/powerpoint/2010/main" val="19946613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1110" y="2261742"/>
            <a:ext cx="10158095" cy="3713479"/>
          </a:xfrm>
          <a:prstGeom prst="rect">
            <a:avLst/>
          </a:prstGeom>
        </p:spPr>
        <p:txBody>
          <a:bodyPr vert="horz" wrap="square" lIns="0" tIns="12065" rIns="0" bIns="0" rtlCol="0">
            <a:spAutoFit/>
          </a:bodyPr>
          <a:lstStyle/>
          <a:p>
            <a:pPr marL="12700" marR="5080" algn="just">
              <a:lnSpc>
                <a:spcPct val="100000"/>
              </a:lnSpc>
              <a:spcBef>
                <a:spcPts val="95"/>
              </a:spcBef>
            </a:pPr>
            <a:r>
              <a:rPr sz="2200" spc="-10" dirty="0">
                <a:latin typeface="Verdana"/>
                <a:cs typeface="Verdana"/>
              </a:rPr>
              <a:t>Naturalmente per </a:t>
            </a:r>
            <a:r>
              <a:rPr sz="2200" spc="-5" dirty="0">
                <a:latin typeface="Verdana"/>
                <a:cs typeface="Verdana"/>
              </a:rPr>
              <a:t>evitare attacchi informatici, o </a:t>
            </a:r>
            <a:r>
              <a:rPr sz="2200" dirty="0">
                <a:latin typeface="Verdana"/>
                <a:cs typeface="Verdana"/>
              </a:rPr>
              <a:t>almeno </a:t>
            </a:r>
            <a:r>
              <a:rPr sz="2200" spc="-5" dirty="0">
                <a:latin typeface="Verdana"/>
                <a:cs typeface="Verdana"/>
              </a:rPr>
              <a:t>per </a:t>
            </a:r>
            <a:r>
              <a:rPr sz="2200" spc="-10" dirty="0">
                <a:latin typeface="Verdana"/>
                <a:cs typeface="Verdana"/>
              </a:rPr>
              <a:t>limitarne </a:t>
            </a:r>
            <a:r>
              <a:rPr sz="2200" dirty="0">
                <a:latin typeface="Verdana"/>
                <a:cs typeface="Verdana"/>
              </a:rPr>
              <a:t>le </a:t>
            </a:r>
            <a:r>
              <a:rPr sz="2200" spc="5" dirty="0">
                <a:latin typeface="Verdana"/>
                <a:cs typeface="Verdana"/>
              </a:rPr>
              <a:t> </a:t>
            </a:r>
            <a:r>
              <a:rPr sz="2200" spc="-5" dirty="0">
                <a:latin typeface="Verdana"/>
                <a:cs typeface="Verdana"/>
              </a:rPr>
              <a:t>conseguenze,</a:t>
            </a:r>
            <a:r>
              <a:rPr sz="2200" spc="300" dirty="0">
                <a:latin typeface="Verdana"/>
                <a:cs typeface="Verdana"/>
              </a:rPr>
              <a:t> </a:t>
            </a:r>
            <a:r>
              <a:rPr sz="2200" spc="-5" dirty="0">
                <a:latin typeface="Verdana"/>
                <a:cs typeface="Verdana"/>
              </a:rPr>
              <a:t>è</a:t>
            </a:r>
            <a:r>
              <a:rPr sz="2200" spc="280" dirty="0">
                <a:latin typeface="Verdana"/>
                <a:cs typeface="Verdana"/>
              </a:rPr>
              <a:t> </a:t>
            </a:r>
            <a:r>
              <a:rPr sz="2200" dirty="0">
                <a:latin typeface="Verdana"/>
                <a:cs typeface="Verdana"/>
              </a:rPr>
              <a:t>necessario</a:t>
            </a:r>
            <a:r>
              <a:rPr sz="2200" spc="300" dirty="0">
                <a:latin typeface="Verdana"/>
                <a:cs typeface="Verdana"/>
              </a:rPr>
              <a:t> </a:t>
            </a:r>
            <a:r>
              <a:rPr sz="2200" spc="-5" dirty="0">
                <a:latin typeface="Verdana"/>
                <a:cs typeface="Verdana"/>
              </a:rPr>
              <a:t>adottare</a:t>
            </a:r>
            <a:r>
              <a:rPr sz="2200" spc="290" dirty="0">
                <a:latin typeface="Verdana"/>
                <a:cs typeface="Verdana"/>
              </a:rPr>
              <a:t> </a:t>
            </a:r>
            <a:r>
              <a:rPr sz="2200" spc="-5" dirty="0">
                <a:latin typeface="Verdana"/>
                <a:cs typeface="Verdana"/>
              </a:rPr>
              <a:t>delle</a:t>
            </a:r>
            <a:r>
              <a:rPr sz="2200" spc="285" dirty="0">
                <a:latin typeface="Verdana"/>
                <a:cs typeface="Verdana"/>
              </a:rPr>
              <a:t> </a:t>
            </a:r>
            <a:r>
              <a:rPr sz="2200" spc="-5" dirty="0">
                <a:latin typeface="Verdana"/>
                <a:cs typeface="Verdana"/>
              </a:rPr>
              <a:t>contromisure;</a:t>
            </a:r>
            <a:r>
              <a:rPr sz="2200" spc="285" dirty="0">
                <a:latin typeface="Verdana"/>
                <a:cs typeface="Verdana"/>
              </a:rPr>
              <a:t> </a:t>
            </a:r>
            <a:r>
              <a:rPr sz="2200" spc="-5" dirty="0">
                <a:latin typeface="Verdana"/>
                <a:cs typeface="Verdana"/>
              </a:rPr>
              <a:t>i</a:t>
            </a:r>
            <a:r>
              <a:rPr sz="2200" spc="305" dirty="0">
                <a:latin typeface="Verdana"/>
                <a:cs typeface="Verdana"/>
              </a:rPr>
              <a:t> </a:t>
            </a:r>
            <a:r>
              <a:rPr sz="2200" dirty="0">
                <a:latin typeface="Verdana"/>
                <a:cs typeface="Verdana"/>
              </a:rPr>
              <a:t>calcolatori</a:t>
            </a:r>
            <a:r>
              <a:rPr sz="2200" spc="275" dirty="0">
                <a:latin typeface="Verdana"/>
                <a:cs typeface="Verdana"/>
              </a:rPr>
              <a:t> </a:t>
            </a:r>
            <a:r>
              <a:rPr sz="2200" spc="-5" dirty="0">
                <a:latin typeface="Verdana"/>
                <a:cs typeface="Verdana"/>
              </a:rPr>
              <a:t>e </a:t>
            </a:r>
            <a:r>
              <a:rPr sz="2200" spc="-760" dirty="0">
                <a:latin typeface="Verdana"/>
                <a:cs typeface="Verdana"/>
              </a:rPr>
              <a:t> </a:t>
            </a:r>
            <a:r>
              <a:rPr sz="2200" dirty="0">
                <a:latin typeface="Verdana"/>
                <a:cs typeface="Verdana"/>
              </a:rPr>
              <a:t>le </a:t>
            </a:r>
            <a:r>
              <a:rPr sz="2200" spc="-10" dirty="0">
                <a:latin typeface="Verdana"/>
                <a:cs typeface="Verdana"/>
              </a:rPr>
              <a:t>reti </a:t>
            </a:r>
            <a:r>
              <a:rPr sz="2200" spc="-5" dirty="0">
                <a:latin typeface="Verdana"/>
                <a:cs typeface="Verdana"/>
              </a:rPr>
              <a:t>di telecomunicazione </a:t>
            </a:r>
            <a:r>
              <a:rPr sz="2200" dirty="0">
                <a:latin typeface="Verdana"/>
                <a:cs typeface="Verdana"/>
              </a:rPr>
              <a:t>necessitano </a:t>
            </a:r>
            <a:r>
              <a:rPr sz="2200" spc="-5" dirty="0">
                <a:latin typeface="Verdana"/>
                <a:cs typeface="Verdana"/>
              </a:rPr>
              <a:t>di protezione anche </a:t>
            </a:r>
            <a:r>
              <a:rPr sz="2200" dirty="0">
                <a:latin typeface="Verdana"/>
                <a:cs typeface="Verdana"/>
              </a:rPr>
              <a:t>se </a:t>
            </a:r>
            <a:r>
              <a:rPr sz="2200" spc="-5" dirty="0">
                <a:latin typeface="Verdana"/>
                <a:cs typeface="Verdana"/>
              </a:rPr>
              <a:t>come </a:t>
            </a:r>
            <a:r>
              <a:rPr sz="2200" dirty="0">
                <a:latin typeface="Verdana"/>
                <a:cs typeface="Verdana"/>
              </a:rPr>
              <a:t>in </a:t>
            </a:r>
            <a:r>
              <a:rPr sz="2200" spc="-760" dirty="0">
                <a:latin typeface="Verdana"/>
                <a:cs typeface="Verdana"/>
              </a:rPr>
              <a:t> </a:t>
            </a:r>
            <a:r>
              <a:rPr sz="2200" spc="-5" dirty="0">
                <a:latin typeface="Verdana"/>
                <a:cs typeface="Verdana"/>
              </a:rPr>
              <a:t>qualsiasi</a:t>
            </a:r>
            <a:r>
              <a:rPr sz="2200" dirty="0">
                <a:latin typeface="Verdana"/>
                <a:cs typeface="Verdana"/>
              </a:rPr>
              <a:t> </a:t>
            </a:r>
            <a:r>
              <a:rPr sz="2200" spc="-5" dirty="0">
                <a:latin typeface="Verdana"/>
                <a:cs typeface="Verdana"/>
              </a:rPr>
              <a:t>ambiente</a:t>
            </a:r>
            <a:r>
              <a:rPr sz="2200" dirty="0">
                <a:latin typeface="Verdana"/>
                <a:cs typeface="Verdana"/>
              </a:rPr>
              <a:t> la</a:t>
            </a:r>
            <a:r>
              <a:rPr sz="2200" spc="5" dirty="0">
                <a:latin typeface="Verdana"/>
                <a:cs typeface="Verdana"/>
              </a:rPr>
              <a:t> </a:t>
            </a:r>
            <a:r>
              <a:rPr sz="2200" spc="-5" dirty="0">
                <a:latin typeface="Verdana"/>
                <a:cs typeface="Verdana"/>
              </a:rPr>
              <a:t>sicurezza</a:t>
            </a:r>
            <a:r>
              <a:rPr sz="2200" dirty="0">
                <a:latin typeface="Verdana"/>
                <a:cs typeface="Verdana"/>
              </a:rPr>
              <a:t> assoluta</a:t>
            </a:r>
            <a:r>
              <a:rPr sz="2200" spc="5" dirty="0">
                <a:latin typeface="Verdana"/>
                <a:cs typeface="Verdana"/>
              </a:rPr>
              <a:t> </a:t>
            </a:r>
            <a:r>
              <a:rPr sz="2200" spc="-5" dirty="0">
                <a:latin typeface="Verdana"/>
                <a:cs typeface="Verdana"/>
              </a:rPr>
              <a:t>non</a:t>
            </a:r>
            <a:r>
              <a:rPr sz="2200" dirty="0">
                <a:latin typeface="Verdana"/>
                <a:cs typeface="Verdana"/>
              </a:rPr>
              <a:t> </a:t>
            </a:r>
            <a:r>
              <a:rPr sz="2200" spc="-5" dirty="0">
                <a:latin typeface="Verdana"/>
                <a:cs typeface="Verdana"/>
              </a:rPr>
              <a:t>è</a:t>
            </a:r>
            <a:r>
              <a:rPr sz="2200" dirty="0">
                <a:latin typeface="Verdana"/>
                <a:cs typeface="Verdana"/>
              </a:rPr>
              <a:t> </a:t>
            </a:r>
            <a:r>
              <a:rPr sz="2200" spc="-5" dirty="0">
                <a:latin typeface="Verdana"/>
                <a:cs typeface="Verdana"/>
              </a:rPr>
              <a:t>concretamente </a:t>
            </a:r>
            <a:r>
              <a:rPr sz="2200" dirty="0">
                <a:latin typeface="Verdana"/>
                <a:cs typeface="Verdana"/>
              </a:rPr>
              <a:t> </a:t>
            </a:r>
            <a:r>
              <a:rPr sz="2200" spc="-5" dirty="0">
                <a:latin typeface="Verdana"/>
                <a:cs typeface="Verdana"/>
              </a:rPr>
              <a:t>realizzabile.</a:t>
            </a:r>
            <a:endParaRPr sz="2200">
              <a:latin typeface="Verdana"/>
              <a:cs typeface="Verdana"/>
            </a:endParaRPr>
          </a:p>
          <a:p>
            <a:pPr marL="12700" marR="5080" algn="just">
              <a:lnSpc>
                <a:spcPct val="100000"/>
              </a:lnSpc>
            </a:pPr>
            <a:r>
              <a:rPr sz="2200" spc="-5" dirty="0">
                <a:latin typeface="Verdana"/>
                <a:cs typeface="Verdana"/>
              </a:rPr>
              <a:t>Il modo per proteggersi è </a:t>
            </a:r>
            <a:r>
              <a:rPr sz="2200" spc="-10" dirty="0">
                <a:latin typeface="Verdana"/>
                <a:cs typeface="Verdana"/>
              </a:rPr>
              <a:t>imparare </a:t>
            </a:r>
            <a:r>
              <a:rPr sz="2200" spc="-5" dirty="0">
                <a:latin typeface="Verdana"/>
                <a:cs typeface="Verdana"/>
              </a:rPr>
              <a:t>a </a:t>
            </a:r>
            <a:r>
              <a:rPr sz="2200" dirty="0">
                <a:latin typeface="Verdana"/>
                <a:cs typeface="Verdana"/>
              </a:rPr>
              <a:t>riconoscere le </a:t>
            </a:r>
            <a:r>
              <a:rPr sz="2200" spc="-5" dirty="0">
                <a:latin typeface="Verdana"/>
                <a:cs typeface="Verdana"/>
              </a:rPr>
              <a:t>origini del rischio. </a:t>
            </a:r>
            <a:r>
              <a:rPr sz="2200" dirty="0">
                <a:latin typeface="Verdana"/>
                <a:cs typeface="Verdana"/>
              </a:rPr>
              <a:t> </a:t>
            </a:r>
            <a:r>
              <a:rPr sz="2200" spc="-5" dirty="0">
                <a:latin typeface="Verdana"/>
                <a:cs typeface="Verdana"/>
              </a:rPr>
              <a:t>Gli strumenti di difesa informatica sono molteplici, si pensi antivirus, </a:t>
            </a:r>
            <a:r>
              <a:rPr sz="2200" dirty="0">
                <a:latin typeface="Verdana"/>
                <a:cs typeface="Verdana"/>
              </a:rPr>
              <a:t> </a:t>
            </a:r>
            <a:r>
              <a:rPr sz="2200" spc="-5" dirty="0">
                <a:latin typeface="Verdana"/>
                <a:cs typeface="Verdana"/>
              </a:rPr>
              <a:t>antispyware, </a:t>
            </a:r>
            <a:r>
              <a:rPr sz="2200" dirty="0">
                <a:latin typeface="Verdana"/>
                <a:cs typeface="Verdana"/>
              </a:rPr>
              <a:t>blocco </a:t>
            </a:r>
            <a:r>
              <a:rPr sz="2200" spc="-10" dirty="0">
                <a:latin typeface="Verdana"/>
                <a:cs typeface="Verdana"/>
              </a:rPr>
              <a:t>popup, </a:t>
            </a:r>
            <a:r>
              <a:rPr sz="2200" spc="-5" dirty="0">
                <a:latin typeface="Verdana"/>
                <a:cs typeface="Verdana"/>
              </a:rPr>
              <a:t>firewall </a:t>
            </a:r>
            <a:r>
              <a:rPr sz="2200" spc="-30" dirty="0">
                <a:latin typeface="Verdana"/>
                <a:cs typeface="Verdana"/>
              </a:rPr>
              <a:t>ecc., </a:t>
            </a:r>
            <a:r>
              <a:rPr sz="2200" spc="-5" dirty="0">
                <a:latin typeface="Verdana"/>
                <a:cs typeface="Verdana"/>
              </a:rPr>
              <a:t>ma tuttavia non sempre </a:t>
            </a:r>
            <a:r>
              <a:rPr sz="2200" spc="-15" dirty="0">
                <a:latin typeface="Verdana"/>
                <a:cs typeface="Verdana"/>
              </a:rPr>
              <a:t>si </a:t>
            </a:r>
            <a:r>
              <a:rPr sz="2200" spc="-10" dirty="0">
                <a:latin typeface="Verdana"/>
                <a:cs typeface="Verdana"/>
              </a:rPr>
              <a:t> </a:t>
            </a:r>
            <a:r>
              <a:rPr sz="2200" spc="-5" dirty="0">
                <a:latin typeface="Verdana"/>
                <a:cs typeface="Verdana"/>
              </a:rPr>
              <a:t>rivelano</a:t>
            </a:r>
            <a:r>
              <a:rPr sz="2200" dirty="0">
                <a:latin typeface="Verdana"/>
                <a:cs typeface="Verdana"/>
              </a:rPr>
              <a:t> </a:t>
            </a:r>
            <a:r>
              <a:rPr sz="2200" spc="-5" dirty="0">
                <a:latin typeface="Verdana"/>
                <a:cs typeface="Verdana"/>
              </a:rPr>
              <a:t>efficienti,</a:t>
            </a:r>
            <a:r>
              <a:rPr sz="2200" dirty="0">
                <a:latin typeface="Verdana"/>
                <a:cs typeface="Verdana"/>
              </a:rPr>
              <a:t> </a:t>
            </a:r>
            <a:r>
              <a:rPr sz="2200" spc="-5" dirty="0">
                <a:latin typeface="Verdana"/>
                <a:cs typeface="Verdana"/>
              </a:rPr>
              <a:t>in</a:t>
            </a:r>
            <a:r>
              <a:rPr sz="2200" dirty="0">
                <a:latin typeface="Verdana"/>
                <a:cs typeface="Verdana"/>
              </a:rPr>
              <a:t> </a:t>
            </a:r>
            <a:r>
              <a:rPr sz="2200" spc="-10" dirty="0">
                <a:latin typeface="Verdana"/>
                <a:cs typeface="Verdana"/>
              </a:rPr>
              <a:t>quanto</a:t>
            </a:r>
            <a:r>
              <a:rPr sz="2200" spc="-5" dirty="0">
                <a:latin typeface="Verdana"/>
                <a:cs typeface="Verdana"/>
              </a:rPr>
              <a:t> esistono</a:t>
            </a:r>
            <a:r>
              <a:rPr sz="2200" dirty="0">
                <a:latin typeface="Verdana"/>
                <a:cs typeface="Verdana"/>
              </a:rPr>
              <a:t> </a:t>
            </a:r>
            <a:r>
              <a:rPr sz="2200" spc="-5" dirty="0">
                <a:latin typeface="Verdana"/>
                <a:cs typeface="Verdana"/>
              </a:rPr>
              <a:t>codici</a:t>
            </a:r>
            <a:r>
              <a:rPr sz="2200" dirty="0">
                <a:latin typeface="Verdana"/>
                <a:cs typeface="Verdana"/>
              </a:rPr>
              <a:t> </a:t>
            </a:r>
            <a:r>
              <a:rPr sz="2200" spc="-5" dirty="0">
                <a:latin typeface="Verdana"/>
                <a:cs typeface="Verdana"/>
              </a:rPr>
              <a:t>malevoli</a:t>
            </a:r>
            <a:r>
              <a:rPr sz="2200" dirty="0">
                <a:latin typeface="Verdana"/>
                <a:cs typeface="Verdana"/>
              </a:rPr>
              <a:t> in</a:t>
            </a:r>
            <a:r>
              <a:rPr sz="2200" spc="5" dirty="0">
                <a:latin typeface="Verdana"/>
                <a:cs typeface="Verdana"/>
              </a:rPr>
              <a:t> </a:t>
            </a:r>
            <a:r>
              <a:rPr sz="2200" spc="-15" dirty="0">
                <a:latin typeface="Verdana"/>
                <a:cs typeface="Verdana"/>
              </a:rPr>
              <a:t>grado</a:t>
            </a:r>
            <a:r>
              <a:rPr sz="2200" spc="740" dirty="0">
                <a:latin typeface="Verdana"/>
                <a:cs typeface="Verdana"/>
              </a:rPr>
              <a:t> </a:t>
            </a:r>
            <a:r>
              <a:rPr sz="2200" spc="-10" dirty="0">
                <a:latin typeface="Verdana"/>
                <a:cs typeface="Verdana"/>
              </a:rPr>
              <a:t>di </a:t>
            </a:r>
            <a:r>
              <a:rPr sz="2200" spc="-5" dirty="0">
                <a:latin typeface="Verdana"/>
                <a:cs typeface="Verdana"/>
              </a:rPr>
              <a:t> </a:t>
            </a:r>
            <a:r>
              <a:rPr sz="2200" spc="-10" dirty="0">
                <a:latin typeface="Verdana"/>
                <a:cs typeface="Verdana"/>
              </a:rPr>
              <a:t>aggirare </a:t>
            </a:r>
            <a:r>
              <a:rPr sz="2200" spc="-5" dirty="0">
                <a:latin typeface="Verdana"/>
                <a:cs typeface="Verdana"/>
              </a:rPr>
              <a:t>facilmente </a:t>
            </a:r>
            <a:r>
              <a:rPr sz="2200" dirty="0">
                <a:latin typeface="Verdana"/>
                <a:cs typeface="Verdana"/>
              </a:rPr>
              <a:t>le difese, </a:t>
            </a:r>
            <a:r>
              <a:rPr sz="2200" spc="-5" dirty="0">
                <a:latin typeface="Verdana"/>
                <a:cs typeface="Verdana"/>
              </a:rPr>
              <a:t>anche con l’inconsapevole complicità degli </a:t>
            </a:r>
            <a:r>
              <a:rPr sz="2200" spc="-760" dirty="0">
                <a:latin typeface="Verdana"/>
                <a:cs typeface="Verdana"/>
              </a:rPr>
              <a:t> </a:t>
            </a:r>
            <a:r>
              <a:rPr sz="2200" spc="-5" dirty="0">
                <a:latin typeface="Verdana"/>
                <a:cs typeface="Verdana"/>
              </a:rPr>
              <a:t>stessi</a:t>
            </a:r>
            <a:r>
              <a:rPr sz="2200" spc="15" dirty="0">
                <a:latin typeface="Verdana"/>
                <a:cs typeface="Verdana"/>
              </a:rPr>
              <a:t> </a:t>
            </a:r>
            <a:r>
              <a:rPr sz="2200" spc="-5" dirty="0">
                <a:latin typeface="Verdana"/>
                <a:cs typeface="Verdana"/>
              </a:rPr>
              <a:t>utenti.</a:t>
            </a:r>
            <a:endParaRPr sz="2200">
              <a:latin typeface="Verdana"/>
              <a:cs typeface="Verdana"/>
            </a:endParaRPr>
          </a:p>
        </p:txBody>
      </p:sp>
    </p:spTree>
    <p:extLst>
      <p:ext uri="{BB962C8B-B14F-4D97-AF65-F5344CB8AC3E}">
        <p14:creationId xmlns:p14="http://schemas.microsoft.com/office/powerpoint/2010/main" val="38180732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23003" y="3366642"/>
            <a:ext cx="2371090" cy="513715"/>
          </a:xfrm>
          <a:prstGeom prst="rect">
            <a:avLst/>
          </a:prstGeom>
        </p:spPr>
        <p:txBody>
          <a:bodyPr vert="horz" wrap="square" lIns="0" tIns="13335" rIns="0" bIns="0" rtlCol="0">
            <a:spAutoFit/>
          </a:bodyPr>
          <a:lstStyle/>
          <a:p>
            <a:pPr marL="12700">
              <a:lnSpc>
                <a:spcPct val="100000"/>
              </a:lnSpc>
              <a:spcBef>
                <a:spcPts val="105"/>
              </a:spcBef>
            </a:pPr>
            <a:r>
              <a:rPr sz="3200" b="1" spc="-5" dirty="0">
                <a:latin typeface="Verdana"/>
                <a:cs typeface="Verdana"/>
              </a:rPr>
              <a:t>DOMANDE</a:t>
            </a:r>
            <a:endParaRPr sz="3200">
              <a:latin typeface="Verdana"/>
              <a:cs typeface="Verdana"/>
            </a:endParaRPr>
          </a:p>
        </p:txBody>
      </p:sp>
    </p:spTree>
    <p:extLst>
      <p:ext uri="{BB962C8B-B14F-4D97-AF65-F5344CB8AC3E}">
        <p14:creationId xmlns:p14="http://schemas.microsoft.com/office/powerpoint/2010/main" val="18322767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844" y="2998723"/>
            <a:ext cx="10009505" cy="1122680"/>
          </a:xfrm>
          <a:prstGeom prst="rect">
            <a:avLst/>
          </a:prstGeom>
        </p:spPr>
        <p:txBody>
          <a:bodyPr vert="horz" wrap="square" lIns="0" tIns="12700" rIns="0" bIns="0" rtlCol="0">
            <a:spAutoFit/>
          </a:bodyPr>
          <a:lstStyle/>
          <a:p>
            <a:pPr marL="12700" marR="5080" algn="just">
              <a:lnSpc>
                <a:spcPct val="100000"/>
              </a:lnSpc>
              <a:spcBef>
                <a:spcPts val="100"/>
              </a:spcBef>
            </a:pPr>
            <a:r>
              <a:rPr sz="2400" b="1" dirty="0">
                <a:latin typeface="Verdana"/>
                <a:cs typeface="Verdana"/>
              </a:rPr>
              <a:t>I </a:t>
            </a:r>
            <a:r>
              <a:rPr sz="2400" b="1" spc="-5" dirty="0">
                <a:latin typeface="Verdana"/>
                <a:cs typeface="Verdana"/>
              </a:rPr>
              <a:t>SISTEMI </a:t>
            </a:r>
            <a:r>
              <a:rPr sz="2400" b="1" dirty="0">
                <a:latin typeface="Verdana"/>
                <a:cs typeface="Verdana"/>
              </a:rPr>
              <a:t>DI </a:t>
            </a:r>
            <a:r>
              <a:rPr sz="2400" b="1" spc="-5" dirty="0">
                <a:latin typeface="Verdana"/>
                <a:cs typeface="Verdana"/>
              </a:rPr>
              <a:t>DIFESA HANNO TENUTO </a:t>
            </a:r>
            <a:r>
              <a:rPr sz="2400" b="1" dirty="0">
                <a:latin typeface="Verdana"/>
                <a:cs typeface="Verdana"/>
              </a:rPr>
              <a:t>IL PASSO CON </a:t>
            </a:r>
            <a:r>
              <a:rPr sz="2400" b="1" spc="-10" dirty="0">
                <a:latin typeface="Verdana"/>
                <a:cs typeface="Verdana"/>
              </a:rPr>
              <a:t>LA </a:t>
            </a:r>
            <a:r>
              <a:rPr sz="2400" b="1" spc="-5" dirty="0">
                <a:latin typeface="Verdana"/>
                <a:cs typeface="Verdana"/>
              </a:rPr>
              <a:t> CRESCENTE</a:t>
            </a:r>
            <a:r>
              <a:rPr sz="2400" b="1" dirty="0">
                <a:latin typeface="Verdana"/>
                <a:cs typeface="Verdana"/>
              </a:rPr>
              <a:t> </a:t>
            </a:r>
            <a:r>
              <a:rPr sz="2400" b="1" spc="-5" dirty="0">
                <a:latin typeface="Verdana"/>
                <a:cs typeface="Verdana"/>
              </a:rPr>
              <a:t>QUANTITÀ</a:t>
            </a:r>
            <a:r>
              <a:rPr sz="2400" b="1" dirty="0">
                <a:latin typeface="Verdana"/>
                <a:cs typeface="Verdana"/>
              </a:rPr>
              <a:t> E</a:t>
            </a:r>
            <a:r>
              <a:rPr sz="2400" b="1" spc="5" dirty="0">
                <a:latin typeface="Verdana"/>
                <a:cs typeface="Verdana"/>
              </a:rPr>
              <a:t> </a:t>
            </a:r>
            <a:r>
              <a:rPr sz="2400" b="1" spc="-5" dirty="0">
                <a:latin typeface="Verdana"/>
                <a:cs typeface="Verdana"/>
              </a:rPr>
              <a:t>QUALITÀ</a:t>
            </a:r>
            <a:r>
              <a:rPr sz="2400" b="1" dirty="0">
                <a:latin typeface="Verdana"/>
                <a:cs typeface="Verdana"/>
              </a:rPr>
              <a:t> </a:t>
            </a:r>
            <a:r>
              <a:rPr sz="2400" b="1" spc="-5" dirty="0">
                <a:latin typeface="Verdana"/>
                <a:cs typeface="Verdana"/>
              </a:rPr>
              <a:t>DEGLI</a:t>
            </a:r>
            <a:r>
              <a:rPr sz="2400" b="1" dirty="0">
                <a:latin typeface="Verdana"/>
                <a:cs typeface="Verdana"/>
              </a:rPr>
              <a:t> </a:t>
            </a:r>
            <a:r>
              <a:rPr sz="2400" b="1" spc="-5" dirty="0">
                <a:latin typeface="Verdana"/>
                <a:cs typeface="Verdana"/>
              </a:rPr>
              <a:t>ATTACCHI </a:t>
            </a:r>
            <a:r>
              <a:rPr sz="2400" b="1" spc="-810" dirty="0">
                <a:latin typeface="Verdana"/>
                <a:cs typeface="Verdana"/>
              </a:rPr>
              <a:t> </a:t>
            </a:r>
            <a:r>
              <a:rPr sz="2400" b="1" spc="-5" dirty="0">
                <a:latin typeface="Verdana"/>
                <a:cs typeface="Verdana"/>
              </a:rPr>
              <a:t>INFORMATICI</a:t>
            </a:r>
            <a:r>
              <a:rPr sz="2400" b="1" spc="25" dirty="0">
                <a:latin typeface="Verdana"/>
                <a:cs typeface="Verdana"/>
              </a:rPr>
              <a:t> </a:t>
            </a:r>
            <a:r>
              <a:rPr sz="2400" b="1" spc="-5" dirty="0">
                <a:latin typeface="Verdana"/>
                <a:cs typeface="Verdana"/>
              </a:rPr>
              <a:t>NEGLI</a:t>
            </a:r>
            <a:r>
              <a:rPr sz="2400" b="1" spc="10" dirty="0">
                <a:latin typeface="Verdana"/>
                <a:cs typeface="Verdana"/>
              </a:rPr>
              <a:t> </a:t>
            </a:r>
            <a:r>
              <a:rPr sz="2400" b="1" spc="-5" dirty="0">
                <a:latin typeface="Verdana"/>
                <a:cs typeface="Verdana"/>
              </a:rPr>
              <a:t>ULTIMI</a:t>
            </a:r>
            <a:r>
              <a:rPr sz="2400" b="1" spc="15" dirty="0">
                <a:latin typeface="Verdana"/>
                <a:cs typeface="Verdana"/>
              </a:rPr>
              <a:t> </a:t>
            </a:r>
            <a:r>
              <a:rPr sz="2400" b="1" dirty="0">
                <a:latin typeface="Verdana"/>
                <a:cs typeface="Verdana"/>
              </a:rPr>
              <a:t>TEMPI?</a:t>
            </a:r>
            <a:endParaRPr sz="2400">
              <a:latin typeface="Verdana"/>
              <a:cs typeface="Verdana"/>
            </a:endParaRPr>
          </a:p>
        </p:txBody>
      </p:sp>
    </p:spTree>
    <p:extLst>
      <p:ext uri="{BB962C8B-B14F-4D97-AF65-F5344CB8AC3E}">
        <p14:creationId xmlns:p14="http://schemas.microsoft.com/office/powerpoint/2010/main" val="10993696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1110" y="2514346"/>
            <a:ext cx="10013315" cy="2220595"/>
          </a:xfrm>
          <a:prstGeom prst="rect">
            <a:avLst/>
          </a:prstGeom>
        </p:spPr>
        <p:txBody>
          <a:bodyPr vert="horz" wrap="square" lIns="0" tIns="12700" rIns="0" bIns="0" rtlCol="0">
            <a:spAutoFit/>
          </a:bodyPr>
          <a:lstStyle/>
          <a:p>
            <a:pPr marL="12700" marR="5080" algn="just">
              <a:lnSpc>
                <a:spcPct val="100000"/>
              </a:lnSpc>
              <a:spcBef>
                <a:spcPts val="100"/>
              </a:spcBef>
            </a:pPr>
            <a:r>
              <a:rPr sz="2400" b="1" dirty="0">
                <a:latin typeface="Verdana"/>
                <a:cs typeface="Verdana"/>
              </a:rPr>
              <a:t>PIÙ CHE MISURE MINIME NON </a:t>
            </a:r>
            <a:r>
              <a:rPr sz="2400" b="1" spc="-5" dirty="0">
                <a:latin typeface="Verdana"/>
                <a:cs typeface="Verdana"/>
              </a:rPr>
              <a:t>SAREBBE </a:t>
            </a:r>
            <a:r>
              <a:rPr sz="2400" b="1" dirty="0">
                <a:latin typeface="Verdana"/>
                <a:cs typeface="Verdana"/>
              </a:rPr>
              <a:t>IL CASO PER </a:t>
            </a:r>
            <a:r>
              <a:rPr sz="2400" b="1" spc="-10" dirty="0">
                <a:latin typeface="Verdana"/>
                <a:cs typeface="Verdana"/>
              </a:rPr>
              <a:t>LE </a:t>
            </a:r>
            <a:r>
              <a:rPr sz="2400" b="1" spc="-5" dirty="0">
                <a:latin typeface="Verdana"/>
                <a:cs typeface="Verdana"/>
              </a:rPr>
              <a:t> </a:t>
            </a:r>
            <a:r>
              <a:rPr sz="2400" b="1" dirty="0">
                <a:latin typeface="Verdana"/>
                <a:cs typeface="Verdana"/>
              </a:rPr>
              <a:t>PA </a:t>
            </a:r>
            <a:r>
              <a:rPr sz="2400" b="1" spc="-5" dirty="0">
                <a:latin typeface="Verdana"/>
                <a:cs typeface="Verdana"/>
              </a:rPr>
              <a:t>ATTRAVERSO LA </a:t>
            </a:r>
            <a:r>
              <a:rPr sz="2400" b="1" dirty="0">
                <a:latin typeface="Verdana"/>
                <a:cs typeface="Verdana"/>
              </a:rPr>
              <a:t>CONSIP </a:t>
            </a:r>
            <a:r>
              <a:rPr sz="2400" b="1" spc="-5" dirty="0">
                <a:latin typeface="Verdana"/>
                <a:cs typeface="Verdana"/>
              </a:rPr>
              <a:t>DI "OBBLIGARE"" GLI ENTI </a:t>
            </a:r>
            <a:r>
              <a:rPr sz="2400" b="1" dirty="0">
                <a:latin typeface="Verdana"/>
                <a:cs typeface="Verdana"/>
              </a:rPr>
              <a:t> </a:t>
            </a:r>
            <a:r>
              <a:rPr sz="2400" b="1" spc="-5" dirty="0">
                <a:latin typeface="Verdana"/>
                <a:cs typeface="Verdana"/>
              </a:rPr>
              <a:t>AD UTILIZZARE DEGLI STANDARD </a:t>
            </a:r>
            <a:r>
              <a:rPr sz="2400" b="1" dirty="0">
                <a:latin typeface="Verdana"/>
                <a:cs typeface="Verdana"/>
              </a:rPr>
              <a:t>MEDI CONDIVISI </a:t>
            </a:r>
            <a:r>
              <a:rPr sz="2400" b="1" spc="-5" dirty="0">
                <a:latin typeface="Verdana"/>
                <a:cs typeface="Verdana"/>
              </a:rPr>
              <a:t>DI </a:t>
            </a:r>
            <a:r>
              <a:rPr sz="2400" b="1" dirty="0">
                <a:latin typeface="Verdana"/>
                <a:cs typeface="Verdana"/>
              </a:rPr>
              <a:t> PROTEZIONE? E </a:t>
            </a:r>
            <a:r>
              <a:rPr sz="2400" b="1" spc="-5" dirty="0">
                <a:latin typeface="Verdana"/>
                <a:cs typeface="Verdana"/>
              </a:rPr>
              <a:t>QUINDI PRESENTARE </a:t>
            </a:r>
            <a:r>
              <a:rPr sz="2400" b="1" dirty="0">
                <a:latin typeface="Verdana"/>
                <a:cs typeface="Verdana"/>
              </a:rPr>
              <a:t>GIÀ </a:t>
            </a:r>
            <a:r>
              <a:rPr sz="2400" b="1" spc="-5" dirty="0">
                <a:latin typeface="Verdana"/>
                <a:cs typeface="Verdana"/>
              </a:rPr>
              <a:t>DEI PRODOTTI </a:t>
            </a:r>
            <a:r>
              <a:rPr sz="2400" b="1" spc="-810" dirty="0">
                <a:latin typeface="Verdana"/>
                <a:cs typeface="Verdana"/>
              </a:rPr>
              <a:t> </a:t>
            </a:r>
            <a:r>
              <a:rPr sz="2400" b="1" dirty="0">
                <a:latin typeface="Verdana"/>
                <a:cs typeface="Verdana"/>
              </a:rPr>
              <a:t>PIÙ CHE </a:t>
            </a:r>
            <a:r>
              <a:rPr sz="2400" b="1" spc="-5" dirty="0">
                <a:latin typeface="Verdana"/>
                <a:cs typeface="Verdana"/>
              </a:rPr>
              <a:t>TESTATI DA ACQUISTARE </a:t>
            </a:r>
            <a:r>
              <a:rPr sz="2400" b="1" dirty="0">
                <a:latin typeface="Verdana"/>
                <a:cs typeface="Verdana"/>
              </a:rPr>
              <a:t>ED UTILIZZARE </a:t>
            </a:r>
            <a:r>
              <a:rPr sz="2400" b="1" spc="-5" dirty="0">
                <a:latin typeface="Verdana"/>
                <a:cs typeface="Verdana"/>
              </a:rPr>
              <a:t>COME </a:t>
            </a:r>
            <a:r>
              <a:rPr sz="2400" b="1" dirty="0">
                <a:latin typeface="Verdana"/>
                <a:cs typeface="Verdana"/>
              </a:rPr>
              <a:t> </a:t>
            </a:r>
            <a:r>
              <a:rPr sz="2400" b="1" spc="-5" dirty="0">
                <a:latin typeface="Verdana"/>
                <a:cs typeface="Verdana"/>
              </a:rPr>
              <a:t>BASE</a:t>
            </a:r>
            <a:r>
              <a:rPr sz="2400" b="1" spc="-10" dirty="0">
                <a:latin typeface="Verdana"/>
                <a:cs typeface="Verdana"/>
              </a:rPr>
              <a:t> </a:t>
            </a:r>
            <a:r>
              <a:rPr sz="2400" b="1" dirty="0">
                <a:latin typeface="Verdana"/>
                <a:cs typeface="Verdana"/>
              </a:rPr>
              <a:t>MINIMA</a:t>
            </a:r>
            <a:r>
              <a:rPr sz="2400" b="1" spc="15" dirty="0">
                <a:latin typeface="Verdana"/>
                <a:cs typeface="Verdana"/>
              </a:rPr>
              <a:t> </a:t>
            </a:r>
            <a:r>
              <a:rPr sz="2400" b="1" spc="-5" dirty="0">
                <a:latin typeface="Verdana"/>
                <a:cs typeface="Verdana"/>
              </a:rPr>
              <a:t>DI</a:t>
            </a:r>
            <a:r>
              <a:rPr sz="2400" b="1" spc="5" dirty="0">
                <a:latin typeface="Verdana"/>
                <a:cs typeface="Verdana"/>
              </a:rPr>
              <a:t> </a:t>
            </a:r>
            <a:r>
              <a:rPr sz="2400" b="1" spc="-5" dirty="0">
                <a:latin typeface="Verdana"/>
                <a:cs typeface="Verdana"/>
              </a:rPr>
              <a:t>PARTENZA?</a:t>
            </a:r>
            <a:endParaRPr sz="2400">
              <a:latin typeface="Verdana"/>
              <a:cs typeface="Verdana"/>
            </a:endParaRPr>
          </a:p>
        </p:txBody>
      </p:sp>
    </p:spTree>
    <p:extLst>
      <p:ext uri="{BB962C8B-B14F-4D97-AF65-F5344CB8AC3E}">
        <p14:creationId xmlns:p14="http://schemas.microsoft.com/office/powerpoint/2010/main" val="23007044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18743" y="2192223"/>
            <a:ext cx="10013950" cy="3318510"/>
          </a:xfrm>
          <a:prstGeom prst="rect">
            <a:avLst/>
          </a:prstGeom>
        </p:spPr>
        <p:txBody>
          <a:bodyPr vert="horz" wrap="square" lIns="0" tIns="12700" rIns="0" bIns="0" rtlCol="0">
            <a:spAutoFit/>
          </a:bodyPr>
          <a:lstStyle/>
          <a:p>
            <a:pPr marL="12700" marR="5080" algn="just">
              <a:lnSpc>
                <a:spcPct val="100000"/>
              </a:lnSpc>
              <a:spcBef>
                <a:spcPts val="100"/>
              </a:spcBef>
            </a:pPr>
            <a:r>
              <a:rPr sz="2400" spc="-10" dirty="0">
                <a:latin typeface="Verdana"/>
                <a:cs typeface="Verdana"/>
              </a:rPr>
              <a:t>In</a:t>
            </a:r>
            <a:r>
              <a:rPr sz="2400" spc="-5" dirty="0">
                <a:latin typeface="Verdana"/>
                <a:cs typeface="Verdana"/>
              </a:rPr>
              <a:t> </a:t>
            </a:r>
            <a:r>
              <a:rPr sz="2400" dirty="0">
                <a:latin typeface="Verdana"/>
                <a:cs typeface="Verdana"/>
              </a:rPr>
              <a:t>effetti</a:t>
            </a:r>
            <a:r>
              <a:rPr sz="2400" spc="5" dirty="0">
                <a:latin typeface="Verdana"/>
                <a:cs typeface="Verdana"/>
              </a:rPr>
              <a:t> </a:t>
            </a:r>
            <a:r>
              <a:rPr sz="2400" spc="-25" dirty="0">
                <a:latin typeface="Verdana"/>
                <a:cs typeface="Verdana"/>
              </a:rPr>
              <a:t>l’AgID</a:t>
            </a:r>
            <a:r>
              <a:rPr sz="2400" spc="-20" dirty="0">
                <a:latin typeface="Verdana"/>
                <a:cs typeface="Verdana"/>
              </a:rPr>
              <a:t> </a:t>
            </a:r>
            <a:r>
              <a:rPr sz="2400" spc="-5" dirty="0">
                <a:latin typeface="Verdana"/>
                <a:cs typeface="Verdana"/>
              </a:rPr>
              <a:t>(Agenzia</a:t>
            </a:r>
            <a:r>
              <a:rPr sz="2400" dirty="0">
                <a:latin typeface="Verdana"/>
                <a:cs typeface="Verdana"/>
              </a:rPr>
              <a:t> </a:t>
            </a:r>
            <a:r>
              <a:rPr sz="2400" spc="-5" dirty="0">
                <a:latin typeface="Verdana"/>
                <a:cs typeface="Verdana"/>
              </a:rPr>
              <a:t>per</a:t>
            </a:r>
            <a:r>
              <a:rPr sz="2400" dirty="0">
                <a:latin typeface="Verdana"/>
                <a:cs typeface="Verdana"/>
              </a:rPr>
              <a:t> l’Italia</a:t>
            </a:r>
            <a:r>
              <a:rPr sz="2400" spc="5" dirty="0">
                <a:latin typeface="Verdana"/>
                <a:cs typeface="Verdana"/>
              </a:rPr>
              <a:t> </a:t>
            </a:r>
            <a:r>
              <a:rPr sz="2400" spc="-5" dirty="0">
                <a:latin typeface="Verdana"/>
                <a:cs typeface="Verdana"/>
              </a:rPr>
              <a:t>Digitale)</a:t>
            </a:r>
            <a:r>
              <a:rPr sz="2400" dirty="0">
                <a:latin typeface="Verdana"/>
                <a:cs typeface="Verdana"/>
              </a:rPr>
              <a:t> sta</a:t>
            </a:r>
            <a:r>
              <a:rPr sz="2400" spc="840" dirty="0">
                <a:latin typeface="Verdana"/>
                <a:cs typeface="Verdana"/>
              </a:rPr>
              <a:t> </a:t>
            </a:r>
            <a:r>
              <a:rPr sz="2400" dirty="0">
                <a:latin typeface="Verdana"/>
                <a:cs typeface="Verdana"/>
              </a:rPr>
              <a:t>proprio </a:t>
            </a:r>
            <a:r>
              <a:rPr sz="2400" spc="5" dirty="0">
                <a:latin typeface="Verdana"/>
                <a:cs typeface="Verdana"/>
              </a:rPr>
              <a:t> </a:t>
            </a:r>
            <a:r>
              <a:rPr sz="2400" spc="-5" dirty="0">
                <a:latin typeface="Verdana"/>
                <a:cs typeface="Verdana"/>
              </a:rPr>
              <a:t>cercando</a:t>
            </a:r>
            <a:r>
              <a:rPr sz="2400" spc="295" dirty="0">
                <a:latin typeface="Verdana"/>
                <a:cs typeface="Verdana"/>
              </a:rPr>
              <a:t> </a:t>
            </a:r>
            <a:r>
              <a:rPr sz="2400" dirty="0">
                <a:latin typeface="Verdana"/>
                <a:cs typeface="Verdana"/>
              </a:rPr>
              <a:t>di</a:t>
            </a:r>
            <a:r>
              <a:rPr sz="2400" spc="285" dirty="0">
                <a:latin typeface="Verdana"/>
                <a:cs typeface="Verdana"/>
              </a:rPr>
              <a:t> </a:t>
            </a:r>
            <a:r>
              <a:rPr sz="2400" spc="-5" dirty="0">
                <a:latin typeface="Verdana"/>
                <a:cs typeface="Verdana"/>
              </a:rPr>
              <a:t>favorire</a:t>
            </a:r>
            <a:r>
              <a:rPr sz="2400" spc="285" dirty="0">
                <a:latin typeface="Verdana"/>
                <a:cs typeface="Verdana"/>
              </a:rPr>
              <a:t> </a:t>
            </a:r>
            <a:r>
              <a:rPr sz="2400" spc="-10" dirty="0">
                <a:latin typeface="Verdana"/>
                <a:cs typeface="Verdana"/>
              </a:rPr>
              <a:t>la</a:t>
            </a:r>
            <a:r>
              <a:rPr sz="2400" spc="280" dirty="0">
                <a:latin typeface="Verdana"/>
                <a:cs typeface="Verdana"/>
              </a:rPr>
              <a:t> </a:t>
            </a:r>
            <a:r>
              <a:rPr sz="2400" dirty="0">
                <a:latin typeface="Verdana"/>
                <a:cs typeface="Verdana"/>
              </a:rPr>
              <a:t>condivisione</a:t>
            </a:r>
            <a:r>
              <a:rPr sz="2400" spc="280" dirty="0">
                <a:latin typeface="Verdana"/>
                <a:cs typeface="Verdana"/>
              </a:rPr>
              <a:t> </a:t>
            </a:r>
            <a:r>
              <a:rPr sz="2400" spc="5" dirty="0">
                <a:latin typeface="Verdana"/>
                <a:cs typeface="Verdana"/>
              </a:rPr>
              <a:t>di</a:t>
            </a:r>
            <a:r>
              <a:rPr sz="2400" spc="275" dirty="0">
                <a:latin typeface="Verdana"/>
                <a:cs typeface="Verdana"/>
              </a:rPr>
              <a:t> </a:t>
            </a:r>
            <a:r>
              <a:rPr sz="2400" dirty="0">
                <a:latin typeface="Verdana"/>
                <a:cs typeface="Verdana"/>
              </a:rPr>
              <a:t>standard</a:t>
            </a:r>
            <a:r>
              <a:rPr sz="2400" spc="290" dirty="0">
                <a:latin typeface="Verdana"/>
                <a:cs typeface="Verdana"/>
              </a:rPr>
              <a:t> </a:t>
            </a:r>
            <a:r>
              <a:rPr sz="2400" spc="5" dirty="0">
                <a:latin typeface="Verdana"/>
                <a:cs typeface="Verdana"/>
              </a:rPr>
              <a:t>di</a:t>
            </a:r>
            <a:r>
              <a:rPr sz="2400" spc="270" dirty="0">
                <a:latin typeface="Verdana"/>
                <a:cs typeface="Verdana"/>
              </a:rPr>
              <a:t> </a:t>
            </a:r>
            <a:r>
              <a:rPr sz="2400" spc="-5" dirty="0">
                <a:latin typeface="Verdana"/>
                <a:cs typeface="Verdana"/>
              </a:rPr>
              <a:t>alta</a:t>
            </a:r>
            <a:r>
              <a:rPr sz="2400" spc="290" dirty="0">
                <a:latin typeface="Verdana"/>
                <a:cs typeface="Verdana"/>
              </a:rPr>
              <a:t> </a:t>
            </a:r>
            <a:r>
              <a:rPr sz="2400" spc="-5" dirty="0">
                <a:latin typeface="Verdana"/>
                <a:cs typeface="Verdana"/>
              </a:rPr>
              <a:t>efficacia </a:t>
            </a:r>
            <a:r>
              <a:rPr sz="2400" spc="-835" dirty="0">
                <a:latin typeface="Verdana"/>
                <a:cs typeface="Verdana"/>
              </a:rPr>
              <a:t> </a:t>
            </a:r>
            <a:r>
              <a:rPr sz="2400" spc="-10" dirty="0">
                <a:latin typeface="Verdana"/>
                <a:cs typeface="Verdana"/>
              </a:rPr>
              <a:t>in </a:t>
            </a:r>
            <a:r>
              <a:rPr sz="2400" spc="-5" dirty="0">
                <a:latin typeface="Verdana"/>
                <a:cs typeface="Verdana"/>
              </a:rPr>
              <a:t>materia </a:t>
            </a:r>
            <a:r>
              <a:rPr sz="2400" dirty="0">
                <a:latin typeface="Verdana"/>
                <a:cs typeface="Verdana"/>
              </a:rPr>
              <a:t>di </a:t>
            </a:r>
            <a:r>
              <a:rPr sz="2400" spc="-5" dirty="0">
                <a:latin typeface="Verdana"/>
                <a:cs typeface="Verdana"/>
              </a:rPr>
              <a:t>sicurezza informatica. Difatti l’individuazione </a:t>
            </a:r>
            <a:r>
              <a:rPr sz="2400" dirty="0">
                <a:latin typeface="Verdana"/>
                <a:cs typeface="Verdana"/>
              </a:rPr>
              <a:t>di </a:t>
            </a:r>
            <a:r>
              <a:rPr sz="2400" spc="5" dirty="0">
                <a:latin typeface="Verdana"/>
                <a:cs typeface="Verdana"/>
              </a:rPr>
              <a:t>un </a:t>
            </a:r>
            <a:r>
              <a:rPr sz="2400" spc="10" dirty="0">
                <a:latin typeface="Verdana"/>
                <a:cs typeface="Verdana"/>
              </a:rPr>
              <a:t> </a:t>
            </a:r>
            <a:r>
              <a:rPr sz="2400" spc="-5" dirty="0">
                <a:latin typeface="Verdana"/>
                <a:cs typeface="Verdana"/>
              </a:rPr>
              <a:t>perimetro</a:t>
            </a:r>
            <a:r>
              <a:rPr sz="2400" dirty="0">
                <a:latin typeface="Verdana"/>
                <a:cs typeface="Verdana"/>
              </a:rPr>
              <a:t> </a:t>
            </a:r>
            <a:r>
              <a:rPr sz="2400" spc="5" dirty="0">
                <a:latin typeface="Verdana"/>
                <a:cs typeface="Verdana"/>
              </a:rPr>
              <a:t>di</a:t>
            </a:r>
            <a:r>
              <a:rPr sz="2400" spc="10" dirty="0">
                <a:latin typeface="Verdana"/>
                <a:cs typeface="Verdana"/>
              </a:rPr>
              <a:t> </a:t>
            </a:r>
            <a:r>
              <a:rPr sz="2400" spc="-5" dirty="0">
                <a:latin typeface="Verdana"/>
                <a:cs typeface="Verdana"/>
              </a:rPr>
              <a:t>sicurezza</a:t>
            </a:r>
            <a:r>
              <a:rPr sz="2400" dirty="0">
                <a:latin typeface="Verdana"/>
                <a:cs typeface="Verdana"/>
              </a:rPr>
              <a:t> cibernetica</a:t>
            </a:r>
            <a:r>
              <a:rPr sz="2400" spc="5" dirty="0">
                <a:latin typeface="Verdana"/>
                <a:cs typeface="Verdana"/>
              </a:rPr>
              <a:t> </a:t>
            </a:r>
            <a:r>
              <a:rPr sz="2400" dirty="0">
                <a:latin typeface="Verdana"/>
                <a:cs typeface="Verdana"/>
              </a:rPr>
              <a:t>ha</a:t>
            </a:r>
            <a:r>
              <a:rPr sz="2400" spc="5" dirty="0">
                <a:latin typeface="Verdana"/>
                <a:cs typeface="Verdana"/>
              </a:rPr>
              <a:t> </a:t>
            </a:r>
            <a:r>
              <a:rPr sz="2400" dirty="0">
                <a:latin typeface="Verdana"/>
                <a:cs typeface="Verdana"/>
              </a:rPr>
              <a:t>proprio</a:t>
            </a:r>
            <a:r>
              <a:rPr sz="2400" spc="5" dirty="0">
                <a:latin typeface="Verdana"/>
                <a:cs typeface="Verdana"/>
              </a:rPr>
              <a:t> </a:t>
            </a:r>
            <a:r>
              <a:rPr sz="2400" spc="-5" dirty="0">
                <a:latin typeface="Verdana"/>
                <a:cs typeface="Verdana"/>
              </a:rPr>
              <a:t>l’obiettivo</a:t>
            </a:r>
            <a:r>
              <a:rPr sz="2400" dirty="0">
                <a:latin typeface="Verdana"/>
                <a:cs typeface="Verdana"/>
              </a:rPr>
              <a:t> </a:t>
            </a:r>
            <a:r>
              <a:rPr sz="2400" spc="15" dirty="0">
                <a:latin typeface="Verdana"/>
                <a:cs typeface="Verdana"/>
              </a:rPr>
              <a:t>di </a:t>
            </a:r>
            <a:r>
              <a:rPr sz="2400" spc="20" dirty="0">
                <a:latin typeface="Verdana"/>
                <a:cs typeface="Verdana"/>
              </a:rPr>
              <a:t> </a:t>
            </a:r>
            <a:r>
              <a:rPr sz="2400" spc="-5" dirty="0">
                <a:latin typeface="Verdana"/>
                <a:cs typeface="Verdana"/>
              </a:rPr>
              <a:t>imporre </a:t>
            </a:r>
            <a:r>
              <a:rPr sz="2400" dirty="0">
                <a:latin typeface="Verdana"/>
                <a:cs typeface="Verdana"/>
              </a:rPr>
              <a:t>obblighi comuni agli enti che </a:t>
            </a:r>
            <a:r>
              <a:rPr sz="2400" spc="-5" dirty="0">
                <a:latin typeface="Verdana"/>
                <a:cs typeface="Verdana"/>
              </a:rPr>
              <a:t>rientrano </a:t>
            </a:r>
            <a:r>
              <a:rPr sz="2400" dirty="0">
                <a:latin typeface="Verdana"/>
                <a:cs typeface="Verdana"/>
              </a:rPr>
              <a:t>nel suddetto </a:t>
            </a:r>
            <a:r>
              <a:rPr sz="2400" spc="5" dirty="0">
                <a:latin typeface="Verdana"/>
                <a:cs typeface="Verdana"/>
              </a:rPr>
              <a:t> </a:t>
            </a:r>
            <a:r>
              <a:rPr sz="2400" spc="-5" dirty="0">
                <a:latin typeface="Verdana"/>
                <a:cs typeface="Verdana"/>
              </a:rPr>
              <a:t>perimetro. Come </a:t>
            </a:r>
            <a:r>
              <a:rPr sz="2400" spc="5" dirty="0">
                <a:latin typeface="Verdana"/>
                <a:cs typeface="Verdana"/>
              </a:rPr>
              <a:t>ho </a:t>
            </a:r>
            <a:r>
              <a:rPr sz="2400" spc="-5" dirty="0">
                <a:latin typeface="Verdana"/>
                <a:cs typeface="Verdana"/>
              </a:rPr>
              <a:t>avuto </a:t>
            </a:r>
            <a:r>
              <a:rPr sz="2400" dirty="0">
                <a:latin typeface="Verdana"/>
                <a:cs typeface="Verdana"/>
              </a:rPr>
              <a:t>modo </a:t>
            </a:r>
            <a:r>
              <a:rPr sz="2400" spc="5" dirty="0">
                <a:latin typeface="Verdana"/>
                <a:cs typeface="Verdana"/>
              </a:rPr>
              <a:t>di </a:t>
            </a:r>
            <a:r>
              <a:rPr sz="2400" spc="-5" dirty="0">
                <a:latin typeface="Verdana"/>
                <a:cs typeface="Verdana"/>
              </a:rPr>
              <a:t>sostenere </a:t>
            </a:r>
            <a:r>
              <a:rPr sz="2400" spc="-10" dirty="0">
                <a:latin typeface="Verdana"/>
                <a:cs typeface="Verdana"/>
              </a:rPr>
              <a:t>durante </a:t>
            </a:r>
            <a:r>
              <a:rPr sz="2400" dirty="0">
                <a:latin typeface="Verdana"/>
                <a:cs typeface="Verdana"/>
              </a:rPr>
              <a:t>il </a:t>
            </a:r>
            <a:r>
              <a:rPr sz="2400" spc="-5" dirty="0">
                <a:latin typeface="Verdana"/>
                <a:cs typeface="Verdana"/>
              </a:rPr>
              <a:t>webinar </a:t>
            </a:r>
            <a:r>
              <a:rPr sz="2400" dirty="0">
                <a:latin typeface="Verdana"/>
                <a:cs typeface="Verdana"/>
              </a:rPr>
              <a:t> </a:t>
            </a:r>
            <a:r>
              <a:rPr sz="2400" spc="-10" dirty="0">
                <a:latin typeface="Verdana"/>
                <a:cs typeface="Verdana"/>
              </a:rPr>
              <a:t>la </a:t>
            </a:r>
            <a:r>
              <a:rPr sz="2400" spc="-30" dirty="0">
                <a:latin typeface="Verdana"/>
                <a:cs typeface="Verdana"/>
              </a:rPr>
              <a:t>PA </a:t>
            </a:r>
            <a:r>
              <a:rPr sz="2400" dirty="0">
                <a:latin typeface="Verdana"/>
                <a:cs typeface="Verdana"/>
              </a:rPr>
              <a:t>è fortemente </a:t>
            </a:r>
            <a:r>
              <a:rPr sz="2400" spc="-5" dirty="0">
                <a:latin typeface="Verdana"/>
                <a:cs typeface="Verdana"/>
              </a:rPr>
              <a:t>regolata ed </a:t>
            </a:r>
            <a:r>
              <a:rPr sz="2400" dirty="0">
                <a:latin typeface="Verdana"/>
                <a:cs typeface="Verdana"/>
              </a:rPr>
              <a:t>ha bisogno </a:t>
            </a:r>
            <a:r>
              <a:rPr sz="2400" spc="5" dirty="0">
                <a:latin typeface="Verdana"/>
                <a:cs typeface="Verdana"/>
              </a:rPr>
              <a:t>di </a:t>
            </a:r>
            <a:r>
              <a:rPr sz="2400" spc="-5" dirty="0">
                <a:latin typeface="Verdana"/>
                <a:cs typeface="Verdana"/>
              </a:rPr>
              <a:t>precise </a:t>
            </a:r>
            <a:r>
              <a:rPr sz="2400" dirty="0">
                <a:latin typeface="Verdana"/>
                <a:cs typeface="Verdana"/>
              </a:rPr>
              <a:t>norme </a:t>
            </a:r>
            <a:r>
              <a:rPr sz="2400" spc="15" dirty="0">
                <a:latin typeface="Verdana"/>
                <a:cs typeface="Verdana"/>
              </a:rPr>
              <a:t>di </a:t>
            </a:r>
            <a:r>
              <a:rPr sz="2400" spc="20" dirty="0">
                <a:latin typeface="Verdana"/>
                <a:cs typeface="Verdana"/>
              </a:rPr>
              <a:t> </a:t>
            </a:r>
            <a:r>
              <a:rPr sz="2400" spc="-5" dirty="0">
                <a:latin typeface="Verdana"/>
                <a:cs typeface="Verdana"/>
              </a:rPr>
              <a:t>riferimento </a:t>
            </a:r>
            <a:r>
              <a:rPr sz="2400" dirty="0">
                <a:latin typeface="Verdana"/>
                <a:cs typeface="Verdana"/>
              </a:rPr>
              <a:t>che </a:t>
            </a:r>
            <a:r>
              <a:rPr sz="2400" spc="-10" dirty="0">
                <a:latin typeface="Verdana"/>
                <a:cs typeface="Verdana"/>
              </a:rPr>
              <a:t>in </a:t>
            </a:r>
            <a:r>
              <a:rPr sz="2400" spc="-5" dirty="0">
                <a:latin typeface="Verdana"/>
                <a:cs typeface="Verdana"/>
              </a:rPr>
              <a:t>materia </a:t>
            </a:r>
            <a:r>
              <a:rPr sz="2400" spc="5" dirty="0">
                <a:latin typeface="Verdana"/>
                <a:cs typeface="Verdana"/>
              </a:rPr>
              <a:t>di </a:t>
            </a:r>
            <a:r>
              <a:rPr sz="2400" spc="-10" dirty="0">
                <a:latin typeface="Verdana"/>
                <a:cs typeface="Verdana"/>
              </a:rPr>
              <a:t>sicurezza </a:t>
            </a:r>
            <a:r>
              <a:rPr sz="2400" dirty="0">
                <a:latin typeface="Verdana"/>
                <a:cs typeface="Verdana"/>
              </a:rPr>
              <a:t>informatica </a:t>
            </a:r>
            <a:r>
              <a:rPr sz="2400" spc="-5" dirty="0">
                <a:latin typeface="Verdana"/>
                <a:cs typeface="Verdana"/>
              </a:rPr>
              <a:t>devono </a:t>
            </a:r>
            <a:r>
              <a:rPr sz="2400" dirty="0">
                <a:latin typeface="Verdana"/>
                <a:cs typeface="Verdana"/>
              </a:rPr>
              <a:t>anche </a:t>
            </a:r>
            <a:r>
              <a:rPr sz="2400" spc="-830" dirty="0">
                <a:latin typeface="Verdana"/>
                <a:cs typeface="Verdana"/>
              </a:rPr>
              <a:t> </a:t>
            </a:r>
            <a:r>
              <a:rPr sz="2400" spc="-5" dirty="0">
                <a:latin typeface="Verdana"/>
                <a:cs typeface="Verdana"/>
              </a:rPr>
              <a:t>essere</a:t>
            </a:r>
            <a:r>
              <a:rPr sz="2400" dirty="0">
                <a:latin typeface="Verdana"/>
                <a:cs typeface="Verdana"/>
              </a:rPr>
              <a:t> di</a:t>
            </a:r>
            <a:r>
              <a:rPr sz="2400" spc="5" dirty="0">
                <a:latin typeface="Verdana"/>
                <a:cs typeface="Verdana"/>
              </a:rPr>
              <a:t> </a:t>
            </a:r>
            <a:r>
              <a:rPr sz="2400" spc="-10" dirty="0">
                <a:latin typeface="Verdana"/>
                <a:cs typeface="Verdana"/>
              </a:rPr>
              <a:t>natura</a:t>
            </a:r>
            <a:r>
              <a:rPr sz="2400" dirty="0">
                <a:latin typeface="Verdana"/>
                <a:cs typeface="Verdana"/>
              </a:rPr>
              <a:t> </a:t>
            </a:r>
            <a:r>
              <a:rPr sz="2400" spc="-10" dirty="0">
                <a:latin typeface="Verdana"/>
                <a:cs typeface="Verdana"/>
              </a:rPr>
              <a:t>tecnica.</a:t>
            </a:r>
            <a:endParaRPr sz="2400">
              <a:latin typeface="Verdana"/>
              <a:cs typeface="Verdana"/>
            </a:endParaRPr>
          </a:p>
        </p:txBody>
      </p:sp>
    </p:spTree>
    <p:extLst>
      <p:ext uri="{BB962C8B-B14F-4D97-AF65-F5344CB8AC3E}">
        <p14:creationId xmlns:p14="http://schemas.microsoft.com/office/powerpoint/2010/main" val="3206131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91302" y="2192223"/>
            <a:ext cx="140271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Verdana"/>
                <a:cs typeface="Verdana"/>
              </a:rPr>
              <a:t>S</a:t>
            </a:r>
            <a:r>
              <a:rPr sz="2400" b="1" spc="-10" dirty="0">
                <a:latin typeface="Verdana"/>
                <a:cs typeface="Verdana"/>
              </a:rPr>
              <a:t>T</a:t>
            </a:r>
            <a:r>
              <a:rPr sz="2400" b="1" spc="5" dirty="0">
                <a:latin typeface="Verdana"/>
                <a:cs typeface="Verdana"/>
              </a:rPr>
              <a:t>I</a:t>
            </a:r>
            <a:r>
              <a:rPr sz="2400" b="1" dirty="0">
                <a:latin typeface="Verdana"/>
                <a:cs typeface="Verdana"/>
              </a:rPr>
              <a:t>AMO</a:t>
            </a:r>
            <a:endParaRPr sz="2400">
              <a:latin typeface="Verdana"/>
              <a:cs typeface="Verdana"/>
            </a:endParaRPr>
          </a:p>
        </p:txBody>
      </p:sp>
      <p:sp>
        <p:nvSpPr>
          <p:cNvPr id="3" name="object 3"/>
          <p:cNvSpPr txBox="1"/>
          <p:nvPr/>
        </p:nvSpPr>
        <p:spPr>
          <a:xfrm>
            <a:off x="7473822" y="2192223"/>
            <a:ext cx="2194560"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Verdana"/>
                <a:cs typeface="Verdana"/>
              </a:rPr>
              <a:t>LAVORANDO</a:t>
            </a:r>
            <a:endParaRPr sz="2400">
              <a:latin typeface="Verdana"/>
              <a:cs typeface="Verdana"/>
            </a:endParaRPr>
          </a:p>
        </p:txBody>
      </p:sp>
      <p:sp>
        <p:nvSpPr>
          <p:cNvPr id="4" name="object 4"/>
          <p:cNvSpPr txBox="1"/>
          <p:nvPr/>
        </p:nvSpPr>
        <p:spPr>
          <a:xfrm>
            <a:off x="10147172" y="2192223"/>
            <a:ext cx="886460"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Verdana"/>
                <a:cs typeface="Verdana"/>
              </a:rPr>
              <a:t>A</a:t>
            </a:r>
            <a:r>
              <a:rPr sz="2400" b="1" spc="-15" dirty="0">
                <a:latin typeface="Verdana"/>
                <a:cs typeface="Verdana"/>
              </a:rPr>
              <a:t>L</a:t>
            </a:r>
            <a:r>
              <a:rPr sz="2400" b="1" spc="-5" dirty="0">
                <a:latin typeface="Verdana"/>
                <a:cs typeface="Verdana"/>
              </a:rPr>
              <a:t>LA</a:t>
            </a:r>
            <a:endParaRPr sz="2400">
              <a:latin typeface="Verdana"/>
              <a:cs typeface="Verdana"/>
            </a:endParaRPr>
          </a:p>
        </p:txBody>
      </p:sp>
      <p:sp>
        <p:nvSpPr>
          <p:cNvPr id="5" name="object 5"/>
          <p:cNvSpPr txBox="1"/>
          <p:nvPr/>
        </p:nvSpPr>
        <p:spPr>
          <a:xfrm>
            <a:off x="1018743" y="2192223"/>
            <a:ext cx="4215130" cy="757555"/>
          </a:xfrm>
          <a:prstGeom prst="rect">
            <a:avLst/>
          </a:prstGeom>
        </p:spPr>
        <p:txBody>
          <a:bodyPr vert="horz" wrap="square" lIns="0" tIns="12700" rIns="0" bIns="0" rtlCol="0">
            <a:spAutoFit/>
          </a:bodyPr>
          <a:lstStyle/>
          <a:p>
            <a:pPr marL="12700">
              <a:lnSpc>
                <a:spcPct val="100000"/>
              </a:lnSpc>
              <a:spcBef>
                <a:spcPts val="100"/>
              </a:spcBef>
              <a:tabLst>
                <a:tab pos="1176655" algn="l"/>
                <a:tab pos="2397760" algn="l"/>
              </a:tabLst>
            </a:pPr>
            <a:r>
              <a:rPr sz="2400" b="1" dirty="0">
                <a:latin typeface="Verdana"/>
                <a:cs typeface="Verdana"/>
              </a:rPr>
              <a:t>NEL	</a:t>
            </a:r>
            <a:r>
              <a:rPr sz="2400" b="1" spc="5" dirty="0">
                <a:latin typeface="Verdana"/>
                <a:cs typeface="Verdana"/>
              </a:rPr>
              <a:t>MIO	</a:t>
            </a:r>
            <a:r>
              <a:rPr sz="2400" b="1" dirty="0">
                <a:latin typeface="Verdana"/>
                <a:cs typeface="Verdana"/>
              </a:rPr>
              <a:t>ISTITUTO</a:t>
            </a:r>
            <a:endParaRPr sz="2400">
              <a:latin typeface="Verdana"/>
              <a:cs typeface="Verdana"/>
            </a:endParaRPr>
          </a:p>
          <a:p>
            <a:pPr marL="12700">
              <a:lnSpc>
                <a:spcPct val="100000"/>
              </a:lnSpc>
              <a:spcBef>
                <a:spcPts val="5"/>
              </a:spcBef>
              <a:tabLst>
                <a:tab pos="3781425" algn="l"/>
              </a:tabLst>
            </a:pPr>
            <a:r>
              <a:rPr sz="2400" b="1" dirty="0">
                <a:latin typeface="Verdana"/>
                <a:cs typeface="Verdana"/>
              </a:rPr>
              <a:t>PREDISPOSI</a:t>
            </a:r>
            <a:r>
              <a:rPr sz="2400" b="1" spc="-15" dirty="0">
                <a:latin typeface="Verdana"/>
                <a:cs typeface="Verdana"/>
              </a:rPr>
              <a:t>Z</a:t>
            </a:r>
            <a:r>
              <a:rPr sz="2400" b="1" dirty="0">
                <a:latin typeface="Verdana"/>
                <a:cs typeface="Verdana"/>
              </a:rPr>
              <a:t>IONE	DI</a:t>
            </a:r>
            <a:endParaRPr sz="2400">
              <a:latin typeface="Verdana"/>
              <a:cs typeface="Verdana"/>
            </a:endParaRPr>
          </a:p>
        </p:txBody>
      </p:sp>
      <p:sp>
        <p:nvSpPr>
          <p:cNvPr id="6" name="object 6"/>
          <p:cNvSpPr txBox="1"/>
          <p:nvPr/>
        </p:nvSpPr>
        <p:spPr>
          <a:xfrm>
            <a:off x="5702553" y="2558541"/>
            <a:ext cx="5328285" cy="391160"/>
          </a:xfrm>
          <a:prstGeom prst="rect">
            <a:avLst/>
          </a:prstGeom>
        </p:spPr>
        <p:txBody>
          <a:bodyPr vert="horz" wrap="square" lIns="0" tIns="12700" rIns="0" bIns="0" rtlCol="0">
            <a:spAutoFit/>
          </a:bodyPr>
          <a:lstStyle/>
          <a:p>
            <a:pPr marL="12700">
              <a:lnSpc>
                <a:spcPct val="100000"/>
              </a:lnSpc>
              <a:spcBef>
                <a:spcPts val="100"/>
              </a:spcBef>
              <a:tabLst>
                <a:tab pos="1016635" algn="l"/>
                <a:tab pos="2656840" algn="l"/>
                <a:tab pos="3574415" algn="l"/>
              </a:tabLst>
            </a:pPr>
            <a:r>
              <a:rPr sz="2400" b="1" spc="5" dirty="0">
                <a:latin typeface="Verdana"/>
                <a:cs typeface="Verdana"/>
              </a:rPr>
              <a:t>U</a:t>
            </a:r>
            <a:r>
              <a:rPr sz="2400" b="1" dirty="0">
                <a:latin typeface="Verdana"/>
                <a:cs typeface="Verdana"/>
              </a:rPr>
              <a:t>N	PIANO	</a:t>
            </a:r>
            <a:r>
              <a:rPr sz="2400" b="1" spc="-5" dirty="0">
                <a:latin typeface="Verdana"/>
                <a:cs typeface="Verdana"/>
              </a:rPr>
              <a:t>D</a:t>
            </a:r>
            <a:r>
              <a:rPr sz="2400" b="1" dirty="0">
                <a:latin typeface="Verdana"/>
                <a:cs typeface="Verdana"/>
              </a:rPr>
              <a:t>I	INCID</a:t>
            </a:r>
            <a:r>
              <a:rPr sz="2400" b="1" spc="5" dirty="0">
                <a:latin typeface="Verdana"/>
                <a:cs typeface="Verdana"/>
              </a:rPr>
              <a:t>EN</a:t>
            </a:r>
            <a:r>
              <a:rPr sz="2400" b="1" dirty="0">
                <a:latin typeface="Verdana"/>
                <a:cs typeface="Verdana"/>
              </a:rPr>
              <a:t>T</a:t>
            </a:r>
            <a:endParaRPr sz="2400">
              <a:latin typeface="Verdana"/>
              <a:cs typeface="Verdana"/>
            </a:endParaRPr>
          </a:p>
        </p:txBody>
      </p:sp>
      <p:sp>
        <p:nvSpPr>
          <p:cNvPr id="7" name="object 7"/>
          <p:cNvSpPr txBox="1"/>
          <p:nvPr/>
        </p:nvSpPr>
        <p:spPr>
          <a:xfrm>
            <a:off x="1018743" y="2924302"/>
            <a:ext cx="10012680"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Verdana"/>
                <a:cs typeface="Verdana"/>
              </a:rPr>
              <a:t>RESPONSE.</a:t>
            </a:r>
            <a:r>
              <a:rPr sz="2400" b="1" spc="190" dirty="0">
                <a:latin typeface="Verdana"/>
                <a:cs typeface="Verdana"/>
              </a:rPr>
              <a:t> </a:t>
            </a:r>
            <a:r>
              <a:rPr sz="2400" b="1" dirty="0">
                <a:latin typeface="Verdana"/>
                <a:cs typeface="Verdana"/>
              </a:rPr>
              <a:t>È</a:t>
            </a:r>
            <a:r>
              <a:rPr sz="2400" b="1" spc="200" dirty="0">
                <a:latin typeface="Verdana"/>
                <a:cs typeface="Verdana"/>
              </a:rPr>
              <a:t> </a:t>
            </a:r>
            <a:r>
              <a:rPr sz="2400" b="1" spc="-5" dirty="0">
                <a:latin typeface="Verdana"/>
                <a:cs typeface="Verdana"/>
              </a:rPr>
              <a:t>CORRETTO</a:t>
            </a:r>
            <a:r>
              <a:rPr sz="2400" b="1" spc="215" dirty="0">
                <a:latin typeface="Verdana"/>
                <a:cs typeface="Verdana"/>
              </a:rPr>
              <a:t> </a:t>
            </a:r>
            <a:r>
              <a:rPr sz="2400" b="1" spc="-5" dirty="0">
                <a:latin typeface="Verdana"/>
                <a:cs typeface="Verdana"/>
              </a:rPr>
              <a:t>INSERIRE</a:t>
            </a:r>
            <a:r>
              <a:rPr sz="2400" b="1" spc="200" dirty="0">
                <a:latin typeface="Verdana"/>
                <a:cs typeface="Verdana"/>
              </a:rPr>
              <a:t> </a:t>
            </a:r>
            <a:r>
              <a:rPr sz="2400" b="1" dirty="0">
                <a:latin typeface="Verdana"/>
                <a:cs typeface="Verdana"/>
              </a:rPr>
              <a:t>NEL</a:t>
            </a:r>
            <a:r>
              <a:rPr sz="2400" b="1" spc="204" dirty="0">
                <a:latin typeface="Verdana"/>
                <a:cs typeface="Verdana"/>
              </a:rPr>
              <a:t> </a:t>
            </a:r>
            <a:r>
              <a:rPr sz="2400" b="1" spc="-5" dirty="0">
                <a:latin typeface="Verdana"/>
                <a:cs typeface="Verdana"/>
              </a:rPr>
              <a:t>PIANO</a:t>
            </a:r>
            <a:r>
              <a:rPr sz="2400" b="1" spc="215" dirty="0">
                <a:latin typeface="Verdana"/>
                <a:cs typeface="Verdana"/>
              </a:rPr>
              <a:t> </a:t>
            </a:r>
            <a:r>
              <a:rPr sz="2400" b="1" dirty="0">
                <a:latin typeface="Verdana"/>
                <a:cs typeface="Verdana"/>
              </a:rPr>
              <a:t>ANCHE</a:t>
            </a:r>
            <a:r>
              <a:rPr sz="2400" b="1" spc="200" dirty="0">
                <a:latin typeface="Verdana"/>
                <a:cs typeface="Verdana"/>
              </a:rPr>
              <a:t> </a:t>
            </a:r>
            <a:r>
              <a:rPr sz="2400" b="1" spc="-10" dirty="0">
                <a:latin typeface="Verdana"/>
                <a:cs typeface="Verdana"/>
              </a:rPr>
              <a:t>LE</a:t>
            </a:r>
            <a:endParaRPr sz="2400">
              <a:latin typeface="Verdana"/>
              <a:cs typeface="Verdana"/>
            </a:endParaRPr>
          </a:p>
        </p:txBody>
      </p:sp>
      <p:sp>
        <p:nvSpPr>
          <p:cNvPr id="8" name="object 8"/>
          <p:cNvSpPr txBox="1"/>
          <p:nvPr/>
        </p:nvSpPr>
        <p:spPr>
          <a:xfrm>
            <a:off x="1018743" y="3289757"/>
            <a:ext cx="4205605" cy="391795"/>
          </a:xfrm>
          <a:prstGeom prst="rect">
            <a:avLst/>
          </a:prstGeom>
        </p:spPr>
        <p:txBody>
          <a:bodyPr vert="horz" wrap="square" lIns="0" tIns="12700" rIns="0" bIns="0" rtlCol="0">
            <a:spAutoFit/>
          </a:bodyPr>
          <a:lstStyle/>
          <a:p>
            <a:pPr marL="12700">
              <a:lnSpc>
                <a:spcPct val="100000"/>
              </a:lnSpc>
              <a:spcBef>
                <a:spcPts val="100"/>
              </a:spcBef>
              <a:tabLst>
                <a:tab pos="2013585" algn="l"/>
              </a:tabLst>
            </a:pPr>
            <a:r>
              <a:rPr sz="2400" b="1" spc="-5" dirty="0">
                <a:latin typeface="Verdana"/>
                <a:cs typeface="Verdana"/>
              </a:rPr>
              <a:t>ATTIVITÀ	NECESSARIE</a:t>
            </a:r>
            <a:endParaRPr sz="2400">
              <a:latin typeface="Verdana"/>
              <a:cs typeface="Verdana"/>
            </a:endParaRPr>
          </a:p>
        </p:txBody>
      </p:sp>
      <p:sp>
        <p:nvSpPr>
          <p:cNvPr id="9" name="object 9"/>
          <p:cNvSpPr txBox="1"/>
          <p:nvPr/>
        </p:nvSpPr>
        <p:spPr>
          <a:xfrm>
            <a:off x="1018743" y="3289757"/>
            <a:ext cx="6904355" cy="758190"/>
          </a:xfrm>
          <a:prstGeom prst="rect">
            <a:avLst/>
          </a:prstGeom>
        </p:spPr>
        <p:txBody>
          <a:bodyPr vert="horz" wrap="square" lIns="0" tIns="12700" rIns="0" bIns="0" rtlCol="0">
            <a:spAutoFit/>
          </a:bodyPr>
          <a:lstStyle/>
          <a:p>
            <a:pPr marR="46355" algn="r">
              <a:lnSpc>
                <a:spcPct val="100000"/>
              </a:lnSpc>
              <a:spcBef>
                <a:spcPts val="100"/>
              </a:spcBef>
              <a:tabLst>
                <a:tab pos="1010285" algn="l"/>
              </a:tabLst>
            </a:pPr>
            <a:r>
              <a:rPr sz="2400" b="1" dirty="0">
                <a:latin typeface="Verdana"/>
                <a:cs typeface="Verdana"/>
              </a:rPr>
              <a:t>PER	</a:t>
            </a:r>
            <a:r>
              <a:rPr sz="2400" b="1" spc="-5" dirty="0">
                <a:latin typeface="Verdana"/>
                <a:cs typeface="Verdana"/>
              </a:rPr>
              <a:t>APRIRE</a:t>
            </a:r>
            <a:endParaRPr sz="2400">
              <a:latin typeface="Verdana"/>
              <a:cs typeface="Verdana"/>
            </a:endParaRPr>
          </a:p>
          <a:p>
            <a:pPr marR="5080" algn="r">
              <a:lnSpc>
                <a:spcPct val="100000"/>
              </a:lnSpc>
              <a:spcBef>
                <a:spcPts val="5"/>
              </a:spcBef>
              <a:tabLst>
                <a:tab pos="3355975" algn="l"/>
                <a:tab pos="4448810" algn="l"/>
                <a:tab pos="5233670" algn="l"/>
              </a:tabLst>
            </a:pPr>
            <a:r>
              <a:rPr sz="2400" b="1" spc="-5" dirty="0">
                <a:latin typeface="Verdana"/>
                <a:cs typeface="Verdana"/>
              </a:rPr>
              <a:t>COMUNICAZIONE	</a:t>
            </a:r>
            <a:r>
              <a:rPr sz="2400" b="1" dirty="0">
                <a:latin typeface="Verdana"/>
                <a:cs typeface="Verdana"/>
              </a:rPr>
              <a:t>CON	</a:t>
            </a:r>
            <a:r>
              <a:rPr sz="2400" b="1" spc="-5" dirty="0">
                <a:latin typeface="Verdana"/>
                <a:cs typeface="Verdana"/>
              </a:rPr>
              <a:t>LA	POLIZIA?</a:t>
            </a:r>
            <a:endParaRPr sz="2400">
              <a:latin typeface="Verdana"/>
              <a:cs typeface="Verdana"/>
            </a:endParaRPr>
          </a:p>
        </p:txBody>
      </p:sp>
      <p:sp>
        <p:nvSpPr>
          <p:cNvPr id="10" name="object 10"/>
          <p:cNvSpPr txBox="1"/>
          <p:nvPr/>
        </p:nvSpPr>
        <p:spPr>
          <a:xfrm>
            <a:off x="8193151" y="3289757"/>
            <a:ext cx="2837815" cy="758190"/>
          </a:xfrm>
          <a:prstGeom prst="rect">
            <a:avLst/>
          </a:prstGeom>
        </p:spPr>
        <p:txBody>
          <a:bodyPr vert="horz" wrap="square" lIns="0" tIns="12700" rIns="0" bIns="0" rtlCol="0">
            <a:spAutoFit/>
          </a:bodyPr>
          <a:lstStyle/>
          <a:p>
            <a:pPr marL="12700">
              <a:lnSpc>
                <a:spcPct val="100000"/>
              </a:lnSpc>
              <a:spcBef>
                <a:spcPts val="100"/>
              </a:spcBef>
              <a:tabLst>
                <a:tab pos="710565" algn="l"/>
                <a:tab pos="2405380" algn="l"/>
              </a:tabLst>
            </a:pPr>
            <a:r>
              <a:rPr sz="2400" b="1" spc="-5" dirty="0">
                <a:latin typeface="Verdana"/>
                <a:cs typeface="Verdana"/>
              </a:rPr>
              <a:t>I</a:t>
            </a:r>
            <a:r>
              <a:rPr sz="2400" b="1" dirty="0">
                <a:latin typeface="Verdana"/>
                <a:cs typeface="Verdana"/>
              </a:rPr>
              <a:t>L	</a:t>
            </a:r>
            <a:r>
              <a:rPr sz="2400" b="1" spc="10" dirty="0">
                <a:latin typeface="Verdana"/>
                <a:cs typeface="Verdana"/>
              </a:rPr>
              <a:t>C</a:t>
            </a:r>
            <a:r>
              <a:rPr sz="2400" b="1" dirty="0">
                <a:latin typeface="Verdana"/>
                <a:cs typeface="Verdana"/>
              </a:rPr>
              <a:t>AN</a:t>
            </a:r>
            <a:r>
              <a:rPr sz="2400" b="1" spc="-15" dirty="0">
                <a:latin typeface="Verdana"/>
                <a:cs typeface="Verdana"/>
              </a:rPr>
              <a:t>A</a:t>
            </a:r>
            <a:r>
              <a:rPr sz="2400" b="1" spc="-5" dirty="0">
                <a:latin typeface="Verdana"/>
                <a:cs typeface="Verdana"/>
              </a:rPr>
              <a:t>L</a:t>
            </a:r>
            <a:r>
              <a:rPr sz="2400" b="1" dirty="0">
                <a:latin typeface="Verdana"/>
                <a:cs typeface="Verdana"/>
              </a:rPr>
              <a:t>E	</a:t>
            </a:r>
            <a:r>
              <a:rPr sz="2400" b="1" spc="-5" dirty="0">
                <a:latin typeface="Verdana"/>
                <a:cs typeface="Verdana"/>
              </a:rPr>
              <a:t>DI</a:t>
            </a:r>
            <a:endParaRPr sz="2400">
              <a:latin typeface="Verdana"/>
              <a:cs typeface="Verdana"/>
            </a:endParaRPr>
          </a:p>
          <a:p>
            <a:pPr marL="71755">
              <a:lnSpc>
                <a:spcPct val="100000"/>
              </a:lnSpc>
              <a:spcBef>
                <a:spcPts val="5"/>
              </a:spcBef>
              <a:tabLst>
                <a:tab pos="850265" algn="l"/>
                <a:tab pos="1588135" algn="l"/>
                <a:tab pos="2179955" algn="l"/>
              </a:tabLst>
            </a:pPr>
            <a:r>
              <a:rPr sz="2400" b="1" spc="-5" dirty="0">
                <a:latin typeface="Verdana"/>
                <a:cs typeface="Verdana"/>
              </a:rPr>
              <a:t>S</a:t>
            </a:r>
            <a:r>
              <a:rPr sz="2400" b="1" dirty="0">
                <a:latin typeface="Verdana"/>
                <a:cs typeface="Verdana"/>
              </a:rPr>
              <a:t>E	</a:t>
            </a:r>
            <a:r>
              <a:rPr sz="2400" b="1" spc="-5" dirty="0">
                <a:latin typeface="Verdana"/>
                <a:cs typeface="Verdana"/>
              </a:rPr>
              <a:t>S</a:t>
            </a:r>
            <a:r>
              <a:rPr sz="2400" b="1" dirty="0">
                <a:latin typeface="Verdana"/>
                <a:cs typeface="Verdana"/>
              </a:rPr>
              <a:t>I	A	C</a:t>
            </a:r>
            <a:r>
              <a:rPr sz="2400" b="1" spc="5" dirty="0">
                <a:latin typeface="Verdana"/>
                <a:cs typeface="Verdana"/>
              </a:rPr>
              <a:t>H</a:t>
            </a:r>
            <a:r>
              <a:rPr sz="2400" b="1" dirty="0">
                <a:latin typeface="Verdana"/>
                <a:cs typeface="Verdana"/>
              </a:rPr>
              <a:t>I</a:t>
            </a:r>
            <a:endParaRPr sz="2400">
              <a:latin typeface="Verdana"/>
              <a:cs typeface="Verdana"/>
            </a:endParaRPr>
          </a:p>
        </p:txBody>
      </p:sp>
      <p:sp>
        <p:nvSpPr>
          <p:cNvPr id="11" name="object 11"/>
          <p:cNvSpPr txBox="1"/>
          <p:nvPr/>
        </p:nvSpPr>
        <p:spPr>
          <a:xfrm>
            <a:off x="1018743" y="4021963"/>
            <a:ext cx="10012680" cy="1123315"/>
          </a:xfrm>
          <a:prstGeom prst="rect">
            <a:avLst/>
          </a:prstGeom>
        </p:spPr>
        <p:txBody>
          <a:bodyPr vert="horz" wrap="square" lIns="0" tIns="12700" rIns="0" bIns="0" rtlCol="0">
            <a:spAutoFit/>
          </a:bodyPr>
          <a:lstStyle/>
          <a:p>
            <a:pPr marL="12700" marR="5080" algn="just">
              <a:lnSpc>
                <a:spcPct val="100000"/>
              </a:lnSpc>
              <a:spcBef>
                <a:spcPts val="100"/>
              </a:spcBef>
            </a:pPr>
            <a:r>
              <a:rPr sz="2400" b="1" spc="-5" dirty="0">
                <a:latin typeface="Verdana"/>
                <a:cs typeface="Verdana"/>
              </a:rPr>
              <a:t>DOBBIAMO RIVOLGERCI </a:t>
            </a:r>
            <a:r>
              <a:rPr sz="2400" b="1" dirty="0">
                <a:latin typeface="Verdana"/>
                <a:cs typeface="Verdana"/>
              </a:rPr>
              <a:t>PER </a:t>
            </a:r>
            <a:r>
              <a:rPr sz="2400" b="1" spc="-5" dirty="0">
                <a:latin typeface="Verdana"/>
                <a:cs typeface="Verdana"/>
              </a:rPr>
              <a:t>APRIRE QUESTO </a:t>
            </a:r>
            <a:r>
              <a:rPr sz="2400" b="1" dirty="0">
                <a:latin typeface="Verdana"/>
                <a:cs typeface="Verdana"/>
              </a:rPr>
              <a:t>CANALE ED </a:t>
            </a:r>
            <a:r>
              <a:rPr sz="2400" b="1" spc="-810" dirty="0">
                <a:latin typeface="Verdana"/>
                <a:cs typeface="Verdana"/>
              </a:rPr>
              <a:t> </a:t>
            </a:r>
            <a:r>
              <a:rPr sz="2400" b="1" spc="-5" dirty="0">
                <a:latin typeface="Verdana"/>
                <a:cs typeface="Verdana"/>
              </a:rPr>
              <a:t>AVERE</a:t>
            </a:r>
            <a:r>
              <a:rPr sz="2400" b="1" spc="795" dirty="0">
                <a:latin typeface="Verdana"/>
                <a:cs typeface="Verdana"/>
              </a:rPr>
              <a:t> </a:t>
            </a:r>
            <a:r>
              <a:rPr sz="2400" b="1" dirty="0">
                <a:latin typeface="Verdana"/>
                <a:cs typeface="Verdana"/>
              </a:rPr>
              <a:t>I</a:t>
            </a:r>
            <a:r>
              <a:rPr sz="2400" b="1" spc="800" dirty="0">
                <a:latin typeface="Verdana"/>
                <a:cs typeface="Verdana"/>
              </a:rPr>
              <a:t> </a:t>
            </a:r>
            <a:r>
              <a:rPr sz="2400" b="1" dirty="0">
                <a:latin typeface="Verdana"/>
                <a:cs typeface="Verdana"/>
              </a:rPr>
              <a:t>CONTATTI</a:t>
            </a:r>
            <a:r>
              <a:rPr sz="2400" b="1" spc="795" dirty="0">
                <a:latin typeface="Verdana"/>
                <a:cs typeface="Verdana"/>
              </a:rPr>
              <a:t> </a:t>
            </a:r>
            <a:r>
              <a:rPr sz="2400" b="1" dirty="0">
                <a:latin typeface="Verdana"/>
                <a:cs typeface="Verdana"/>
              </a:rPr>
              <a:t>DI</a:t>
            </a:r>
            <a:r>
              <a:rPr sz="2400" b="1" spc="810" dirty="0">
                <a:latin typeface="Verdana"/>
                <a:cs typeface="Verdana"/>
              </a:rPr>
              <a:t> </a:t>
            </a:r>
            <a:r>
              <a:rPr sz="2400" b="1" spc="-5" dirty="0">
                <a:latin typeface="Verdana"/>
                <a:cs typeface="Verdana"/>
              </a:rPr>
              <a:t>RIFERIMENTO,</a:t>
            </a:r>
            <a:r>
              <a:rPr sz="2400" b="1" spc="795" dirty="0">
                <a:latin typeface="Verdana"/>
                <a:cs typeface="Verdana"/>
              </a:rPr>
              <a:t> </a:t>
            </a:r>
            <a:r>
              <a:rPr sz="2400" b="1" dirty="0">
                <a:latin typeface="Verdana"/>
                <a:cs typeface="Verdana"/>
              </a:rPr>
              <a:t>C'È</a:t>
            </a:r>
            <a:r>
              <a:rPr sz="2400" b="1" spc="800" dirty="0">
                <a:latin typeface="Verdana"/>
                <a:cs typeface="Verdana"/>
              </a:rPr>
              <a:t> </a:t>
            </a:r>
            <a:r>
              <a:rPr sz="2400" b="1" spc="-5" dirty="0">
                <a:latin typeface="Verdana"/>
                <a:cs typeface="Verdana"/>
              </a:rPr>
              <a:t>UN</a:t>
            </a:r>
            <a:r>
              <a:rPr sz="2400" b="1" spc="800" dirty="0">
                <a:latin typeface="Verdana"/>
                <a:cs typeface="Verdana"/>
              </a:rPr>
              <a:t> </a:t>
            </a:r>
            <a:r>
              <a:rPr sz="2400" b="1" dirty="0">
                <a:latin typeface="Verdana"/>
                <a:cs typeface="Verdana"/>
              </a:rPr>
              <a:t>SITO</a:t>
            </a:r>
            <a:r>
              <a:rPr sz="2400" b="1" spc="795" dirty="0">
                <a:latin typeface="Verdana"/>
                <a:cs typeface="Verdana"/>
              </a:rPr>
              <a:t> </a:t>
            </a:r>
            <a:r>
              <a:rPr sz="2400" b="1" spc="-5" dirty="0">
                <a:latin typeface="Verdana"/>
                <a:cs typeface="Verdana"/>
              </a:rPr>
              <a:t>DI </a:t>
            </a:r>
            <a:r>
              <a:rPr sz="2400" b="1" spc="-810" dirty="0">
                <a:latin typeface="Verdana"/>
                <a:cs typeface="Verdana"/>
              </a:rPr>
              <a:t> </a:t>
            </a:r>
            <a:r>
              <a:rPr sz="2400" b="1" spc="-5" dirty="0">
                <a:latin typeface="Verdana"/>
                <a:cs typeface="Verdana"/>
              </a:rPr>
              <a:t>RIFERIMENTO?</a:t>
            </a:r>
            <a:endParaRPr sz="2400">
              <a:latin typeface="Verdana"/>
              <a:cs typeface="Verdana"/>
            </a:endParaRPr>
          </a:p>
        </p:txBody>
      </p:sp>
    </p:spTree>
    <p:extLst>
      <p:ext uri="{BB962C8B-B14F-4D97-AF65-F5344CB8AC3E}">
        <p14:creationId xmlns:p14="http://schemas.microsoft.com/office/powerpoint/2010/main" val="15949579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7277" y="1433781"/>
            <a:ext cx="10013950" cy="2967479"/>
          </a:xfrm>
          <a:prstGeom prst="rect">
            <a:avLst/>
          </a:prstGeom>
        </p:spPr>
        <p:txBody>
          <a:bodyPr vert="horz" wrap="square" lIns="0" tIns="12700" rIns="0" bIns="0" rtlCol="0">
            <a:spAutoFit/>
          </a:bodyPr>
          <a:lstStyle/>
          <a:p>
            <a:pPr marL="12700" marR="5080" algn="just">
              <a:lnSpc>
                <a:spcPct val="100000"/>
              </a:lnSpc>
              <a:spcBef>
                <a:spcPts val="100"/>
              </a:spcBef>
              <a:tabLst>
                <a:tab pos="449580" algn="l"/>
                <a:tab pos="710565" algn="l"/>
                <a:tab pos="1878964" algn="l"/>
                <a:tab pos="2307590" algn="l"/>
                <a:tab pos="2421890" algn="l"/>
                <a:tab pos="2536190" algn="l"/>
                <a:tab pos="2555875" algn="l"/>
                <a:tab pos="3010535" algn="l"/>
                <a:tab pos="3568065" algn="l"/>
                <a:tab pos="3621404" algn="l"/>
                <a:tab pos="3729354" algn="l"/>
                <a:tab pos="4005579" algn="l"/>
                <a:tab pos="4279900" algn="l"/>
                <a:tab pos="5022215" algn="l"/>
                <a:tab pos="5314950" algn="l"/>
                <a:tab pos="5535930" algn="l"/>
                <a:tab pos="5659120" algn="l"/>
                <a:tab pos="6156325" algn="l"/>
                <a:tab pos="6450330" algn="l"/>
                <a:tab pos="6590665" algn="l"/>
                <a:tab pos="7503795" algn="l"/>
                <a:tab pos="7718425" algn="l"/>
                <a:tab pos="7759700" algn="l"/>
                <a:tab pos="7989570" algn="l"/>
                <a:tab pos="8311515" algn="l"/>
                <a:tab pos="8427085" algn="l"/>
                <a:tab pos="8456295" algn="l"/>
                <a:tab pos="9540240" algn="l"/>
                <a:tab pos="9723120" algn="l"/>
                <a:tab pos="9831070" algn="l"/>
              </a:tabLst>
            </a:pPr>
            <a:r>
              <a:rPr sz="2400" spc="-10" dirty="0">
                <a:latin typeface="Verdana"/>
                <a:cs typeface="Verdana"/>
              </a:rPr>
              <a:t>E</a:t>
            </a:r>
            <a:r>
              <a:rPr sz="2400" dirty="0">
                <a:latin typeface="Verdana"/>
                <a:cs typeface="Verdana"/>
              </a:rPr>
              <a:t>’		</a:t>
            </a:r>
            <a:r>
              <a:rPr sz="2400" spc="5" dirty="0">
                <a:latin typeface="Verdana"/>
                <a:cs typeface="Verdana"/>
              </a:rPr>
              <a:t>s</a:t>
            </a:r>
            <a:r>
              <a:rPr sz="2400" spc="-10" dirty="0">
                <a:latin typeface="Verdana"/>
                <a:cs typeface="Verdana"/>
              </a:rPr>
              <a:t>i</a:t>
            </a:r>
            <a:r>
              <a:rPr sz="2400" spc="-15" dirty="0">
                <a:latin typeface="Verdana"/>
                <a:cs typeface="Verdana"/>
              </a:rPr>
              <a:t>c</a:t>
            </a:r>
            <a:r>
              <a:rPr sz="2400" dirty="0">
                <a:latin typeface="Verdana"/>
                <a:cs typeface="Verdana"/>
              </a:rPr>
              <a:t>u</a:t>
            </a:r>
            <a:r>
              <a:rPr sz="2400" spc="-25" dirty="0">
                <a:latin typeface="Verdana"/>
                <a:cs typeface="Verdana"/>
              </a:rPr>
              <a:t>r</a:t>
            </a:r>
            <a:r>
              <a:rPr sz="2400" dirty="0">
                <a:latin typeface="Verdana"/>
                <a:cs typeface="Verdana"/>
              </a:rPr>
              <a:t>amen</a:t>
            </a:r>
            <a:r>
              <a:rPr sz="2400" spc="5" dirty="0">
                <a:latin typeface="Verdana"/>
                <a:cs typeface="Verdana"/>
              </a:rPr>
              <a:t>t</a:t>
            </a:r>
            <a:r>
              <a:rPr sz="2400" dirty="0">
                <a:latin typeface="Verdana"/>
                <a:cs typeface="Verdana"/>
              </a:rPr>
              <a:t>e	fo</a:t>
            </a:r>
            <a:r>
              <a:rPr sz="2400" spc="5" dirty="0">
                <a:latin typeface="Verdana"/>
                <a:cs typeface="Verdana"/>
              </a:rPr>
              <a:t>n</a:t>
            </a:r>
            <a:r>
              <a:rPr sz="2400" spc="-5" dirty="0">
                <a:latin typeface="Verdana"/>
                <a:cs typeface="Verdana"/>
              </a:rPr>
              <a:t>d</a:t>
            </a:r>
            <a:r>
              <a:rPr sz="2400" spc="10" dirty="0">
                <a:latin typeface="Verdana"/>
                <a:cs typeface="Verdana"/>
              </a:rPr>
              <a:t>a</a:t>
            </a:r>
            <a:r>
              <a:rPr sz="2400" dirty="0">
                <a:latin typeface="Verdana"/>
                <a:cs typeface="Verdana"/>
              </a:rPr>
              <a:t>men</a:t>
            </a:r>
            <a:r>
              <a:rPr sz="2400" spc="5" dirty="0">
                <a:latin typeface="Verdana"/>
                <a:cs typeface="Verdana"/>
              </a:rPr>
              <a:t>t</a:t>
            </a:r>
            <a:r>
              <a:rPr sz="2400" dirty="0">
                <a:latin typeface="Verdana"/>
                <a:cs typeface="Verdana"/>
              </a:rPr>
              <a:t>a</a:t>
            </a:r>
            <a:r>
              <a:rPr sz="2400" spc="-10" dirty="0">
                <a:latin typeface="Verdana"/>
                <a:cs typeface="Verdana"/>
              </a:rPr>
              <a:t>l</a:t>
            </a:r>
            <a:r>
              <a:rPr sz="2400" dirty="0">
                <a:latin typeface="Verdana"/>
                <a:cs typeface="Verdana"/>
              </a:rPr>
              <a:t>e		</a:t>
            </a:r>
            <a:r>
              <a:rPr sz="2400" spc="-5" dirty="0">
                <a:latin typeface="Verdana"/>
                <a:cs typeface="Verdana"/>
              </a:rPr>
              <a:t>pr</a:t>
            </a:r>
            <a:r>
              <a:rPr sz="2400" spc="5" dirty="0">
                <a:latin typeface="Verdana"/>
                <a:cs typeface="Verdana"/>
              </a:rPr>
              <a:t>e</a:t>
            </a:r>
            <a:r>
              <a:rPr sz="2400" spc="-30" dirty="0">
                <a:latin typeface="Verdana"/>
                <a:cs typeface="Verdana"/>
              </a:rPr>
              <a:t>v</a:t>
            </a:r>
            <a:r>
              <a:rPr sz="2400" dirty="0">
                <a:latin typeface="Verdana"/>
                <a:cs typeface="Verdana"/>
              </a:rPr>
              <a:t>edere	</a:t>
            </a:r>
            <a:r>
              <a:rPr sz="2400" spc="5" dirty="0">
                <a:latin typeface="Verdana"/>
                <a:cs typeface="Verdana"/>
              </a:rPr>
              <a:t>u</a:t>
            </a:r>
            <a:r>
              <a:rPr sz="2400" dirty="0">
                <a:latin typeface="Verdana"/>
                <a:cs typeface="Verdana"/>
              </a:rPr>
              <a:t>n		</a:t>
            </a:r>
            <a:r>
              <a:rPr sz="2400" spc="-810" dirty="0">
                <a:latin typeface="Verdana"/>
                <a:cs typeface="Verdana"/>
              </a:rPr>
              <a:t> </a:t>
            </a:r>
            <a:r>
              <a:rPr sz="2400" dirty="0">
                <a:latin typeface="Verdana"/>
                <a:cs typeface="Verdana"/>
              </a:rPr>
              <a:t>cana</a:t>
            </a:r>
            <a:r>
              <a:rPr sz="2400" spc="-10" dirty="0">
                <a:latin typeface="Verdana"/>
                <a:cs typeface="Verdana"/>
              </a:rPr>
              <a:t>l</a:t>
            </a:r>
            <a:r>
              <a:rPr sz="2400" dirty="0">
                <a:latin typeface="Verdana"/>
                <a:cs typeface="Verdana"/>
              </a:rPr>
              <a:t>e		</a:t>
            </a:r>
            <a:r>
              <a:rPr sz="2400" spc="15" dirty="0">
                <a:latin typeface="Verdana"/>
                <a:cs typeface="Verdana"/>
              </a:rPr>
              <a:t>di  </a:t>
            </a:r>
            <a:r>
              <a:rPr sz="2400" spc="-5" dirty="0">
                <a:latin typeface="Verdana"/>
                <a:cs typeface="Verdana"/>
              </a:rPr>
              <a:t>comunicazione</a:t>
            </a:r>
            <a:r>
              <a:rPr sz="2400" spc="235" dirty="0">
                <a:latin typeface="Verdana"/>
                <a:cs typeface="Verdana"/>
              </a:rPr>
              <a:t> </a:t>
            </a:r>
            <a:r>
              <a:rPr sz="2400" spc="-10" dirty="0">
                <a:latin typeface="Verdana"/>
                <a:cs typeface="Verdana"/>
              </a:rPr>
              <a:t>in</a:t>
            </a:r>
            <a:r>
              <a:rPr sz="2400" spc="204" dirty="0">
                <a:latin typeface="Verdana"/>
                <a:cs typeface="Verdana"/>
              </a:rPr>
              <a:t> </a:t>
            </a:r>
            <a:r>
              <a:rPr sz="2400" spc="-5" dirty="0">
                <a:latin typeface="Verdana"/>
                <a:cs typeface="Verdana"/>
              </a:rPr>
              <a:t>particolare</a:t>
            </a:r>
            <a:r>
              <a:rPr sz="2400" spc="235" dirty="0">
                <a:latin typeface="Verdana"/>
                <a:cs typeface="Verdana"/>
              </a:rPr>
              <a:t> </a:t>
            </a:r>
            <a:r>
              <a:rPr sz="2400" dirty="0">
                <a:latin typeface="Verdana"/>
                <a:cs typeface="Verdana"/>
              </a:rPr>
              <a:t>con</a:t>
            </a:r>
            <a:r>
              <a:rPr sz="2400" spc="215" dirty="0">
                <a:latin typeface="Verdana"/>
                <a:cs typeface="Verdana"/>
              </a:rPr>
              <a:t> </a:t>
            </a:r>
            <a:r>
              <a:rPr sz="2400" spc="-10" dirty="0">
                <a:latin typeface="Verdana"/>
                <a:cs typeface="Verdana"/>
              </a:rPr>
              <a:t>la</a:t>
            </a:r>
            <a:r>
              <a:rPr sz="2400" spc="210" dirty="0">
                <a:latin typeface="Verdana"/>
                <a:cs typeface="Verdana"/>
              </a:rPr>
              <a:t> </a:t>
            </a:r>
            <a:r>
              <a:rPr sz="2400" spc="-5" dirty="0">
                <a:latin typeface="Verdana"/>
                <a:cs typeface="Verdana"/>
              </a:rPr>
              <a:t>polizia</a:t>
            </a:r>
            <a:r>
              <a:rPr sz="2400" spc="220" dirty="0">
                <a:latin typeface="Verdana"/>
                <a:cs typeface="Verdana"/>
              </a:rPr>
              <a:t> </a:t>
            </a:r>
            <a:r>
              <a:rPr sz="2400" dirty="0">
                <a:latin typeface="Verdana"/>
                <a:cs typeface="Verdana"/>
              </a:rPr>
              <a:t>postale.</a:t>
            </a:r>
            <a:r>
              <a:rPr sz="2400" spc="204" dirty="0">
                <a:latin typeface="Verdana"/>
                <a:cs typeface="Verdana"/>
              </a:rPr>
              <a:t> </a:t>
            </a:r>
            <a:r>
              <a:rPr sz="2400" spc="5" dirty="0">
                <a:latin typeface="Verdana"/>
                <a:cs typeface="Verdana"/>
              </a:rPr>
              <a:t>Come</a:t>
            </a:r>
            <a:r>
              <a:rPr sz="2400" spc="210" dirty="0">
                <a:latin typeface="Verdana"/>
                <a:cs typeface="Verdana"/>
              </a:rPr>
              <a:t> </a:t>
            </a:r>
            <a:r>
              <a:rPr sz="2400" spc="-5" dirty="0">
                <a:latin typeface="Verdana"/>
                <a:cs typeface="Verdana"/>
              </a:rPr>
              <a:t>punto </a:t>
            </a:r>
            <a:r>
              <a:rPr sz="2400" spc="-825" dirty="0">
                <a:latin typeface="Verdana"/>
                <a:cs typeface="Verdana"/>
              </a:rPr>
              <a:t> </a:t>
            </a:r>
            <a:r>
              <a:rPr sz="2400" dirty="0">
                <a:latin typeface="Verdana"/>
                <a:cs typeface="Verdana"/>
              </a:rPr>
              <a:t>di	r</a:t>
            </a:r>
            <a:r>
              <a:rPr sz="2400" spc="10" dirty="0">
                <a:latin typeface="Verdana"/>
                <a:cs typeface="Verdana"/>
              </a:rPr>
              <a:t>i</a:t>
            </a:r>
            <a:r>
              <a:rPr sz="2400" dirty="0">
                <a:latin typeface="Verdana"/>
                <a:cs typeface="Verdana"/>
              </a:rPr>
              <a:t>feri</a:t>
            </a:r>
            <a:r>
              <a:rPr sz="2400" spc="10" dirty="0">
                <a:latin typeface="Verdana"/>
                <a:cs typeface="Verdana"/>
              </a:rPr>
              <a:t>m</a:t>
            </a:r>
            <a:r>
              <a:rPr sz="2400" dirty="0">
                <a:latin typeface="Verdana"/>
                <a:cs typeface="Verdana"/>
              </a:rPr>
              <a:t>ento	</a:t>
            </a:r>
            <a:r>
              <a:rPr sz="2400" spc="-5" dirty="0">
                <a:latin typeface="Verdana"/>
                <a:cs typeface="Verdana"/>
              </a:rPr>
              <a:t>p</a:t>
            </a:r>
            <a:r>
              <a:rPr sz="2400" spc="5" dirty="0">
                <a:latin typeface="Verdana"/>
                <a:cs typeface="Verdana"/>
              </a:rPr>
              <a:t>r</a:t>
            </a:r>
            <a:r>
              <a:rPr sz="2400" dirty="0">
                <a:latin typeface="Verdana"/>
                <a:cs typeface="Verdana"/>
              </a:rPr>
              <a:t>o</a:t>
            </a:r>
            <a:r>
              <a:rPr sz="2400" spc="5" dirty="0">
                <a:latin typeface="Verdana"/>
                <a:cs typeface="Verdana"/>
              </a:rPr>
              <a:t>p</a:t>
            </a:r>
            <a:r>
              <a:rPr sz="2400" dirty="0">
                <a:latin typeface="Verdana"/>
                <a:cs typeface="Verdana"/>
              </a:rPr>
              <a:t>rio	</a:t>
            </a:r>
            <a:r>
              <a:rPr sz="2400" spc="15" dirty="0">
                <a:latin typeface="Verdana"/>
                <a:cs typeface="Verdana"/>
              </a:rPr>
              <a:t>d</a:t>
            </a:r>
            <a:r>
              <a:rPr sz="2400" dirty="0">
                <a:latin typeface="Verdana"/>
                <a:cs typeface="Verdana"/>
              </a:rPr>
              <a:t>i	r</a:t>
            </a:r>
            <a:r>
              <a:rPr sz="2400" spc="-10" dirty="0">
                <a:latin typeface="Verdana"/>
                <a:cs typeface="Verdana"/>
              </a:rPr>
              <a:t>e</a:t>
            </a:r>
            <a:r>
              <a:rPr sz="2400" spc="5" dirty="0">
                <a:latin typeface="Verdana"/>
                <a:cs typeface="Verdana"/>
              </a:rPr>
              <a:t>c</a:t>
            </a:r>
            <a:r>
              <a:rPr sz="2400" dirty="0">
                <a:latin typeface="Verdana"/>
                <a:cs typeface="Verdana"/>
              </a:rPr>
              <a:t>ente	è		s</a:t>
            </a:r>
            <a:r>
              <a:rPr sz="2400" spc="5" dirty="0">
                <a:latin typeface="Verdana"/>
                <a:cs typeface="Verdana"/>
              </a:rPr>
              <a:t>t</a:t>
            </a:r>
            <a:r>
              <a:rPr sz="2400" dirty="0">
                <a:latin typeface="Verdana"/>
                <a:cs typeface="Verdana"/>
              </a:rPr>
              <a:t>ato		</a:t>
            </a:r>
            <a:r>
              <a:rPr sz="2400" spc="5" dirty="0">
                <a:latin typeface="Verdana"/>
                <a:cs typeface="Verdana"/>
              </a:rPr>
              <a:t>s</a:t>
            </a:r>
            <a:r>
              <a:rPr sz="2400" spc="-10" dirty="0">
                <a:latin typeface="Verdana"/>
                <a:cs typeface="Verdana"/>
              </a:rPr>
              <a:t>i</a:t>
            </a:r>
            <a:r>
              <a:rPr sz="2400" dirty="0">
                <a:latin typeface="Verdana"/>
                <a:cs typeface="Verdana"/>
              </a:rPr>
              <a:t>g</a:t>
            </a:r>
            <a:r>
              <a:rPr sz="2400" spc="-10" dirty="0">
                <a:latin typeface="Verdana"/>
                <a:cs typeface="Verdana"/>
              </a:rPr>
              <a:t>l</a:t>
            </a:r>
            <a:r>
              <a:rPr sz="2400" spc="-15" dirty="0">
                <a:latin typeface="Verdana"/>
                <a:cs typeface="Verdana"/>
              </a:rPr>
              <a:t>a</a:t>
            </a:r>
            <a:r>
              <a:rPr sz="2400" spc="10" dirty="0">
                <a:latin typeface="Verdana"/>
                <a:cs typeface="Verdana"/>
              </a:rPr>
              <a:t>t</a:t>
            </a:r>
            <a:r>
              <a:rPr sz="2400" dirty="0">
                <a:latin typeface="Verdana"/>
                <a:cs typeface="Verdana"/>
              </a:rPr>
              <a:t>o		</a:t>
            </a:r>
            <a:r>
              <a:rPr sz="2400" spc="5" dirty="0">
                <a:latin typeface="Verdana"/>
                <a:cs typeface="Verdana"/>
              </a:rPr>
              <a:t>u</a:t>
            </a:r>
            <a:r>
              <a:rPr sz="2400" dirty="0">
                <a:latin typeface="Verdana"/>
                <a:cs typeface="Verdana"/>
              </a:rPr>
              <a:t>n	</a:t>
            </a:r>
            <a:r>
              <a:rPr sz="2400" spc="-10" dirty="0">
                <a:latin typeface="Verdana"/>
                <a:cs typeface="Verdana"/>
              </a:rPr>
              <a:t>im</a:t>
            </a:r>
            <a:r>
              <a:rPr sz="2400" spc="5" dirty="0">
                <a:latin typeface="Verdana"/>
                <a:cs typeface="Verdana"/>
              </a:rPr>
              <a:t>p</a:t>
            </a:r>
            <a:r>
              <a:rPr sz="2400" dirty="0">
                <a:latin typeface="Verdana"/>
                <a:cs typeface="Verdana"/>
              </a:rPr>
              <a:t>o</a:t>
            </a:r>
            <a:r>
              <a:rPr sz="2400" spc="-10" dirty="0">
                <a:latin typeface="Verdana"/>
                <a:cs typeface="Verdana"/>
              </a:rPr>
              <a:t>r</a:t>
            </a:r>
            <a:r>
              <a:rPr sz="2400" spc="-5" dirty="0">
                <a:latin typeface="Verdana"/>
                <a:cs typeface="Verdana"/>
              </a:rPr>
              <a:t>tan</a:t>
            </a:r>
            <a:r>
              <a:rPr sz="2400" dirty="0">
                <a:latin typeface="Verdana"/>
                <a:cs typeface="Verdana"/>
              </a:rPr>
              <a:t>te  </a:t>
            </a:r>
            <a:r>
              <a:rPr sz="2400" spc="-5" dirty="0">
                <a:latin typeface="Verdana"/>
                <a:cs typeface="Verdana"/>
              </a:rPr>
              <a:t>accordo</a:t>
            </a:r>
            <a:r>
              <a:rPr sz="2400" spc="75" dirty="0">
                <a:latin typeface="Verdana"/>
                <a:cs typeface="Verdana"/>
              </a:rPr>
              <a:t> </a:t>
            </a:r>
            <a:r>
              <a:rPr sz="2400" spc="5" dirty="0">
                <a:latin typeface="Verdana"/>
                <a:cs typeface="Verdana"/>
              </a:rPr>
              <a:t>di</a:t>
            </a:r>
            <a:r>
              <a:rPr sz="2400" spc="65" dirty="0">
                <a:latin typeface="Verdana"/>
                <a:cs typeface="Verdana"/>
              </a:rPr>
              <a:t> </a:t>
            </a:r>
            <a:r>
              <a:rPr sz="2400" spc="-5" dirty="0">
                <a:latin typeface="Verdana"/>
                <a:cs typeface="Verdana"/>
              </a:rPr>
              <a:t>collaborazione</a:t>
            </a:r>
            <a:r>
              <a:rPr sz="2400" spc="95" dirty="0">
                <a:latin typeface="Verdana"/>
                <a:cs typeface="Verdana"/>
              </a:rPr>
              <a:t> </a:t>
            </a:r>
            <a:r>
              <a:rPr sz="2400" spc="-15" dirty="0">
                <a:latin typeface="Verdana"/>
                <a:cs typeface="Verdana"/>
              </a:rPr>
              <a:t>tra</a:t>
            </a:r>
            <a:r>
              <a:rPr sz="2400" spc="90" dirty="0">
                <a:latin typeface="Verdana"/>
                <a:cs typeface="Verdana"/>
              </a:rPr>
              <a:t> </a:t>
            </a:r>
            <a:r>
              <a:rPr sz="2400" spc="-10" dirty="0">
                <a:latin typeface="Verdana"/>
                <a:cs typeface="Verdana"/>
              </a:rPr>
              <a:t>la</a:t>
            </a:r>
            <a:r>
              <a:rPr sz="2400" spc="75" dirty="0">
                <a:latin typeface="Verdana"/>
                <a:cs typeface="Verdana"/>
              </a:rPr>
              <a:t> </a:t>
            </a:r>
            <a:r>
              <a:rPr sz="2400" spc="-10" dirty="0">
                <a:latin typeface="Verdana"/>
                <a:cs typeface="Verdana"/>
              </a:rPr>
              <a:t>Polizia</a:t>
            </a:r>
            <a:r>
              <a:rPr sz="2400" spc="85" dirty="0">
                <a:latin typeface="Verdana"/>
                <a:cs typeface="Verdana"/>
              </a:rPr>
              <a:t> </a:t>
            </a:r>
            <a:r>
              <a:rPr sz="2400" spc="5" dirty="0">
                <a:latin typeface="Verdana"/>
                <a:cs typeface="Verdana"/>
              </a:rPr>
              <a:t>di</a:t>
            </a:r>
            <a:r>
              <a:rPr sz="2400" spc="65" dirty="0">
                <a:latin typeface="Verdana"/>
                <a:cs typeface="Verdana"/>
              </a:rPr>
              <a:t> </a:t>
            </a:r>
            <a:r>
              <a:rPr sz="2400" dirty="0">
                <a:latin typeface="Verdana"/>
                <a:cs typeface="Verdana"/>
              </a:rPr>
              <a:t>Stato</a:t>
            </a:r>
            <a:r>
              <a:rPr sz="2400" spc="90" dirty="0">
                <a:latin typeface="Verdana"/>
                <a:cs typeface="Verdana"/>
              </a:rPr>
              <a:t> </a:t>
            </a:r>
            <a:r>
              <a:rPr sz="2400" dirty="0">
                <a:latin typeface="Verdana"/>
                <a:cs typeface="Verdana"/>
              </a:rPr>
              <a:t>e</a:t>
            </a:r>
            <a:r>
              <a:rPr sz="2400" spc="75" dirty="0">
                <a:latin typeface="Verdana"/>
                <a:cs typeface="Verdana"/>
              </a:rPr>
              <a:t> </a:t>
            </a:r>
            <a:r>
              <a:rPr sz="2400" spc="-20" dirty="0">
                <a:latin typeface="Verdana"/>
                <a:cs typeface="Verdana"/>
              </a:rPr>
              <a:t>l’Agenzia</a:t>
            </a:r>
            <a:r>
              <a:rPr sz="2400" spc="85" dirty="0">
                <a:latin typeface="Verdana"/>
                <a:cs typeface="Verdana"/>
              </a:rPr>
              <a:t> </a:t>
            </a:r>
            <a:r>
              <a:rPr sz="2400" spc="-5" dirty="0">
                <a:latin typeface="Verdana"/>
                <a:cs typeface="Verdana"/>
              </a:rPr>
              <a:t>per</a:t>
            </a:r>
            <a:r>
              <a:rPr sz="2400" spc="90" dirty="0">
                <a:latin typeface="Verdana"/>
                <a:cs typeface="Verdana"/>
              </a:rPr>
              <a:t> </a:t>
            </a:r>
            <a:r>
              <a:rPr sz="2400" spc="-15" dirty="0">
                <a:latin typeface="Verdana"/>
                <a:cs typeface="Verdana"/>
              </a:rPr>
              <a:t>la </a:t>
            </a:r>
            <a:r>
              <a:rPr sz="2400" spc="-825" dirty="0">
                <a:latin typeface="Verdana"/>
                <a:cs typeface="Verdana"/>
              </a:rPr>
              <a:t> </a:t>
            </a:r>
            <a:r>
              <a:rPr sz="2400" spc="-5" dirty="0">
                <a:latin typeface="Verdana"/>
                <a:cs typeface="Verdana"/>
              </a:rPr>
              <a:t>Cybersic</a:t>
            </a:r>
            <a:r>
              <a:rPr sz="2400" spc="10" dirty="0">
                <a:latin typeface="Verdana"/>
                <a:cs typeface="Verdana"/>
              </a:rPr>
              <a:t>u</a:t>
            </a:r>
            <a:r>
              <a:rPr sz="2400" dirty="0">
                <a:latin typeface="Verdana"/>
                <a:cs typeface="Verdana"/>
              </a:rPr>
              <a:t>r</a:t>
            </a:r>
            <a:r>
              <a:rPr sz="2400" spc="-10" dirty="0">
                <a:latin typeface="Verdana"/>
                <a:cs typeface="Verdana"/>
              </a:rPr>
              <a:t>e</a:t>
            </a:r>
            <a:r>
              <a:rPr sz="2400" spc="-5" dirty="0">
                <a:latin typeface="Verdana"/>
                <a:cs typeface="Verdana"/>
              </a:rPr>
              <a:t>zz</a:t>
            </a:r>
            <a:r>
              <a:rPr sz="2400" dirty="0">
                <a:latin typeface="Verdana"/>
                <a:cs typeface="Verdana"/>
              </a:rPr>
              <a:t>a			</a:t>
            </a:r>
            <a:r>
              <a:rPr sz="2400" spc="-5" dirty="0">
                <a:latin typeface="Verdana"/>
                <a:cs typeface="Verdana"/>
              </a:rPr>
              <a:t>N</a:t>
            </a:r>
            <a:r>
              <a:rPr sz="2400" spc="10" dirty="0">
                <a:latin typeface="Verdana"/>
                <a:cs typeface="Verdana"/>
              </a:rPr>
              <a:t>a</a:t>
            </a:r>
            <a:r>
              <a:rPr sz="2400" spc="-5" dirty="0">
                <a:latin typeface="Verdana"/>
                <a:cs typeface="Verdana"/>
              </a:rPr>
              <a:t>zion</a:t>
            </a:r>
            <a:r>
              <a:rPr sz="2400" spc="10" dirty="0">
                <a:latin typeface="Verdana"/>
                <a:cs typeface="Verdana"/>
              </a:rPr>
              <a:t>a</a:t>
            </a:r>
            <a:r>
              <a:rPr sz="2400" spc="-10" dirty="0">
                <a:latin typeface="Verdana"/>
                <a:cs typeface="Verdana"/>
              </a:rPr>
              <a:t>l</a:t>
            </a:r>
            <a:r>
              <a:rPr sz="2400" dirty="0">
                <a:latin typeface="Verdana"/>
                <a:cs typeface="Verdana"/>
              </a:rPr>
              <a:t>e	</a:t>
            </a:r>
            <a:r>
              <a:rPr sz="2400" spc="15" dirty="0">
                <a:latin typeface="Verdana"/>
                <a:cs typeface="Verdana"/>
              </a:rPr>
              <a:t>p</a:t>
            </a:r>
            <a:r>
              <a:rPr sz="2400" dirty="0">
                <a:latin typeface="Verdana"/>
                <a:cs typeface="Verdana"/>
              </a:rPr>
              <a:t>er	r</a:t>
            </a:r>
            <a:r>
              <a:rPr sz="2400" spc="-10" dirty="0">
                <a:latin typeface="Verdana"/>
                <a:cs typeface="Verdana"/>
              </a:rPr>
              <a:t>e</a:t>
            </a:r>
            <a:r>
              <a:rPr sz="2400" dirty="0">
                <a:latin typeface="Verdana"/>
                <a:cs typeface="Verdana"/>
              </a:rPr>
              <a:t>n</a:t>
            </a:r>
            <a:r>
              <a:rPr sz="2400" spc="5" dirty="0">
                <a:latin typeface="Verdana"/>
                <a:cs typeface="Verdana"/>
              </a:rPr>
              <a:t>d</a:t>
            </a:r>
            <a:r>
              <a:rPr sz="2400" dirty="0">
                <a:latin typeface="Verdana"/>
                <a:cs typeface="Verdana"/>
              </a:rPr>
              <a:t>ere	a</a:t>
            </a:r>
            <a:r>
              <a:rPr sz="2400" spc="5" dirty="0">
                <a:latin typeface="Verdana"/>
                <a:cs typeface="Verdana"/>
              </a:rPr>
              <a:t>n</a:t>
            </a:r>
            <a:r>
              <a:rPr sz="2400" dirty="0">
                <a:latin typeface="Verdana"/>
                <a:cs typeface="Verdana"/>
              </a:rPr>
              <a:t>co</a:t>
            </a:r>
            <a:r>
              <a:rPr sz="2400" spc="-45" dirty="0">
                <a:latin typeface="Verdana"/>
                <a:cs typeface="Verdana"/>
              </a:rPr>
              <a:t>r</a:t>
            </a:r>
            <a:r>
              <a:rPr sz="2400" dirty="0">
                <a:latin typeface="Verdana"/>
                <a:cs typeface="Verdana"/>
              </a:rPr>
              <a:t>a		</a:t>
            </a:r>
            <a:r>
              <a:rPr sz="2400" spc="10" dirty="0">
                <a:latin typeface="Verdana"/>
                <a:cs typeface="Verdana"/>
              </a:rPr>
              <a:t>p</a:t>
            </a:r>
            <a:r>
              <a:rPr sz="2400" spc="-10" dirty="0">
                <a:latin typeface="Verdana"/>
                <a:cs typeface="Verdana"/>
              </a:rPr>
              <a:t>i</a:t>
            </a:r>
            <a:r>
              <a:rPr sz="2400" dirty="0">
                <a:latin typeface="Verdana"/>
                <a:cs typeface="Verdana"/>
              </a:rPr>
              <a:t>ù		ef</a:t>
            </a:r>
            <a:r>
              <a:rPr sz="2400" spc="10" dirty="0">
                <a:latin typeface="Verdana"/>
                <a:cs typeface="Verdana"/>
              </a:rPr>
              <a:t>f</a:t>
            </a:r>
            <a:r>
              <a:rPr sz="2400" spc="-10" dirty="0">
                <a:latin typeface="Verdana"/>
                <a:cs typeface="Verdana"/>
              </a:rPr>
              <a:t>icac</a:t>
            </a:r>
            <a:r>
              <a:rPr sz="2400" dirty="0">
                <a:latin typeface="Verdana"/>
                <a:cs typeface="Verdana"/>
              </a:rPr>
              <a:t>e		il  </a:t>
            </a:r>
            <a:r>
              <a:rPr sz="2400" spc="-5" dirty="0">
                <a:latin typeface="Verdana"/>
                <a:cs typeface="Verdana"/>
              </a:rPr>
              <a:t>contrasto</a:t>
            </a:r>
            <a:r>
              <a:rPr sz="2400" spc="340" dirty="0">
                <a:latin typeface="Verdana"/>
                <a:cs typeface="Verdana"/>
              </a:rPr>
              <a:t> </a:t>
            </a:r>
            <a:r>
              <a:rPr sz="2400" spc="5" dirty="0">
                <a:latin typeface="Verdana"/>
                <a:cs typeface="Verdana"/>
              </a:rPr>
              <a:t>ai</a:t>
            </a:r>
            <a:r>
              <a:rPr sz="2400" spc="345" dirty="0">
                <a:latin typeface="Verdana"/>
                <a:cs typeface="Verdana"/>
              </a:rPr>
              <a:t> </a:t>
            </a:r>
            <a:r>
              <a:rPr sz="2400" dirty="0">
                <a:latin typeface="Verdana"/>
                <a:cs typeface="Verdana"/>
              </a:rPr>
              <a:t>fenomeni</a:t>
            </a:r>
            <a:r>
              <a:rPr sz="2400" spc="325" dirty="0">
                <a:latin typeface="Verdana"/>
                <a:cs typeface="Verdana"/>
              </a:rPr>
              <a:t> </a:t>
            </a:r>
            <a:r>
              <a:rPr sz="2400" dirty="0">
                <a:latin typeface="Verdana"/>
                <a:cs typeface="Verdana"/>
              </a:rPr>
              <a:t>del</a:t>
            </a:r>
            <a:r>
              <a:rPr sz="2400" spc="335" dirty="0">
                <a:latin typeface="Verdana"/>
                <a:cs typeface="Verdana"/>
              </a:rPr>
              <a:t> </a:t>
            </a:r>
            <a:r>
              <a:rPr sz="2400" spc="-5" dirty="0">
                <a:latin typeface="Verdana"/>
                <a:cs typeface="Verdana"/>
              </a:rPr>
              <a:t>cybercrime</a:t>
            </a:r>
            <a:r>
              <a:rPr sz="2400" spc="345" dirty="0">
                <a:latin typeface="Verdana"/>
                <a:cs typeface="Verdana"/>
              </a:rPr>
              <a:t> </a:t>
            </a:r>
            <a:r>
              <a:rPr sz="2400" dirty="0">
                <a:latin typeface="Verdana"/>
                <a:cs typeface="Verdana"/>
              </a:rPr>
              <a:t>e</a:t>
            </a:r>
            <a:r>
              <a:rPr sz="2400" spc="330" dirty="0">
                <a:latin typeface="Verdana"/>
                <a:cs typeface="Verdana"/>
              </a:rPr>
              <a:t> </a:t>
            </a:r>
            <a:r>
              <a:rPr sz="2400" spc="-5" dirty="0">
                <a:latin typeface="Verdana"/>
                <a:cs typeface="Verdana"/>
              </a:rPr>
              <a:t>accrescere</a:t>
            </a:r>
            <a:r>
              <a:rPr sz="2400" spc="345" dirty="0">
                <a:latin typeface="Verdana"/>
                <a:cs typeface="Verdana"/>
              </a:rPr>
              <a:t> </a:t>
            </a:r>
            <a:r>
              <a:rPr sz="2400" spc="-10" dirty="0">
                <a:latin typeface="Verdana"/>
                <a:cs typeface="Verdana"/>
              </a:rPr>
              <a:t>la</a:t>
            </a:r>
            <a:r>
              <a:rPr sz="2400" spc="340" dirty="0">
                <a:latin typeface="Verdana"/>
                <a:cs typeface="Verdana"/>
              </a:rPr>
              <a:t> </a:t>
            </a:r>
            <a:r>
              <a:rPr sz="2400" spc="-5" dirty="0">
                <a:latin typeface="Verdana"/>
                <a:cs typeface="Verdana"/>
              </a:rPr>
              <a:t>resilienza </a:t>
            </a:r>
            <a:r>
              <a:rPr sz="2400" spc="-825" dirty="0">
                <a:latin typeface="Verdana"/>
                <a:cs typeface="Verdana"/>
              </a:rPr>
              <a:t> </a:t>
            </a:r>
            <a:r>
              <a:rPr sz="2400" dirty="0">
                <a:latin typeface="Verdana"/>
                <a:cs typeface="Verdana"/>
              </a:rPr>
              <a:t>c</a:t>
            </a:r>
            <a:r>
              <a:rPr sz="2400" spc="-10" dirty="0">
                <a:latin typeface="Verdana"/>
                <a:cs typeface="Verdana"/>
              </a:rPr>
              <a:t>i</a:t>
            </a:r>
            <a:r>
              <a:rPr sz="2400" spc="-5" dirty="0">
                <a:latin typeface="Verdana"/>
                <a:cs typeface="Verdana"/>
              </a:rPr>
              <a:t>b</a:t>
            </a:r>
            <a:r>
              <a:rPr sz="2400" spc="10" dirty="0">
                <a:latin typeface="Verdana"/>
                <a:cs typeface="Verdana"/>
              </a:rPr>
              <a:t>e</a:t>
            </a:r>
            <a:r>
              <a:rPr sz="2400" dirty="0">
                <a:latin typeface="Verdana"/>
                <a:cs typeface="Verdana"/>
              </a:rPr>
              <a:t>rne</a:t>
            </a:r>
            <a:r>
              <a:rPr sz="2400" spc="10" dirty="0">
                <a:latin typeface="Verdana"/>
                <a:cs typeface="Verdana"/>
              </a:rPr>
              <a:t>t</a:t>
            </a:r>
            <a:r>
              <a:rPr sz="2400" spc="-10" dirty="0">
                <a:latin typeface="Verdana"/>
                <a:cs typeface="Verdana"/>
              </a:rPr>
              <a:t>ic</a:t>
            </a:r>
            <a:r>
              <a:rPr sz="2400" dirty="0">
                <a:latin typeface="Verdana"/>
                <a:cs typeface="Verdana"/>
              </a:rPr>
              <a:t>a	</a:t>
            </a:r>
            <a:r>
              <a:rPr sz="2400" spc="-5" dirty="0">
                <a:latin typeface="Verdana"/>
                <a:cs typeface="Verdana"/>
              </a:rPr>
              <a:t>de</a:t>
            </a:r>
            <a:r>
              <a:rPr sz="2400" dirty="0">
                <a:latin typeface="Verdana"/>
                <a:cs typeface="Verdana"/>
              </a:rPr>
              <a:t>l		</a:t>
            </a:r>
            <a:r>
              <a:rPr sz="2400" spc="-60" dirty="0">
                <a:latin typeface="Verdana"/>
                <a:cs typeface="Verdana"/>
              </a:rPr>
              <a:t>P</a:t>
            </a:r>
            <a:r>
              <a:rPr sz="2400" dirty="0">
                <a:latin typeface="Verdana"/>
                <a:cs typeface="Verdana"/>
              </a:rPr>
              <a:t>ae</a:t>
            </a:r>
            <a:r>
              <a:rPr sz="2400" spc="-10" dirty="0">
                <a:latin typeface="Verdana"/>
                <a:cs typeface="Verdana"/>
              </a:rPr>
              <a:t>s</a:t>
            </a:r>
            <a:r>
              <a:rPr sz="2400" dirty="0">
                <a:latin typeface="Verdana"/>
                <a:cs typeface="Verdana"/>
              </a:rPr>
              <a:t>e,			</a:t>
            </a:r>
            <a:r>
              <a:rPr sz="2400" spc="-5" dirty="0">
                <a:latin typeface="Verdana"/>
                <a:cs typeface="Verdana"/>
              </a:rPr>
              <a:t>ga</a:t>
            </a:r>
            <a:r>
              <a:rPr sz="2400" spc="-40" dirty="0">
                <a:latin typeface="Verdana"/>
                <a:cs typeface="Verdana"/>
              </a:rPr>
              <a:t>r</a:t>
            </a:r>
            <a:r>
              <a:rPr sz="2400" spc="-15" dirty="0">
                <a:latin typeface="Verdana"/>
                <a:cs typeface="Verdana"/>
              </a:rPr>
              <a:t>a</a:t>
            </a:r>
            <a:r>
              <a:rPr sz="2400" dirty="0">
                <a:latin typeface="Verdana"/>
                <a:cs typeface="Verdana"/>
              </a:rPr>
              <a:t>n</a:t>
            </a:r>
            <a:r>
              <a:rPr sz="2400" spc="5" dirty="0">
                <a:latin typeface="Verdana"/>
                <a:cs typeface="Verdana"/>
              </a:rPr>
              <a:t>t</a:t>
            </a:r>
            <a:r>
              <a:rPr sz="2400" dirty="0">
                <a:latin typeface="Verdana"/>
                <a:cs typeface="Verdana"/>
              </a:rPr>
              <a:t>endo		</a:t>
            </a:r>
            <a:r>
              <a:rPr sz="2400" spc="-710" dirty="0">
                <a:latin typeface="Verdana"/>
                <a:cs typeface="Verdana"/>
              </a:rPr>
              <a:t> </a:t>
            </a:r>
            <a:r>
              <a:rPr sz="2400" dirty="0">
                <a:latin typeface="Verdana"/>
                <a:cs typeface="Verdana"/>
              </a:rPr>
              <a:t>in	</a:t>
            </a:r>
            <a:r>
              <a:rPr sz="2400" spc="-5" dirty="0">
                <a:latin typeface="Verdana"/>
                <a:cs typeface="Verdana"/>
              </a:rPr>
              <a:t>par</a:t>
            </a:r>
            <a:r>
              <a:rPr sz="2400" spc="5" dirty="0">
                <a:latin typeface="Verdana"/>
                <a:cs typeface="Verdana"/>
              </a:rPr>
              <a:t>t</a:t>
            </a:r>
            <a:r>
              <a:rPr sz="2400" spc="-10" dirty="0">
                <a:latin typeface="Verdana"/>
                <a:cs typeface="Verdana"/>
              </a:rPr>
              <a:t>ic</a:t>
            </a:r>
            <a:r>
              <a:rPr sz="2400" dirty="0">
                <a:latin typeface="Verdana"/>
                <a:cs typeface="Verdana"/>
              </a:rPr>
              <a:t>o</a:t>
            </a:r>
            <a:r>
              <a:rPr sz="2400" spc="-10" dirty="0">
                <a:latin typeface="Verdana"/>
                <a:cs typeface="Verdana"/>
              </a:rPr>
              <a:t>lar</a:t>
            </a:r>
            <a:r>
              <a:rPr sz="2400" dirty="0">
                <a:latin typeface="Verdana"/>
                <a:cs typeface="Verdana"/>
              </a:rPr>
              <a:t>e	</a:t>
            </a:r>
            <a:r>
              <a:rPr sz="2400" spc="-15" dirty="0">
                <a:latin typeface="Verdana"/>
                <a:cs typeface="Verdana"/>
              </a:rPr>
              <a:t>l</a:t>
            </a:r>
            <a:r>
              <a:rPr sz="2400" dirty="0">
                <a:latin typeface="Verdana"/>
                <a:cs typeface="Verdana"/>
              </a:rPr>
              <a:t>a			</a:t>
            </a:r>
            <a:r>
              <a:rPr sz="2400" spc="-5" dirty="0">
                <a:latin typeface="Verdana"/>
                <a:cs typeface="Verdana"/>
              </a:rPr>
              <a:t>t</a:t>
            </a:r>
            <a:r>
              <a:rPr sz="2400" dirty="0">
                <a:latin typeface="Verdana"/>
                <a:cs typeface="Verdana"/>
              </a:rPr>
              <a:t>u</a:t>
            </a:r>
            <a:r>
              <a:rPr sz="2400" spc="10" dirty="0">
                <a:latin typeface="Verdana"/>
                <a:cs typeface="Verdana"/>
              </a:rPr>
              <a:t>t</a:t>
            </a:r>
            <a:r>
              <a:rPr sz="2400" dirty="0">
                <a:latin typeface="Verdana"/>
                <a:cs typeface="Verdana"/>
              </a:rPr>
              <a:t>e</a:t>
            </a:r>
            <a:r>
              <a:rPr sz="2400" spc="-10" dirty="0">
                <a:latin typeface="Verdana"/>
                <a:cs typeface="Verdana"/>
              </a:rPr>
              <a:t>l</a:t>
            </a:r>
            <a:r>
              <a:rPr sz="2400" dirty="0">
                <a:latin typeface="Verdana"/>
                <a:cs typeface="Verdana"/>
              </a:rPr>
              <a:t>a	</a:t>
            </a:r>
            <a:r>
              <a:rPr sz="2400" spc="-5" dirty="0">
                <a:latin typeface="Verdana"/>
                <a:cs typeface="Verdana"/>
              </a:rPr>
              <a:t>d</a:t>
            </a:r>
            <a:r>
              <a:rPr sz="2400" spc="10" dirty="0">
                <a:latin typeface="Verdana"/>
                <a:cs typeface="Verdana"/>
              </a:rPr>
              <a:t>e</a:t>
            </a:r>
            <a:r>
              <a:rPr sz="2400" dirty="0">
                <a:latin typeface="Verdana"/>
                <a:cs typeface="Verdana"/>
              </a:rPr>
              <a:t>l  </a:t>
            </a:r>
            <a:r>
              <a:rPr sz="2400" spc="-15" dirty="0" err="1">
                <a:latin typeface="Verdana"/>
                <a:cs typeface="Verdana"/>
              </a:rPr>
              <a:t>Perimetro</a:t>
            </a:r>
            <a:r>
              <a:rPr lang="it-IT" sz="2400" spc="-15" dirty="0">
                <a:latin typeface="Verdana"/>
                <a:cs typeface="Verdana"/>
              </a:rPr>
              <a:t> </a:t>
            </a:r>
            <a:r>
              <a:rPr sz="2400" spc="5" dirty="0">
                <a:latin typeface="Verdana"/>
                <a:cs typeface="Verdana"/>
              </a:rPr>
              <a:t>di</a:t>
            </a:r>
            <a:r>
              <a:rPr lang="it-IT" sz="2400" spc="5" dirty="0">
                <a:latin typeface="Verdana"/>
                <a:cs typeface="Verdana"/>
              </a:rPr>
              <a:t> </a:t>
            </a:r>
            <a:r>
              <a:rPr sz="2400" spc="5" dirty="0">
                <a:latin typeface="Verdana"/>
                <a:cs typeface="Verdana"/>
              </a:rPr>
              <a:t>	</a:t>
            </a:r>
            <a:r>
              <a:rPr sz="2400" spc="-5" dirty="0" err="1">
                <a:latin typeface="Verdana"/>
                <a:cs typeface="Verdana"/>
              </a:rPr>
              <a:t>sicurezza</a:t>
            </a:r>
            <a:r>
              <a:rPr lang="it-IT" sz="2400" spc="-5" dirty="0">
                <a:latin typeface="Verdana"/>
                <a:cs typeface="Verdana"/>
              </a:rPr>
              <a:t> </a:t>
            </a:r>
            <a:r>
              <a:rPr sz="2400" spc="-5" dirty="0" err="1">
                <a:latin typeface="Verdana"/>
                <a:cs typeface="Verdana"/>
              </a:rPr>
              <a:t>nazionale</a:t>
            </a:r>
            <a:r>
              <a:rPr sz="2400" spc="985" dirty="0">
                <a:latin typeface="Verdana"/>
                <a:cs typeface="Verdana"/>
              </a:rPr>
              <a:t> </a:t>
            </a:r>
            <a:r>
              <a:rPr sz="2400" spc="-5" dirty="0" err="1">
                <a:latin typeface="Verdana"/>
                <a:cs typeface="Verdana"/>
              </a:rPr>
              <a:t>cibernetica</a:t>
            </a:r>
            <a:r>
              <a:rPr lang="it-IT" sz="2400" spc="-5" dirty="0">
                <a:latin typeface="Verdana"/>
                <a:cs typeface="Verdana"/>
              </a:rPr>
              <a:t>.</a:t>
            </a:r>
            <a:endParaRPr sz="2400" dirty="0">
              <a:latin typeface="Verdana"/>
              <a:cs typeface="Verdana"/>
            </a:endParaRPr>
          </a:p>
        </p:txBody>
      </p:sp>
    </p:spTree>
    <p:extLst>
      <p:ext uri="{BB962C8B-B14F-4D97-AF65-F5344CB8AC3E}">
        <p14:creationId xmlns:p14="http://schemas.microsoft.com/office/powerpoint/2010/main" val="27475256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idx="4294967295"/>
          </p:nvPr>
        </p:nvSpPr>
        <p:spPr>
          <a:xfrm>
            <a:off x="1099020" y="0"/>
            <a:ext cx="9906000" cy="1477963"/>
          </a:xfrm>
        </p:spPr>
        <p:txBody>
          <a:bodyPr>
            <a:normAutofit/>
          </a:bodyPr>
          <a:lstStyle/>
          <a:p>
            <a:pPr algn="ctr"/>
            <a:r>
              <a:rPr lang="it-IT" sz="6000" b="1" dirty="0">
                <a:solidFill>
                  <a:srgbClr val="FFC000"/>
                </a:solidFill>
              </a:rPr>
              <a:t>Grazie per l’attenzione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228" y="1412776"/>
            <a:ext cx="9932275" cy="5141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69398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Citrin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Montserrat ExtraBold - Open Sans">
      <a:majorFont>
        <a:latin typeface="Montserrat ExtraBold"/>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F4AA353C34084B48AD5373DABC4FE04B" ma:contentTypeVersion="6" ma:contentTypeDescription="Creare un nuovo documento." ma:contentTypeScope="" ma:versionID="7b95d111b612a96f1219550b5e1db449">
  <xsd:schema xmlns:xsd="http://www.w3.org/2001/XMLSchema" xmlns:xs="http://www.w3.org/2001/XMLSchema" xmlns:p="http://schemas.microsoft.com/office/2006/metadata/properties" xmlns:ns2="a92ef012-2059-489e-bed9-6971e10b3fed" targetNamespace="http://schemas.microsoft.com/office/2006/metadata/properties" ma:root="true" ma:fieldsID="1b0ffde798c86c6a5476af6b0920dbb2" ns2:_="">
    <xsd:import namespace="a92ef012-2059-489e-bed9-6971e10b3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2ef012-2059-489e-bed9-6971e10b3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77C9D3-16DB-4FF6-A2EC-405FC028E78F}">
  <ds:schemaRefs>
    <ds:schemaRef ds:uri="http://purl.org/dc/terms/"/>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purl.org/dc/elements/1.1/"/>
    <ds:schemaRef ds:uri="a92ef012-2059-489e-bed9-6971e10b3fed"/>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ECF4AACC-8FBD-48EA-9157-CB62B8367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2ef012-2059-489e-bed9-6971e10b3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4256443-2934-47D5-BC1C-6F8CCDE8E7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TM04033919[[fn=Circuito]]</Template>
  <TotalTime>10755</TotalTime>
  <Words>3088</Words>
  <Application>Microsoft Office PowerPoint</Application>
  <PresentationFormat>Widescreen</PresentationFormat>
  <Paragraphs>198</Paragraphs>
  <Slides>55</Slides>
  <Notes>2</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55</vt:i4>
      </vt:variant>
    </vt:vector>
  </HeadingPairs>
  <TitlesOfParts>
    <vt:vector size="68" baseType="lpstr">
      <vt:lpstr>Arial</vt:lpstr>
      <vt:lpstr>Arial MT</vt:lpstr>
      <vt:lpstr>Calibri</vt:lpstr>
      <vt:lpstr>Cambria</vt:lpstr>
      <vt:lpstr>Cascadia Mono SemiBold</vt:lpstr>
      <vt:lpstr>Montserrat ExtraBold</vt:lpstr>
      <vt:lpstr>Open Sans</vt:lpstr>
      <vt:lpstr>Times New Roman</vt:lpstr>
      <vt:lpstr>Trebuchet MS</vt:lpstr>
      <vt:lpstr>Tw Cen MT</vt:lpstr>
      <vt:lpstr>Verdana</vt:lpstr>
      <vt:lpstr>Circuito</vt:lpstr>
      <vt:lpstr>Citrine</vt:lpstr>
      <vt:lpstr>Fondazione ITS   Information &amp; Communications Technology Academy</vt:lpstr>
      <vt:lpstr>Presentazione standard di PowerPoint</vt:lpstr>
      <vt:lpstr>Concetti di base</vt:lpstr>
      <vt:lpstr>Concetti di base</vt:lpstr>
      <vt:lpstr>Concetti di base</vt:lpstr>
      <vt:lpstr>Concetti di base</vt:lpstr>
      <vt:lpstr>Disponibilità</vt:lpstr>
      <vt:lpstr>Disponibilità</vt:lpstr>
      <vt:lpstr>Disponibilità</vt:lpstr>
      <vt:lpstr>Disponibilità</vt:lpstr>
      <vt:lpstr>Integrità</vt:lpstr>
      <vt:lpstr>Integrità</vt:lpstr>
      <vt:lpstr>Integrità</vt:lpstr>
      <vt:lpstr>Integrità</vt:lpstr>
      <vt:lpstr>Integrità</vt:lpstr>
      <vt:lpstr>Presentazione standard di PowerPoint</vt:lpstr>
      <vt:lpstr>Riservatezza</vt:lpstr>
      <vt:lpstr>Riservatezza</vt:lpstr>
      <vt:lpstr>Riservatezza</vt:lpstr>
      <vt:lpstr>Altri obiettivi</vt:lpstr>
      <vt:lpstr>Presentazione standard di PowerPoint</vt:lpstr>
      <vt:lpstr>Quadro normativo</vt:lpstr>
      <vt:lpstr>Presentazione standard di PowerPoint</vt:lpstr>
      <vt:lpstr>Presentazione standard di PowerPoint</vt:lpstr>
      <vt:lpstr>Presentazione standard di PowerPoint</vt:lpstr>
      <vt:lpstr>Presentazione standard di PowerPoint</vt:lpstr>
      <vt:lpstr>Presentazione standard di PowerPoint</vt:lpstr>
      <vt:lpstr>PRIMA l'Agenzia per l'Italia Digitale  (AgID), ORA LA NUOVA AGENZIA NAZIONALE PER LA CYBERSECURITY (ACN) deve assicurare il coordinamento delle  iniziative nell’ambito delle attività di indirizzo,  pianificazione, coordinamento e monitoraggio della sicurezza informatica con particolare riferimento al  Sistema Pubblico di Connettività. </vt:lpstr>
      <vt:lpstr>Presentazione standard di PowerPoint</vt:lpstr>
      <vt:lpstr>Presentazione standard di PowerPoint</vt:lpstr>
      <vt:lpstr>Presentazione standard di PowerPoint</vt:lpstr>
      <vt:lpstr>DIRETTIVA EUROPEA NIS 2</vt:lpstr>
      <vt:lpstr>OBIETTIVI PRINCIPALI</vt:lpstr>
      <vt:lpstr>AMBITO DI APPLICAZIONE</vt:lpstr>
      <vt:lpstr>OBBLIGHI DI SICUREZZA</vt:lpstr>
      <vt:lpstr>Presentazione standard di PowerPoint</vt:lpstr>
      <vt:lpstr>A CHI SI RIVOLGE LA DIRETTIVA?</vt:lpstr>
      <vt:lpstr>Presentazione standard di PowerPoint</vt:lpstr>
      <vt:lpstr>Presentazione standard di PowerPoint</vt:lpstr>
      <vt:lpstr>CONCLUSIONI  E   PROSPETTIVE</vt:lpstr>
      <vt:lpstr>Ma cosa si intende per cyber risk?</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DOMANDE</vt:lpstr>
      <vt:lpstr>I SISTEMI DI DIFESA HANNO TENUTO IL PASSO CON LA  CRESCENTE QUANTITÀ E QUALITÀ DEGLI ATTACCHI  INFORMATICI NEGLI ULTIMI TEMPI?</vt:lpstr>
      <vt:lpstr>Presentazione standard di PowerPoint</vt:lpstr>
      <vt:lpstr>Presentazione standard di PowerPoint</vt:lpstr>
      <vt:lpstr>Presentazione standard di PowerPoint</vt:lpstr>
      <vt:lpstr>Presentazione standard di PowerPoint</vt:lpstr>
      <vt:lpstr>Grazie per l’attenzione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Costituzione ITS  «Istituto Tecnico Superiore ITS Information and Communications Technology Academy»</dc:title>
  <dc:creator>Fabrizio Rizzitelli</dc:creator>
  <cp:lastModifiedBy>Enzo Chilelli</cp:lastModifiedBy>
  <cp:revision>84</cp:revision>
  <cp:lastPrinted>2022-10-19T16:38:02Z</cp:lastPrinted>
  <dcterms:created xsi:type="dcterms:W3CDTF">2022-03-20T16:16:01Z</dcterms:created>
  <dcterms:modified xsi:type="dcterms:W3CDTF">2024-12-04T02:16:11Z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0x010100F4AA353C34084B48AD5373DABC4FE04B</vt:lpwstr>
  </property>
</Properties>
</file>