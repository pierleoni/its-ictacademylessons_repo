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1"/>
    <p:sldMasterId id="2147483661" r:id="rId2"/>
  </p:sldMasterIdLst>
  <p:sldIdLst>
    <p:sldId id="264" r:id="rId3"/>
    <p:sldId id="270" r:id="rId4"/>
    <p:sldId id="269" r:id="rId5"/>
    <p:sldId id="268" r:id="rId6"/>
    <p:sldId id="267" r:id="rId7"/>
    <p:sldId id="266" r:id="rId8"/>
    <p:sldId id="265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376467-4E0A-6F29-6077-E54FF9EAC956}" v="66" dt="2024-04-15T11:21:06.492"/>
    <p1510:client id="{BED3E2D9-7572-8981-2913-92E50840706F}" v="7" dt="2024-04-15T11:24:52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546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276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225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605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649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278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731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64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21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29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746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1338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340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815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020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1784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825194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02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795538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70AFB9-F87E-11AC-2B32-B5178FE34E78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1442" y="268927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596233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72760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28" y="796698"/>
            <a:ext cx="6854371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35451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716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80717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5800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68651C4C-4AD1-19DA-CC78-BEC58707B5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5800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630785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2832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704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295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02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84804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538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70AFB9-F87E-11AC-2B32-B5178FE34E78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1442" y="268927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919352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414779-4CEE-EEAD-8A66-EE043E90B44F}"/>
              </a:ext>
            </a:extLst>
          </p:cNvPr>
          <p:cNvSpPr/>
          <p:nvPr userDrawn="1"/>
        </p:nvSpPr>
        <p:spPr>
          <a:xfrm>
            <a:off x="1611313" y="3215390"/>
            <a:ext cx="2638398" cy="36426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4235A04-C2C9-A7DC-3FE5-1E7D27C0E1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" y="2627313"/>
            <a:ext cx="2525713" cy="33162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7104C814-4179-5378-738C-F0AEB2D153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4326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655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15">
          <p15:clr>
            <a:srgbClr val="FBAE40"/>
          </p15:clr>
        </p15:guide>
        <p15:guide id="9" pos="2167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B883CC-094E-7039-9807-58F11002611B}"/>
              </a:ext>
            </a:extLst>
          </p:cNvPr>
          <p:cNvSpPr/>
          <p:nvPr userDrawn="1"/>
        </p:nvSpPr>
        <p:spPr>
          <a:xfrm>
            <a:off x="0" y="0"/>
            <a:ext cx="5358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DDBBAD-B928-4819-64F5-80A5AECD71C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81500" y="2171699"/>
            <a:ext cx="2971800" cy="45497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8B3586BE-78C6-E426-9F3C-F59381E5CD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4081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632">
          <p15:clr>
            <a:srgbClr val="FBAE40"/>
          </p15:clr>
        </p15:guide>
        <p15:guide id="6" orient="horz" pos="1368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2760">
          <p15:clr>
            <a:srgbClr val="FBAE40"/>
          </p15:clr>
        </p15:guide>
        <p15:guide id="11" pos="7159">
          <p15:clr>
            <a:srgbClr val="FBAE40"/>
          </p15:clr>
        </p15:guide>
        <p15:guide id="12" pos="672">
          <p15:clr>
            <a:srgbClr val="FBAE40"/>
          </p15:clr>
        </p15:guide>
        <p15:guide id="14" orient="horz" pos="2448">
          <p15:clr>
            <a:srgbClr val="FBAE40"/>
          </p15:clr>
        </p15:guide>
        <p15:guide id="15" pos="705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949CF9-AE80-D4A2-E0FC-126A4E8ECBCB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46" y="4618037"/>
            <a:ext cx="9314540" cy="1325563"/>
          </a:xfrm>
        </p:spPr>
        <p:txBody>
          <a:bodyPr anchor="b">
            <a:noAutofit/>
          </a:bodyPr>
          <a:lstStyle>
            <a:lvl1pPr algn="r"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7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9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61991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560">
          <p15:clr>
            <a:srgbClr val="FBAE40"/>
          </p15:clr>
        </p15:guide>
        <p15:guide id="7" orient="horz" pos="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960C-86A7-6728-9263-973B76A8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26591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0029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24232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  <p:sldLayoutId id="2147483835" r:id="rId18"/>
    <p:sldLayoutId id="2147483836" r:id="rId19"/>
    <p:sldLayoutId id="2147483837" r:id="rId20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4C769-5B6E-5C22-9516-5D7BE462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190F5-D493-CE67-ED1B-D761BFA6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225E-A593-BBE5-FA35-2952DE6D5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812C0-D4F0-C345-96B4-1E8B918506AC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30E95-9162-1956-4897-1AA052698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09E4-652E-524A-8D35-CF602AA44AAA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0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44">
          <p15:clr>
            <a:srgbClr val="F26B43"/>
          </p15:clr>
        </p15:guide>
        <p15:guide id="4" pos="7416">
          <p15:clr>
            <a:srgbClr val="F26B43"/>
          </p15:clr>
        </p15:guide>
        <p15:guide id="5" pos="3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36A1-1A23-FDCA-E791-278F673B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Intelligenza Artificiale in Sanità</a:t>
            </a:r>
          </a:p>
        </p:txBody>
      </p:sp>
      <p:pic>
        <p:nvPicPr>
          <p:cNvPr id="3" name="Segnaposto immagine 2" descr="Immagine che contiene bianco, tessuto, bianco e nero&#10;&#10;Descrizione generata automaticamente">
            <a:extLst>
              <a:ext uri="{FF2B5EF4-FFF2-40B4-BE49-F238E27FC236}">
                <a16:creationId xmlns:a16="http://schemas.microsoft.com/office/drawing/2014/main" id="{F8D8A4B5-4D4B-62EE-02E0-2E39AC2486C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F0848-B081-1EB4-54CE-A4262714BD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Created by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C5B7BB-086A-0BEE-471F-DC71F427D3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Your Name</a:t>
            </a:r>
          </a:p>
        </p:txBody>
      </p:sp>
      <p:pic>
        <p:nvPicPr>
          <p:cNvPr id="7" name="Immagine 6" descr="Medico che indica una lastra">
            <a:extLst>
              <a:ext uri="{FF2B5EF4-FFF2-40B4-BE49-F238E27FC236}">
                <a16:creationId xmlns:a16="http://schemas.microsoft.com/office/drawing/2014/main" id="{9EBB4F29-1535-A12C-8224-E79080FF2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754" y="1315528"/>
            <a:ext cx="4341964" cy="461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3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F88978-7952-FC6D-4294-29A1427D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Applicazioni dell'Intelligenza Artificiale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8DA8D96-BF56-9967-D6B1-AF73B256BA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/>
              <a:t>Diagnostica Medica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BA966C4-B8B6-AD92-8367-2EBDBF150E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Ottimizzazione dei Trattamenti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3F7DC5E-477A-A91C-6FE6-A0E0E0AD37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/>
              <a:t>Gestione della Salute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9478DCD-F374-71C7-1008-3E1D48EA58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it-IT"/>
              <a:t>Utilizzo dell'IA per analisi diagnostiche accuratissime.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25C7EFDE-A050-079E-B124-325FC69EA3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it-IT"/>
              <a:t>Personalizzazione dei trattamenti in base ai dati del paziente.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8AD98D43-DD85-8904-4280-7E01130B146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t-IT"/>
              <a:t>Monitoraggio continuo dei pazienti per prevenire malattie.</a:t>
            </a:r>
          </a:p>
        </p:txBody>
      </p:sp>
    </p:spTree>
    <p:extLst>
      <p:ext uri="{BB962C8B-B14F-4D97-AF65-F5344CB8AC3E}">
        <p14:creationId xmlns:p14="http://schemas.microsoft.com/office/powerpoint/2010/main" val="3341801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D7143B-E3C9-AD68-6A88-15D9FEA63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Vantaggi dell'IA in Sanità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E570CB-A2AA-FC41-F2C8-F089CA60F7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/>
              <a:t>Accuratezza e Precisione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CA12C99-C354-5841-83B5-88157150C7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Efficienza Operativa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4B5CE81-B338-4C14-41E2-9A26261AF0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/>
              <a:t>Miglioramento dell'Esperienza Utente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9F07EB93-52E9-CA9F-AEC9-AECFA74700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it-IT"/>
              <a:t>Risultati più precisi e rapidi nella diagnosi e nell'assistenza.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1AD09D-8228-2386-3A94-7AA7F61598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it-IT"/>
              <a:t>Riduzione dei costi e ottimizzazione delle risorse sanitarie.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A85C5568-FA84-C8C5-1D9A-27E1EA2CB9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t-IT"/>
              <a:t>Maggiore coinvolgimento e soddisfazione del paziente.</a:t>
            </a:r>
          </a:p>
        </p:txBody>
      </p:sp>
    </p:spTree>
    <p:extLst>
      <p:ext uri="{BB962C8B-B14F-4D97-AF65-F5344CB8AC3E}">
        <p14:creationId xmlns:p14="http://schemas.microsoft.com/office/powerpoint/2010/main" val="4014212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DB9C75-EF2D-0020-6724-348385657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Sfide e Limitazioni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9B39ED5-E549-FCC5-834D-D940950602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/>
              <a:t>Privacy e Sicurezza dei Dati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E225BA0-7E86-BFB5-260C-AC05AE22BC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Manutenzione dei Modelli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9D90CF9-91D4-4177-DF63-B8611480C1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/>
              <a:t>Accettazione e Fiducia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394EF44-A458-69FD-E1F4-6350BA19C0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it-IT"/>
              <a:t>Rispettare la riservatezza dei dati personali dei pazienti.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1DC09DBF-90A6-046F-B089-DA4D2FAE28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it-IT"/>
              <a:t>Necessità di aggiornare costantemente i modelli di IA.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7754EDC3-851F-C63A-1AEA-2F7BFBB842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t-IT"/>
              <a:t>Sensibilizzare sull'importanza e l'affidabilità dell'IA in sanità.</a:t>
            </a:r>
          </a:p>
        </p:txBody>
      </p:sp>
    </p:spTree>
    <p:extLst>
      <p:ext uri="{BB962C8B-B14F-4D97-AF65-F5344CB8AC3E}">
        <p14:creationId xmlns:p14="http://schemas.microsoft.com/office/powerpoint/2010/main" val="3685659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88EFA2-434E-CFC5-55E2-09ABC03EE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Impatto sull'Assistenza Sanitaria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B73FEBF-2D3B-FC4D-34A7-8F16369A1D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/>
              <a:t>Personalizzazione dell'Assistenza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16FE42-D00B-A748-32D4-0E1F1A6D4C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Riduzione degli Errori Medici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8615750-A2D6-5DF9-B899-991F672380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/>
              <a:t>Miglioramento dei Risultati Sanitari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A08FA64B-F703-FB2E-A204-965F3C2E84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it-IT"/>
              <a:t>Adattamento dei trattamenti alle esigenze specifiche dei pazienti.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8DE5EB1-4089-691E-8DED-2988463A2A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it-IT"/>
              <a:t>Minimizzazione di errori umani nelle procedure mediche.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36070DDF-64B5-9438-3A26-E8DB2145F0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t-IT"/>
              <a:t>Maggiore efficacia nei trattamenti e ripresa più rapida.</a:t>
            </a:r>
          </a:p>
        </p:txBody>
      </p:sp>
    </p:spTree>
    <p:extLst>
      <p:ext uri="{BB962C8B-B14F-4D97-AF65-F5344CB8AC3E}">
        <p14:creationId xmlns:p14="http://schemas.microsoft.com/office/powerpoint/2010/main" val="327555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44CF4A-6618-70AB-AA44-1B68F7DA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Regolamentazione e Privacy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F58F095-7F6B-1381-EFA5-47B67A399B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/>
              <a:t>Conformità Normativa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B616B93-704B-7577-FAE5-7D1E92BCC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Gestione Etica dei Dati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63073A5-A00F-84AD-2F3F-09E61CB2D5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/>
              <a:t>Responsabilità e Trasparenza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7EA11A94-FC60-9B8E-4CB1-FC784F4A45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it-IT"/>
              <a:t>Rispettare le leggi e i regolamenti riguardanti l'utilizzo dell'IA in sanità.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9E14645-8BA7-D2DF-2863-C8E58ECFA0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it-IT"/>
              <a:t>Assicurare l'etica nel trattamento e nell'uso dei dati sanitari.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68364CD-7175-97D8-E1D4-88B4026387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t-IT"/>
              <a:t>Chiarire i ruoli e le responsabilità nell'implementazione dell'IA in sanità.</a:t>
            </a:r>
          </a:p>
        </p:txBody>
      </p:sp>
    </p:spTree>
    <p:extLst>
      <p:ext uri="{BB962C8B-B14F-4D97-AF65-F5344CB8AC3E}">
        <p14:creationId xmlns:p14="http://schemas.microsoft.com/office/powerpoint/2010/main" val="1840050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0ABBDE-8257-5A9D-6593-4E268703C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Il Futuro dell'Intelligenza Artificiale in Sanità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A45628E-C561-AEF2-C6DE-3BD98A14FD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/>
              <a:t>Medicina Predittiva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083113A-F6EC-9430-1299-A512A77673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Cura Personalizzata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04438CB-510A-99C4-CF4D-2679C5EE30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/>
              <a:t>Automazione dei Processi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E06BB62E-2E6F-E2D9-3D15-1C1FD2929D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it-IT"/>
              <a:t>Prevenire malattie attraverso l'analisi proattiva dei dati.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BF05B32-F43C-4B75-7A55-F49585A504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it-IT"/>
              <a:t>Adattare i trattamenti in base alla genetica e alle preferenze del paziente.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D32EE43D-AB90-5E17-C198-8C6733D000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t-IT"/>
              <a:t>Integrazione massiccia dell'IA nei processi sanitari per migliorarne l'efficienza.</a:t>
            </a:r>
          </a:p>
        </p:txBody>
      </p:sp>
    </p:spTree>
    <p:extLst>
      <p:ext uri="{BB962C8B-B14F-4D97-AF65-F5344CB8AC3E}">
        <p14:creationId xmlns:p14="http://schemas.microsoft.com/office/powerpoint/2010/main" val="33308615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ppt/theme/theme2.xml><?xml version="1.0" encoding="utf-8"?>
<a:theme xmlns:a="http://schemas.openxmlformats.org/drawingml/2006/main" name="1_Office Theme">
  <a:themeElements>
    <a:clrScheme name="Custom 3">
      <a:dk1>
        <a:srgbClr val="000000"/>
      </a:dk1>
      <a:lt1>
        <a:srgbClr val="FFFFFF"/>
      </a:lt1>
      <a:dk2>
        <a:srgbClr val="718DB2"/>
      </a:dk2>
      <a:lt2>
        <a:srgbClr val="FEFFFF"/>
      </a:lt2>
      <a:accent1>
        <a:srgbClr val="5E5E5E"/>
      </a:accent1>
      <a:accent2>
        <a:srgbClr val="E7E6E6"/>
      </a:accent2>
      <a:accent3>
        <a:srgbClr val="D7CDC8"/>
      </a:accent3>
      <a:accent4>
        <a:srgbClr val="AFA5A0"/>
      </a:accent4>
      <a:accent5>
        <a:srgbClr val="918787"/>
      </a:accent5>
      <a:accent6>
        <a:srgbClr val="556969"/>
      </a:accent6>
      <a:hlink>
        <a:srgbClr val="3758C1"/>
      </a:hlink>
      <a:folHlink>
        <a:srgbClr val="00539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Titoli diapositive</vt:lpstr>
      </vt:variant>
      <vt:variant>
        <vt:i4>7</vt:i4>
      </vt:variant>
    </vt:vector>
  </HeadingPairs>
  <TitlesOfParts>
    <vt:vector size="9" baseType="lpstr">
      <vt:lpstr>Parallax</vt:lpstr>
      <vt:lpstr>1_Office Theme</vt:lpstr>
      <vt:lpstr>Intelligenza Artificiale in Sanità</vt:lpstr>
      <vt:lpstr>Applicazioni dell'Intelligenza Artificiale</vt:lpstr>
      <vt:lpstr>Vantaggi dell'IA in Sanità</vt:lpstr>
      <vt:lpstr>Sfide e Limitazioni</vt:lpstr>
      <vt:lpstr>Impatto sull'Assistenza Sanitaria</vt:lpstr>
      <vt:lpstr>Regolamentazione e Privacy</vt:lpstr>
      <vt:lpstr>Il Futuro dell'Intelligenza Artificiale in Sanità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/>
  <cp:lastModifiedBy/>
  <cp:revision>37</cp:revision>
  <dcterms:created xsi:type="dcterms:W3CDTF">2024-04-15T11:10:14Z</dcterms:created>
  <dcterms:modified xsi:type="dcterms:W3CDTF">2024-11-29T13:40:22Z</dcterms:modified>
</cp:coreProperties>
</file>