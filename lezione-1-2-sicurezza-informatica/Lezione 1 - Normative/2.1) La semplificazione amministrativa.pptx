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338" r:id="rId2"/>
    <p:sldId id="317" r:id="rId3"/>
    <p:sldId id="321" r:id="rId4"/>
    <p:sldId id="332" r:id="rId5"/>
    <p:sldId id="333" r:id="rId6"/>
    <p:sldId id="322" r:id="rId7"/>
    <p:sldId id="324" r:id="rId8"/>
    <p:sldId id="325" r:id="rId9"/>
    <p:sldId id="326" r:id="rId10"/>
    <p:sldId id="334" r:id="rId11"/>
    <p:sldId id="336" r:id="rId12"/>
    <p:sldId id="337" r:id="rId1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298"/>
    <a:srgbClr val="0077C8"/>
    <a:srgbClr val="003A70"/>
    <a:srgbClr val="FFC72C"/>
    <a:srgbClr val="00B2A9"/>
    <a:srgbClr val="7725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Stile 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Stile scuro 2 - Colore 1/Color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Stile chiaro 2 - Colore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Stile medio 3 - Colore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853" autoAdjust="0"/>
    <p:restoredTop sz="95865"/>
  </p:normalViewPr>
  <p:slideViewPr>
    <p:cSldViewPr snapToGrid="0" snapToObjects="1" showGuides="1">
      <p:cViewPr>
        <p:scale>
          <a:sx n="60" d="100"/>
          <a:sy n="60" d="100"/>
        </p:scale>
        <p:origin x="-2016" y="-576"/>
      </p:cViewPr>
      <p:guideLst>
        <p:guide orient="horz" pos="2160"/>
        <p:guide pos="3840"/>
      </p:guideLst>
    </p:cSldViewPr>
  </p:slideViewPr>
  <p:outlineViewPr>
    <p:cViewPr>
      <p:scale>
        <a:sx n="33" d="100"/>
        <a:sy n="33" d="100"/>
      </p:scale>
      <p:origin x="0" y="-7424"/>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3E04FC-0E64-1840-9C6A-42B85D5EA1CD}" type="datetimeFigureOut">
              <a:rPr lang="it-IT" smtClean="0"/>
              <a:t>16/11/2024</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it-IT"/>
              <a:t>Modifica gli stili del testo dello schema
Secondo livello
Terzo livello
Quarto livello
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3C4299-DFA9-814B-AD28-ECDE1FA0A815}" type="slidenum">
              <a:rPr lang="it-IT" smtClean="0"/>
              <a:t>‹N›</a:t>
            </a:fld>
            <a:endParaRPr lang="it-IT"/>
          </a:p>
        </p:txBody>
      </p:sp>
    </p:spTree>
    <p:extLst>
      <p:ext uri="{BB962C8B-B14F-4D97-AF65-F5344CB8AC3E}">
        <p14:creationId xmlns:p14="http://schemas.microsoft.com/office/powerpoint/2010/main" val="188186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t-IT" sz="1200" dirty="0" smtClean="0"/>
              <a:t>Dagli anni ’80 del secolo scorso, ovvero da quando i computer hanno iniziato a compiere operazioni che sino a non molto tempo prima richiedevano l’acquisto di molte, costose e differenti, apparecchiature specializzate, le industrie prima e le pubbliche amministrazioni successivamente hanno iniziato processi di automazione e riorganizzazione trasformando radicalmente il lavoro, fino ad allora prevalentemente manuale. Erano i primi approcci alla trasformazione digitale, il processo attraverso il quale l'uso della tecnologia migliora radicalmente le prestazioni di un'organizzazione.</a:t>
            </a:r>
          </a:p>
          <a:p>
            <a:endParaRPr lang="it-IT" dirty="0"/>
          </a:p>
        </p:txBody>
      </p:sp>
      <p:sp>
        <p:nvSpPr>
          <p:cNvPr id="4" name="Segnaposto numero diapositiva 3"/>
          <p:cNvSpPr>
            <a:spLocks noGrp="1"/>
          </p:cNvSpPr>
          <p:nvPr>
            <p:ph type="sldNum" sz="quarter" idx="10"/>
          </p:nvPr>
        </p:nvSpPr>
        <p:spPr/>
        <p:txBody>
          <a:bodyPr/>
          <a:lstStyle/>
          <a:p>
            <a:fld id="{B73C4299-DFA9-814B-AD28-ECDE1FA0A815}" type="slidenum">
              <a:rPr lang="it-IT" smtClean="0"/>
              <a:t>2</a:t>
            </a:fld>
            <a:endParaRPr lang="it-IT"/>
          </a:p>
        </p:txBody>
      </p:sp>
    </p:spTree>
    <p:extLst>
      <p:ext uri="{BB962C8B-B14F-4D97-AF65-F5344CB8AC3E}">
        <p14:creationId xmlns:p14="http://schemas.microsoft.com/office/powerpoint/2010/main" val="2550375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just">
              <a:spcAft>
                <a:spcPts val="1200"/>
              </a:spcAft>
            </a:pPr>
            <a:r>
              <a:rPr lang="it-IT" sz="1200" dirty="0" smtClean="0"/>
              <a:t>Ma la trasformazione digitale è un processo articolato nel quale non basta conoscere le tecnologie, ma dove è fondamentale avere una chiara strategia digitale per poter plasmare il futuro di un’organizzazione </a:t>
            </a:r>
            <a:r>
              <a:rPr lang="it-IT" sz="1200" b="1" dirty="0" smtClean="0"/>
              <a:t>reinventando e semplificando uno o più aspetti di un'organizzazione</a:t>
            </a:r>
            <a:r>
              <a:rPr lang="it-IT" sz="1200" dirty="0" smtClean="0"/>
              <a:t>.</a:t>
            </a:r>
          </a:p>
          <a:p>
            <a:pPr algn="just"/>
            <a:r>
              <a:rPr lang="it-IT" sz="1200" dirty="0" smtClean="0"/>
              <a:t>Oggi, dopo oltre quarant’anni, le tecnologie hanno avuto evoluzioni inimmaginabili modificando i modelli di lavoro, migliorando i processi, eliminando molti lavori ma allo stesso tempo creandone di nuovi, tuttavia, mentre fino alla metà degli anni ’90 del secolo scorso le pubbliche amministrazioni hanno avuto una funzione trainante, negli ultimi 25 anni è successo poco sul fronte della semplificazione reale.</a:t>
            </a:r>
          </a:p>
        </p:txBody>
      </p:sp>
      <p:sp>
        <p:nvSpPr>
          <p:cNvPr id="4" name="Segnaposto numero diapositiva 3"/>
          <p:cNvSpPr>
            <a:spLocks noGrp="1"/>
          </p:cNvSpPr>
          <p:nvPr>
            <p:ph type="sldNum" sz="quarter" idx="10"/>
          </p:nvPr>
        </p:nvSpPr>
        <p:spPr/>
        <p:txBody>
          <a:bodyPr/>
          <a:lstStyle/>
          <a:p>
            <a:fld id="{B73C4299-DFA9-814B-AD28-ECDE1FA0A815}" type="slidenum">
              <a:rPr lang="it-IT" smtClean="0"/>
              <a:t>3</a:t>
            </a:fld>
            <a:endParaRPr lang="it-IT"/>
          </a:p>
        </p:txBody>
      </p:sp>
    </p:spTree>
    <p:extLst>
      <p:ext uri="{BB962C8B-B14F-4D97-AF65-F5344CB8AC3E}">
        <p14:creationId xmlns:p14="http://schemas.microsoft.com/office/powerpoint/2010/main" val="1688098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t-IT" sz="1200" dirty="0" smtClean="0"/>
              <a:t>Con questi requisiti si poteva (CAD 2005-2015-2021) e si può ancora transitare verso l’amministrazione digitale con risparmi a livello nazionale (</a:t>
            </a:r>
            <a:r>
              <a:rPr lang="it-IT" sz="1200" i="1" dirty="0" smtClean="0">
                <a:solidFill>
                  <a:srgbClr val="FF0000"/>
                </a:solidFill>
              </a:rPr>
              <a:t>per ridondanza di dati, di procedure, processi, di istanze, di documentazione allegata, per tempo dedicato alla burocrazia da parte di cittadini e imprese, per uso limitato di carta, per conservazione dei dati in modalità digitale in sostituzione di archivi fisici costosi ed inutili perché non funzionali, ecc.</a:t>
            </a:r>
            <a:r>
              <a:rPr lang="it-IT" sz="1200" dirty="0" smtClean="0"/>
              <a:t>) pari a 20 miliardi di euro/anno </a:t>
            </a:r>
            <a:r>
              <a:rPr lang="it-IT" sz="800" dirty="0" smtClean="0"/>
              <a:t>(dato Confindustria).</a:t>
            </a:r>
          </a:p>
        </p:txBody>
      </p:sp>
      <p:sp>
        <p:nvSpPr>
          <p:cNvPr id="4" name="Segnaposto numero diapositiva 3"/>
          <p:cNvSpPr>
            <a:spLocks noGrp="1"/>
          </p:cNvSpPr>
          <p:nvPr>
            <p:ph type="sldNum" sz="quarter" idx="10"/>
          </p:nvPr>
        </p:nvSpPr>
        <p:spPr/>
        <p:txBody>
          <a:bodyPr/>
          <a:lstStyle/>
          <a:p>
            <a:fld id="{B73C4299-DFA9-814B-AD28-ECDE1FA0A815}" type="slidenum">
              <a:rPr lang="it-IT" smtClean="0"/>
              <a:t>6</a:t>
            </a:fld>
            <a:endParaRPr lang="it-IT"/>
          </a:p>
        </p:txBody>
      </p:sp>
    </p:spTree>
    <p:extLst>
      <p:ext uri="{BB962C8B-B14F-4D97-AF65-F5344CB8AC3E}">
        <p14:creationId xmlns:p14="http://schemas.microsoft.com/office/powerpoint/2010/main" val="1433177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200" dirty="0" smtClean="0"/>
              <a:t>Queste basi dati fondamentali si declinano poi in ulteriori banche dati utili per servizi specifici (es. sanità, protezione civile, immigrazione, censimento dei ponti o delle zone a rischio), ma tutte queste basi dati sono utili se interconnesse ed al servizio di tutte le Amministrazioni che devono utilizzare questi dati. </a:t>
            </a:r>
          </a:p>
          <a:p>
            <a:r>
              <a:rPr lang="it-IT" sz="1200" dirty="0" smtClean="0"/>
              <a:t>In assenza di una reale cabina di regia permanente tra il Ministro dell’Innovazione e gli altri Ministri è difficile garantire una strategia partecipata che porti a norme condivise, chiare, semplici che fungano da linea guida per tutti. </a:t>
            </a:r>
          </a:p>
          <a:p>
            <a:endParaRPr lang="it-IT" dirty="0"/>
          </a:p>
        </p:txBody>
      </p:sp>
      <p:sp>
        <p:nvSpPr>
          <p:cNvPr id="4" name="Segnaposto numero diapositiva 3"/>
          <p:cNvSpPr>
            <a:spLocks noGrp="1"/>
          </p:cNvSpPr>
          <p:nvPr>
            <p:ph type="sldNum" sz="quarter" idx="10"/>
          </p:nvPr>
        </p:nvSpPr>
        <p:spPr/>
        <p:txBody>
          <a:bodyPr/>
          <a:lstStyle/>
          <a:p>
            <a:fld id="{B73C4299-DFA9-814B-AD28-ECDE1FA0A815}" type="slidenum">
              <a:rPr lang="it-IT" smtClean="0"/>
              <a:t>10</a:t>
            </a:fld>
            <a:endParaRPr lang="it-IT"/>
          </a:p>
        </p:txBody>
      </p:sp>
    </p:spTree>
    <p:extLst>
      <p:ext uri="{BB962C8B-B14F-4D97-AF65-F5344CB8AC3E}">
        <p14:creationId xmlns:p14="http://schemas.microsoft.com/office/powerpoint/2010/main" val="42077934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pertina testo - Bianca">
    <p:spTree>
      <p:nvGrpSpPr>
        <p:cNvPr id="1" name=""/>
        <p:cNvGrpSpPr/>
        <p:nvPr/>
      </p:nvGrpSpPr>
      <p:grpSpPr>
        <a:xfrm>
          <a:off x="0" y="0"/>
          <a:ext cx="0" cy="0"/>
          <a:chOff x="0" y="0"/>
          <a:chExt cx="0" cy="0"/>
        </a:xfrm>
      </p:grpSpPr>
      <p:sp>
        <p:nvSpPr>
          <p:cNvPr id="2" name="Titolo 1">
            <a:extLst>
              <a:ext uri="{FF2B5EF4-FFF2-40B4-BE49-F238E27FC236}">
                <a16:creationId xmlns="" xmlns:a16="http://schemas.microsoft.com/office/drawing/2014/main" id="{53BB0A04-BBE7-D343-BF4A-4CC426B845C4}"/>
              </a:ext>
            </a:extLst>
          </p:cNvPr>
          <p:cNvSpPr>
            <a:spLocks noGrp="1"/>
          </p:cNvSpPr>
          <p:nvPr>
            <p:ph type="ctrTitle"/>
          </p:nvPr>
        </p:nvSpPr>
        <p:spPr>
          <a:xfrm>
            <a:off x="506353" y="1966782"/>
            <a:ext cx="11189995" cy="547200"/>
          </a:xfrm>
        </p:spPr>
        <p:txBody>
          <a:bodyPr lIns="0" tIns="0" rIns="0" bIns="0" anchor="t" anchorCtr="0">
            <a:spAutoFit/>
          </a:bodyPr>
          <a:lstStyle>
            <a:lvl1pPr algn="l">
              <a:defRPr sz="3800" b="1" i="0">
                <a:solidFill>
                  <a:srgbClr val="003A70"/>
                </a:solidFill>
                <a:latin typeface="Luiss Sans" pitchFamily="2" charset="0"/>
              </a:defRPr>
            </a:lvl1pPr>
          </a:lstStyle>
          <a:p>
            <a:r>
              <a:rPr lang="it-IT" dirty="0"/>
              <a:t>Fare clic per modificare lo stile del titolo dello schema</a:t>
            </a:r>
          </a:p>
        </p:txBody>
      </p:sp>
      <p:sp>
        <p:nvSpPr>
          <p:cNvPr id="3" name="Sottotitolo 2">
            <a:extLst>
              <a:ext uri="{FF2B5EF4-FFF2-40B4-BE49-F238E27FC236}">
                <a16:creationId xmlns="" xmlns:a16="http://schemas.microsoft.com/office/drawing/2014/main" id="{E0679AF4-40BB-0349-820B-505BF6BB121D}"/>
              </a:ext>
            </a:extLst>
          </p:cNvPr>
          <p:cNvSpPr>
            <a:spLocks noGrp="1"/>
          </p:cNvSpPr>
          <p:nvPr>
            <p:ph type="subTitle" idx="1"/>
          </p:nvPr>
        </p:nvSpPr>
        <p:spPr>
          <a:xfrm>
            <a:off x="498261" y="2537649"/>
            <a:ext cx="11189994" cy="619850"/>
          </a:xfrm>
        </p:spPr>
        <p:txBody>
          <a:bodyPr lIns="0" tIns="0" rIns="0" bIns="0" anchor="t">
            <a:spAutoFit/>
          </a:bodyPr>
          <a:lstStyle>
            <a:lvl1pPr marL="0" indent="0" algn="l">
              <a:buNone/>
              <a:defRPr sz="3800">
                <a:solidFill>
                  <a:srgbClr val="003A70"/>
                </a:solidFill>
                <a:latin typeface="Luiss Sans"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Fare clic per modificare lo stile del sottotitolo dello schema</a:t>
            </a:r>
          </a:p>
        </p:txBody>
      </p:sp>
      <p:sp>
        <p:nvSpPr>
          <p:cNvPr id="4" name="Segnaposto data 3">
            <a:extLst>
              <a:ext uri="{FF2B5EF4-FFF2-40B4-BE49-F238E27FC236}">
                <a16:creationId xmlns="" xmlns:a16="http://schemas.microsoft.com/office/drawing/2014/main" id="{B71A5510-EE32-3446-8828-82083C2039E6}"/>
              </a:ext>
            </a:extLst>
          </p:cNvPr>
          <p:cNvSpPr>
            <a:spLocks noGrp="1"/>
          </p:cNvSpPr>
          <p:nvPr>
            <p:ph type="dt" sz="half" idx="10"/>
          </p:nvPr>
        </p:nvSpPr>
        <p:spPr>
          <a:xfrm>
            <a:off x="522271" y="4186002"/>
            <a:ext cx="5565913" cy="547200"/>
          </a:xfrm>
          <a:prstGeom prst="rect">
            <a:avLst/>
          </a:prstGeom>
        </p:spPr>
        <p:txBody>
          <a:bodyPr lIns="0" tIns="0" rIns="0" bIns="0" anchor="b"/>
          <a:lstStyle>
            <a:lvl1pPr algn="l">
              <a:defRPr sz="2200" b="1" i="0">
                <a:solidFill>
                  <a:srgbClr val="003A70"/>
                </a:solidFill>
                <a:latin typeface="Luiss Sans" pitchFamily="2" charset="0"/>
              </a:defRPr>
            </a:lvl1pPr>
          </a:lstStyle>
          <a:p>
            <a:endParaRPr lang="it-IT" dirty="0"/>
          </a:p>
        </p:txBody>
      </p:sp>
      <p:pic>
        <p:nvPicPr>
          <p:cNvPr id="33" name="Immagine 32">
            <a:extLst>
              <a:ext uri="{FF2B5EF4-FFF2-40B4-BE49-F238E27FC236}">
                <a16:creationId xmlns="" xmlns:a16="http://schemas.microsoft.com/office/drawing/2014/main" id="{5A46FEDB-F263-2844-BBB8-16B9F5DF9874}"/>
              </a:ext>
            </a:extLst>
          </p:cNvPr>
          <p:cNvPicPr>
            <a:picLocks noChangeAspect="1"/>
          </p:cNvPicPr>
          <p:nvPr userDrawn="1"/>
        </p:nvPicPr>
        <p:blipFill>
          <a:blip r:embed="rId2"/>
          <a:stretch>
            <a:fillRect/>
          </a:stretch>
        </p:blipFill>
        <p:spPr>
          <a:xfrm>
            <a:off x="530086" y="564745"/>
            <a:ext cx="1229574" cy="956079"/>
          </a:xfrm>
          <a:prstGeom prst="rect">
            <a:avLst/>
          </a:prstGeom>
        </p:spPr>
      </p:pic>
      <p:sp>
        <p:nvSpPr>
          <p:cNvPr id="15" name="Rettangolo 14">
            <a:extLst>
              <a:ext uri="{FF2B5EF4-FFF2-40B4-BE49-F238E27FC236}">
                <a16:creationId xmlns="" xmlns:a16="http://schemas.microsoft.com/office/drawing/2014/main" id="{CEAB5DDE-506B-7848-A9CE-C5555942F1E7}"/>
              </a:ext>
            </a:extLst>
          </p:cNvPr>
          <p:cNvSpPr/>
          <p:nvPr userDrawn="1"/>
        </p:nvSpPr>
        <p:spPr>
          <a:xfrm>
            <a:off x="0" y="5761705"/>
            <a:ext cx="12192000" cy="1096295"/>
          </a:xfrm>
          <a:prstGeom prst="rect">
            <a:avLst/>
          </a:prstGeom>
          <a:blipFill>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2" name="Immagine 11">
            <a:extLst>
              <a:ext uri="{FF2B5EF4-FFF2-40B4-BE49-F238E27FC236}">
                <a16:creationId xmlns="" xmlns:a16="http://schemas.microsoft.com/office/drawing/2014/main" id="{95591AB0-86CE-0043-B652-416AF670DC5E}"/>
              </a:ext>
            </a:extLst>
          </p:cNvPr>
          <p:cNvPicPr>
            <a:picLocks noChangeAspect="1"/>
          </p:cNvPicPr>
          <p:nvPr userDrawn="1"/>
        </p:nvPicPr>
        <p:blipFill>
          <a:blip r:embed="rId4"/>
          <a:stretch>
            <a:fillRect/>
          </a:stretch>
        </p:blipFill>
        <p:spPr>
          <a:xfrm>
            <a:off x="10149502" y="354330"/>
            <a:ext cx="1742932" cy="1374812"/>
          </a:xfrm>
          <a:prstGeom prst="rect">
            <a:avLst/>
          </a:prstGeom>
        </p:spPr>
      </p:pic>
    </p:spTree>
    <p:extLst>
      <p:ext uri="{BB962C8B-B14F-4D97-AF65-F5344CB8AC3E}">
        <p14:creationId xmlns:p14="http://schemas.microsoft.com/office/powerpoint/2010/main" val="2608855792"/>
      </p:ext>
    </p:extLst>
  </p:cSld>
  <p:clrMapOvr>
    <a:masterClrMapping/>
  </p:clrMapOvr>
  <p:extLst mod="1">
    <p:ext uri="{DCECCB84-F9BA-43D5-87BE-67443E8EF086}">
      <p15:sldGuideLst xmlns="" xmlns:p15="http://schemas.microsoft.com/office/powerpoint/2012/main">
        <p15:guide id="1" orient="horz" pos="2160" userDrawn="1">
          <p15:clr>
            <a:srgbClr val="FBAE40"/>
          </p15:clr>
        </p15:guide>
        <p15:guide id="2" pos="3840" userDrawn="1">
          <p15:clr>
            <a:srgbClr val="FBAE40"/>
          </p15:clr>
        </p15:guide>
        <p15:guide id="3" orient="horz" pos="3864" userDrawn="1">
          <p15:clr>
            <a:srgbClr val="FBAE40"/>
          </p15:clr>
        </p15:guide>
        <p15:guide id="5" orient="horz" pos="3517" userDrawn="1">
          <p15:clr>
            <a:srgbClr val="FBAE40"/>
          </p15:clr>
        </p15:guide>
        <p15:guide id="7" orient="horz" pos="2742" userDrawn="1">
          <p15:clr>
            <a:srgbClr val="FBAE40"/>
          </p15:clr>
        </p15:guide>
        <p15:guide id="8" orient="horz" pos="1091" userDrawn="1">
          <p15:clr>
            <a:srgbClr val="FBAE40"/>
          </p15:clr>
        </p15:guide>
        <p15:guide id="10" pos="5011" userDrawn="1">
          <p15:clr>
            <a:srgbClr val="FBAE40"/>
          </p15:clr>
        </p15:guide>
        <p15:guide id="11" pos="467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ertina testo - Blu">
    <p:bg>
      <p:bgPr>
        <a:solidFill>
          <a:srgbClr val="003A70"/>
        </a:solidFill>
        <a:effectLst/>
      </p:bgPr>
    </p:bg>
    <p:spTree>
      <p:nvGrpSpPr>
        <p:cNvPr id="1" name=""/>
        <p:cNvGrpSpPr/>
        <p:nvPr/>
      </p:nvGrpSpPr>
      <p:grpSpPr>
        <a:xfrm>
          <a:off x="0" y="0"/>
          <a:ext cx="0" cy="0"/>
          <a:chOff x="0" y="0"/>
          <a:chExt cx="0" cy="0"/>
        </a:xfrm>
      </p:grpSpPr>
      <p:grpSp>
        <p:nvGrpSpPr>
          <p:cNvPr id="81" name="Gruppo 80">
            <a:extLst>
              <a:ext uri="{FF2B5EF4-FFF2-40B4-BE49-F238E27FC236}">
                <a16:creationId xmlns="" xmlns:a16="http://schemas.microsoft.com/office/drawing/2014/main" id="{A4C5C7EC-083B-CD48-A862-19F4ED944048}"/>
              </a:ext>
            </a:extLst>
          </p:cNvPr>
          <p:cNvGrpSpPr/>
          <p:nvPr userDrawn="1"/>
        </p:nvGrpSpPr>
        <p:grpSpPr>
          <a:xfrm>
            <a:off x="1060174" y="6138000"/>
            <a:ext cx="10071652" cy="720000"/>
            <a:chOff x="1060174" y="6138000"/>
            <a:chExt cx="10071652" cy="720000"/>
          </a:xfrm>
          <a:solidFill>
            <a:srgbClr val="003A70"/>
          </a:solidFill>
        </p:grpSpPr>
        <p:sp>
          <p:nvSpPr>
            <p:cNvPr id="56" name="Rettangolo 55">
              <a:extLst>
                <a:ext uri="{FF2B5EF4-FFF2-40B4-BE49-F238E27FC236}">
                  <a16:creationId xmlns="" xmlns:a16="http://schemas.microsoft.com/office/drawing/2014/main" id="{0C028009-61B6-504A-86BF-75FC39DE243E}"/>
                </a:ext>
              </a:extLst>
            </p:cNvPr>
            <p:cNvSpPr/>
            <p:nvPr userDrawn="1"/>
          </p:nvSpPr>
          <p:spPr>
            <a:xfrm>
              <a:off x="1060174"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8" name="Rettangolo 57">
              <a:extLst>
                <a:ext uri="{FF2B5EF4-FFF2-40B4-BE49-F238E27FC236}">
                  <a16:creationId xmlns="" xmlns:a16="http://schemas.microsoft.com/office/drawing/2014/main" id="{359FF146-AD7A-8345-996B-F028DF33A537}"/>
                </a:ext>
              </a:extLst>
            </p:cNvPr>
            <p:cNvSpPr/>
            <p:nvPr userDrawn="1"/>
          </p:nvSpPr>
          <p:spPr>
            <a:xfrm>
              <a:off x="2120348"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0" name="Rettangolo 59">
              <a:extLst>
                <a:ext uri="{FF2B5EF4-FFF2-40B4-BE49-F238E27FC236}">
                  <a16:creationId xmlns="" xmlns:a16="http://schemas.microsoft.com/office/drawing/2014/main" id="{C3BE867D-189E-E140-90A2-9C373B76323D}"/>
                </a:ext>
              </a:extLst>
            </p:cNvPr>
            <p:cNvSpPr/>
            <p:nvPr userDrawn="1"/>
          </p:nvSpPr>
          <p:spPr>
            <a:xfrm>
              <a:off x="3180522"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2" name="Rettangolo 61">
              <a:extLst>
                <a:ext uri="{FF2B5EF4-FFF2-40B4-BE49-F238E27FC236}">
                  <a16:creationId xmlns="" xmlns:a16="http://schemas.microsoft.com/office/drawing/2014/main" id="{B3968CAB-E9C9-C448-BAED-1164B67B83D6}"/>
                </a:ext>
              </a:extLst>
            </p:cNvPr>
            <p:cNvSpPr/>
            <p:nvPr userDrawn="1"/>
          </p:nvSpPr>
          <p:spPr>
            <a:xfrm>
              <a:off x="4240696"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4" name="Rettangolo 63">
              <a:extLst>
                <a:ext uri="{FF2B5EF4-FFF2-40B4-BE49-F238E27FC236}">
                  <a16:creationId xmlns="" xmlns:a16="http://schemas.microsoft.com/office/drawing/2014/main" id="{DD7E810C-6698-4141-AE4D-FED7B888FB8E}"/>
                </a:ext>
              </a:extLst>
            </p:cNvPr>
            <p:cNvSpPr/>
            <p:nvPr userDrawn="1"/>
          </p:nvSpPr>
          <p:spPr>
            <a:xfrm>
              <a:off x="5300870"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6" name="Rettangolo 65">
              <a:extLst>
                <a:ext uri="{FF2B5EF4-FFF2-40B4-BE49-F238E27FC236}">
                  <a16:creationId xmlns="" xmlns:a16="http://schemas.microsoft.com/office/drawing/2014/main" id="{9B0258DC-87FE-6E48-B377-3E2FDBC08326}"/>
                </a:ext>
              </a:extLst>
            </p:cNvPr>
            <p:cNvSpPr/>
            <p:nvPr userDrawn="1"/>
          </p:nvSpPr>
          <p:spPr>
            <a:xfrm>
              <a:off x="6361043"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8" name="Rettangolo 67">
              <a:extLst>
                <a:ext uri="{FF2B5EF4-FFF2-40B4-BE49-F238E27FC236}">
                  <a16:creationId xmlns="" xmlns:a16="http://schemas.microsoft.com/office/drawing/2014/main" id="{922BA846-4255-384A-97F0-52FD5A3C3965}"/>
                </a:ext>
              </a:extLst>
            </p:cNvPr>
            <p:cNvSpPr/>
            <p:nvPr userDrawn="1"/>
          </p:nvSpPr>
          <p:spPr>
            <a:xfrm>
              <a:off x="7421217"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0" name="Rettangolo 69">
              <a:extLst>
                <a:ext uri="{FF2B5EF4-FFF2-40B4-BE49-F238E27FC236}">
                  <a16:creationId xmlns="" xmlns:a16="http://schemas.microsoft.com/office/drawing/2014/main" id="{D2E5825D-0B98-D043-890F-554D5B9AF97E}"/>
                </a:ext>
              </a:extLst>
            </p:cNvPr>
            <p:cNvSpPr/>
            <p:nvPr userDrawn="1"/>
          </p:nvSpPr>
          <p:spPr>
            <a:xfrm>
              <a:off x="8481391"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2" name="Rettangolo 71">
              <a:extLst>
                <a:ext uri="{FF2B5EF4-FFF2-40B4-BE49-F238E27FC236}">
                  <a16:creationId xmlns="" xmlns:a16="http://schemas.microsoft.com/office/drawing/2014/main" id="{888D3338-3950-944B-84B7-796D95024907}"/>
                </a:ext>
              </a:extLst>
            </p:cNvPr>
            <p:cNvSpPr/>
            <p:nvPr userDrawn="1"/>
          </p:nvSpPr>
          <p:spPr>
            <a:xfrm>
              <a:off x="9541565"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4" name="Rettangolo 73">
              <a:extLst>
                <a:ext uri="{FF2B5EF4-FFF2-40B4-BE49-F238E27FC236}">
                  <a16:creationId xmlns="" xmlns:a16="http://schemas.microsoft.com/office/drawing/2014/main" id="{CE370570-6F3F-4D47-9CB5-970BC89BA15D}"/>
                </a:ext>
              </a:extLst>
            </p:cNvPr>
            <p:cNvSpPr/>
            <p:nvPr userDrawn="1"/>
          </p:nvSpPr>
          <p:spPr>
            <a:xfrm>
              <a:off x="10601739"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34" name="Titolo 1">
            <a:extLst>
              <a:ext uri="{FF2B5EF4-FFF2-40B4-BE49-F238E27FC236}">
                <a16:creationId xmlns="" xmlns:a16="http://schemas.microsoft.com/office/drawing/2014/main" id="{D8DEF125-2684-F549-A1D1-5B171756926A}"/>
              </a:ext>
            </a:extLst>
          </p:cNvPr>
          <p:cNvSpPr>
            <a:spLocks noGrp="1"/>
          </p:cNvSpPr>
          <p:nvPr>
            <p:ph type="ctrTitle"/>
          </p:nvPr>
        </p:nvSpPr>
        <p:spPr>
          <a:xfrm>
            <a:off x="506353" y="1966782"/>
            <a:ext cx="11189995" cy="547200"/>
          </a:xfrm>
        </p:spPr>
        <p:txBody>
          <a:bodyPr lIns="0" tIns="0" rIns="0" bIns="0" anchor="t" anchorCtr="0">
            <a:spAutoFit/>
          </a:bodyPr>
          <a:lstStyle>
            <a:lvl1pPr algn="l">
              <a:defRPr sz="3800" b="1" i="0">
                <a:solidFill>
                  <a:schemeClr val="bg1"/>
                </a:solidFill>
                <a:latin typeface="Luiss Sans" pitchFamily="2" charset="0"/>
              </a:defRPr>
            </a:lvl1pPr>
          </a:lstStyle>
          <a:p>
            <a:r>
              <a:rPr lang="it-IT" dirty="0"/>
              <a:t>Fare clic per modificare lo stile del titolo dello schema</a:t>
            </a:r>
          </a:p>
        </p:txBody>
      </p:sp>
      <p:sp>
        <p:nvSpPr>
          <p:cNvPr id="35" name="Sottotitolo 2">
            <a:extLst>
              <a:ext uri="{FF2B5EF4-FFF2-40B4-BE49-F238E27FC236}">
                <a16:creationId xmlns="" xmlns:a16="http://schemas.microsoft.com/office/drawing/2014/main" id="{3A2264A0-87FD-5146-8918-63226D4FBD42}"/>
              </a:ext>
            </a:extLst>
          </p:cNvPr>
          <p:cNvSpPr>
            <a:spLocks noGrp="1"/>
          </p:cNvSpPr>
          <p:nvPr>
            <p:ph type="subTitle" idx="1"/>
          </p:nvPr>
        </p:nvSpPr>
        <p:spPr>
          <a:xfrm>
            <a:off x="498261" y="2537649"/>
            <a:ext cx="11189994" cy="1254318"/>
          </a:xfrm>
        </p:spPr>
        <p:txBody>
          <a:bodyPr lIns="0" tIns="0" rIns="0" bIns="0" anchor="t">
            <a:spAutoFit/>
          </a:bodyPr>
          <a:lstStyle>
            <a:lvl1pPr marL="0" indent="0" algn="l">
              <a:buNone/>
              <a:defRPr sz="3800">
                <a:solidFill>
                  <a:schemeClr val="bg1"/>
                </a:solidFill>
                <a:latin typeface="Luiss Sans"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Fare clic per modificare lo stile del sottotitolo dello schema</a:t>
            </a:r>
          </a:p>
        </p:txBody>
      </p:sp>
      <p:sp>
        <p:nvSpPr>
          <p:cNvPr id="36" name="Segnaposto data 3">
            <a:extLst>
              <a:ext uri="{FF2B5EF4-FFF2-40B4-BE49-F238E27FC236}">
                <a16:creationId xmlns="" xmlns:a16="http://schemas.microsoft.com/office/drawing/2014/main" id="{720D5565-CDC8-9E4B-BB30-72E13B258D10}"/>
              </a:ext>
            </a:extLst>
          </p:cNvPr>
          <p:cNvSpPr>
            <a:spLocks noGrp="1"/>
          </p:cNvSpPr>
          <p:nvPr>
            <p:ph type="dt" sz="half" idx="10"/>
          </p:nvPr>
        </p:nvSpPr>
        <p:spPr>
          <a:xfrm>
            <a:off x="522271" y="4186002"/>
            <a:ext cx="5565913" cy="547200"/>
          </a:xfrm>
          <a:prstGeom prst="rect">
            <a:avLst/>
          </a:prstGeom>
        </p:spPr>
        <p:txBody>
          <a:bodyPr lIns="0" tIns="0" rIns="0" bIns="0" anchor="b"/>
          <a:lstStyle>
            <a:lvl1pPr algn="l">
              <a:defRPr sz="2200" b="1" i="0">
                <a:solidFill>
                  <a:schemeClr val="bg1"/>
                </a:solidFill>
                <a:latin typeface="Luiss Sans" pitchFamily="2" charset="0"/>
              </a:defRPr>
            </a:lvl1pPr>
          </a:lstStyle>
          <a:p>
            <a:endParaRPr lang="it-IT" dirty="0"/>
          </a:p>
        </p:txBody>
      </p:sp>
      <p:pic>
        <p:nvPicPr>
          <p:cNvPr id="37" name="Immagine 36">
            <a:extLst>
              <a:ext uri="{FF2B5EF4-FFF2-40B4-BE49-F238E27FC236}">
                <a16:creationId xmlns="" xmlns:a16="http://schemas.microsoft.com/office/drawing/2014/main" id="{9B6CC315-0E4A-A245-B067-31EAE6FB1723}"/>
              </a:ext>
            </a:extLst>
          </p:cNvPr>
          <p:cNvPicPr>
            <a:picLocks noChangeAspect="1"/>
          </p:cNvPicPr>
          <p:nvPr userDrawn="1"/>
        </p:nvPicPr>
        <p:blipFill>
          <a:blip r:embed="rId2"/>
          <a:stretch>
            <a:fillRect/>
          </a:stretch>
        </p:blipFill>
        <p:spPr>
          <a:xfrm>
            <a:off x="530087" y="564745"/>
            <a:ext cx="1229572" cy="956079"/>
          </a:xfrm>
          <a:prstGeom prst="rect">
            <a:avLst/>
          </a:prstGeom>
        </p:spPr>
      </p:pic>
      <p:sp>
        <p:nvSpPr>
          <p:cNvPr id="38" name="Rettangolo 37">
            <a:extLst>
              <a:ext uri="{FF2B5EF4-FFF2-40B4-BE49-F238E27FC236}">
                <a16:creationId xmlns="" xmlns:a16="http://schemas.microsoft.com/office/drawing/2014/main" id="{819DEF03-8588-8343-B63C-5547498DA624}"/>
              </a:ext>
            </a:extLst>
          </p:cNvPr>
          <p:cNvSpPr/>
          <p:nvPr userDrawn="1"/>
        </p:nvSpPr>
        <p:spPr>
          <a:xfrm>
            <a:off x="0" y="5761705"/>
            <a:ext cx="12192000" cy="1096295"/>
          </a:xfrm>
          <a:prstGeom prst="rect">
            <a:avLst/>
          </a:prstGeom>
          <a:blipFill>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9" name="Immagine 18">
            <a:extLst>
              <a:ext uri="{FF2B5EF4-FFF2-40B4-BE49-F238E27FC236}">
                <a16:creationId xmlns="" xmlns:a16="http://schemas.microsoft.com/office/drawing/2014/main" id="{C961A067-2E90-7F4C-B6E6-A42EDD6F0957}"/>
              </a:ext>
            </a:extLst>
          </p:cNvPr>
          <p:cNvPicPr>
            <a:picLocks noChangeAspect="1"/>
          </p:cNvPicPr>
          <p:nvPr userDrawn="1"/>
        </p:nvPicPr>
        <p:blipFill>
          <a:blip r:embed="rId4"/>
          <a:stretch>
            <a:fillRect/>
          </a:stretch>
        </p:blipFill>
        <p:spPr>
          <a:xfrm>
            <a:off x="10149502" y="354330"/>
            <a:ext cx="1742931" cy="1374812"/>
          </a:xfrm>
          <a:prstGeom prst="rect">
            <a:avLst/>
          </a:prstGeom>
        </p:spPr>
      </p:pic>
    </p:spTree>
    <p:extLst>
      <p:ext uri="{BB962C8B-B14F-4D97-AF65-F5344CB8AC3E}">
        <p14:creationId xmlns:p14="http://schemas.microsoft.com/office/powerpoint/2010/main" val="2433762922"/>
      </p:ext>
    </p:extLst>
  </p:cSld>
  <p:clrMapOvr>
    <a:masterClrMapping/>
  </p:clrMapOvr>
  <p:extLst mod="1">
    <p:ext uri="{DCECCB84-F9BA-43D5-87BE-67443E8EF086}">
      <p15:sldGuideLst xmlns="" xmlns:p15="http://schemas.microsoft.com/office/powerpoint/2012/main">
        <p15:guide id="1" orient="horz" pos="2160">
          <p15:clr>
            <a:srgbClr val="FBAE40"/>
          </p15:clr>
        </p15:guide>
        <p15:guide id="2" pos="3840">
          <p15:clr>
            <a:srgbClr val="FBAE40"/>
          </p15:clr>
        </p15:guide>
        <p15:guide id="3" orient="horz" pos="3864">
          <p15:clr>
            <a:srgbClr val="FBAE40"/>
          </p15:clr>
        </p15:guide>
        <p15:guide id="5" orient="horz" pos="3517">
          <p15:clr>
            <a:srgbClr val="FBAE40"/>
          </p15:clr>
        </p15:guide>
        <p15:guide id="7" orient="horz" pos="2742">
          <p15:clr>
            <a:srgbClr val="FBAE40"/>
          </p15:clr>
        </p15:guide>
        <p15:guide id="8" orient="horz" pos="1091">
          <p15:clr>
            <a:srgbClr val="FBAE40"/>
          </p15:clr>
        </p15:guide>
        <p15:guide id="10" pos="5011">
          <p15:clr>
            <a:srgbClr val="FBAE40"/>
          </p15:clr>
        </p15:guide>
        <p15:guide id="11" pos="467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pertina testo e foto - Bianco">
    <p:spTree>
      <p:nvGrpSpPr>
        <p:cNvPr id="1" name=""/>
        <p:cNvGrpSpPr/>
        <p:nvPr/>
      </p:nvGrpSpPr>
      <p:grpSpPr>
        <a:xfrm>
          <a:off x="0" y="0"/>
          <a:ext cx="0" cy="0"/>
          <a:chOff x="0" y="0"/>
          <a:chExt cx="0" cy="0"/>
        </a:xfrm>
      </p:grpSpPr>
      <p:sp>
        <p:nvSpPr>
          <p:cNvPr id="33" name="Titolo 1">
            <a:extLst>
              <a:ext uri="{FF2B5EF4-FFF2-40B4-BE49-F238E27FC236}">
                <a16:creationId xmlns="" xmlns:a16="http://schemas.microsoft.com/office/drawing/2014/main" id="{C3CB6212-0FA8-E546-AAB7-4EC62EC97232}"/>
              </a:ext>
            </a:extLst>
          </p:cNvPr>
          <p:cNvSpPr>
            <a:spLocks noGrp="1"/>
          </p:cNvSpPr>
          <p:nvPr>
            <p:ph type="ctrTitle"/>
          </p:nvPr>
        </p:nvSpPr>
        <p:spPr>
          <a:xfrm>
            <a:off x="506353" y="1966782"/>
            <a:ext cx="6921715" cy="1052596"/>
          </a:xfrm>
        </p:spPr>
        <p:txBody>
          <a:bodyPr wrap="square" lIns="0" tIns="0" rIns="0" bIns="0" anchor="t" anchorCtr="0">
            <a:spAutoFit/>
          </a:bodyPr>
          <a:lstStyle>
            <a:lvl1pPr algn="l">
              <a:defRPr sz="3800" b="1" i="0">
                <a:solidFill>
                  <a:srgbClr val="003A70"/>
                </a:solidFill>
                <a:latin typeface="Luiss Sans" pitchFamily="2" charset="0"/>
              </a:defRPr>
            </a:lvl1pPr>
          </a:lstStyle>
          <a:p>
            <a:r>
              <a:rPr lang="it-IT" dirty="0"/>
              <a:t>Fare clic per modificare lo stile del titolo dello schema</a:t>
            </a:r>
          </a:p>
        </p:txBody>
      </p:sp>
      <p:sp>
        <p:nvSpPr>
          <p:cNvPr id="35" name="Sottotitolo 2">
            <a:extLst>
              <a:ext uri="{FF2B5EF4-FFF2-40B4-BE49-F238E27FC236}">
                <a16:creationId xmlns="" xmlns:a16="http://schemas.microsoft.com/office/drawing/2014/main" id="{75506104-2F64-7543-8B4D-8D2B0EF97A45}"/>
              </a:ext>
            </a:extLst>
          </p:cNvPr>
          <p:cNvSpPr>
            <a:spLocks noGrp="1"/>
          </p:cNvSpPr>
          <p:nvPr>
            <p:ph type="subTitle" idx="1"/>
          </p:nvPr>
        </p:nvSpPr>
        <p:spPr>
          <a:xfrm>
            <a:off x="498261" y="3189796"/>
            <a:ext cx="6921714" cy="1254318"/>
          </a:xfrm>
        </p:spPr>
        <p:txBody>
          <a:bodyPr wrap="square" lIns="0" tIns="0" rIns="0" bIns="0" anchor="t">
            <a:spAutoFit/>
          </a:bodyPr>
          <a:lstStyle>
            <a:lvl1pPr marL="0" indent="0" algn="l">
              <a:buNone/>
              <a:defRPr sz="3800">
                <a:solidFill>
                  <a:srgbClr val="003A70"/>
                </a:solidFill>
                <a:latin typeface="Luiss Sans"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Fare clic per modificare lo stile del sottotitolo dello schema</a:t>
            </a:r>
          </a:p>
        </p:txBody>
      </p:sp>
      <p:sp>
        <p:nvSpPr>
          <p:cNvPr id="37" name="Segnaposto data 3">
            <a:extLst>
              <a:ext uri="{FF2B5EF4-FFF2-40B4-BE49-F238E27FC236}">
                <a16:creationId xmlns="" xmlns:a16="http://schemas.microsoft.com/office/drawing/2014/main" id="{AA95D27A-1DA0-5244-87D8-AB0396104770}"/>
              </a:ext>
            </a:extLst>
          </p:cNvPr>
          <p:cNvSpPr>
            <a:spLocks noGrp="1"/>
          </p:cNvSpPr>
          <p:nvPr>
            <p:ph type="dt" sz="half" idx="10"/>
          </p:nvPr>
        </p:nvSpPr>
        <p:spPr>
          <a:xfrm>
            <a:off x="522271" y="4818211"/>
            <a:ext cx="5565913" cy="547200"/>
          </a:xfrm>
          <a:prstGeom prst="rect">
            <a:avLst/>
          </a:prstGeom>
        </p:spPr>
        <p:txBody>
          <a:bodyPr lIns="0" tIns="0" rIns="0" bIns="0" anchor="b"/>
          <a:lstStyle>
            <a:lvl1pPr algn="l">
              <a:defRPr sz="2200" b="1" i="0">
                <a:solidFill>
                  <a:srgbClr val="003A70"/>
                </a:solidFill>
                <a:latin typeface="Luiss Sans" pitchFamily="2" charset="0"/>
              </a:defRPr>
            </a:lvl1pPr>
          </a:lstStyle>
          <a:p>
            <a:endParaRPr lang="it-IT"/>
          </a:p>
        </p:txBody>
      </p:sp>
      <p:sp>
        <p:nvSpPr>
          <p:cNvPr id="43" name="Rettangolo 42">
            <a:extLst>
              <a:ext uri="{FF2B5EF4-FFF2-40B4-BE49-F238E27FC236}">
                <a16:creationId xmlns="" xmlns:a16="http://schemas.microsoft.com/office/drawing/2014/main" id="{F8974FFB-6795-F349-912D-D36F46904FD7}"/>
              </a:ext>
            </a:extLst>
          </p:cNvPr>
          <p:cNvSpPr/>
          <p:nvPr userDrawn="1"/>
        </p:nvSpPr>
        <p:spPr>
          <a:xfrm>
            <a:off x="0" y="6208295"/>
            <a:ext cx="12192000" cy="649705"/>
          </a:xfrm>
          <a:prstGeom prst="rect">
            <a:avLst/>
          </a:prstGeom>
          <a:blipFill>
            <a:blip r:embed="rId2"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4" name="Segnaposto immagine 5">
            <a:extLst>
              <a:ext uri="{FF2B5EF4-FFF2-40B4-BE49-F238E27FC236}">
                <a16:creationId xmlns="" xmlns:a16="http://schemas.microsoft.com/office/drawing/2014/main" id="{5C471894-EA22-2E44-B5B8-B1D3225A75EB}"/>
              </a:ext>
            </a:extLst>
          </p:cNvPr>
          <p:cNvSpPr>
            <a:spLocks noGrp="1"/>
          </p:cNvSpPr>
          <p:nvPr>
            <p:ph type="pic" sz="quarter" idx="13" hasCustomPrompt="1"/>
          </p:nvPr>
        </p:nvSpPr>
        <p:spPr>
          <a:xfrm>
            <a:off x="8365067" y="1949116"/>
            <a:ext cx="3278053" cy="3405806"/>
          </a:xfrm>
          <a:noFill/>
        </p:spPr>
        <p:txBody>
          <a:bodyPr>
            <a:normAutofit/>
          </a:bodyPr>
          <a:lstStyle>
            <a:lvl1pPr marL="0" indent="0">
              <a:buNone/>
              <a:defRPr sz="1500">
                <a:solidFill>
                  <a:schemeClr val="bg1">
                    <a:lumMod val="50000"/>
                  </a:schemeClr>
                </a:solidFill>
              </a:defRPr>
            </a:lvl1pPr>
          </a:lstStyle>
          <a:p>
            <a:r>
              <a:rPr lang="it-IT"/>
              <a:t>Immagine</a:t>
            </a:r>
          </a:p>
        </p:txBody>
      </p:sp>
      <p:pic>
        <p:nvPicPr>
          <p:cNvPr id="9" name="Immagine 8">
            <a:extLst>
              <a:ext uri="{FF2B5EF4-FFF2-40B4-BE49-F238E27FC236}">
                <a16:creationId xmlns="" xmlns:a16="http://schemas.microsoft.com/office/drawing/2014/main" id="{123A4B60-C2DB-3944-8C1E-0BE71BB67202}"/>
              </a:ext>
            </a:extLst>
          </p:cNvPr>
          <p:cNvPicPr>
            <a:picLocks noChangeAspect="1"/>
          </p:cNvPicPr>
          <p:nvPr userDrawn="1"/>
        </p:nvPicPr>
        <p:blipFill>
          <a:blip r:embed="rId3"/>
          <a:stretch>
            <a:fillRect/>
          </a:stretch>
        </p:blipFill>
        <p:spPr>
          <a:xfrm>
            <a:off x="530086" y="564745"/>
            <a:ext cx="1229574" cy="956079"/>
          </a:xfrm>
          <a:prstGeom prst="rect">
            <a:avLst/>
          </a:prstGeom>
        </p:spPr>
      </p:pic>
      <p:pic>
        <p:nvPicPr>
          <p:cNvPr id="10" name="Immagine 9">
            <a:extLst>
              <a:ext uri="{FF2B5EF4-FFF2-40B4-BE49-F238E27FC236}">
                <a16:creationId xmlns="" xmlns:a16="http://schemas.microsoft.com/office/drawing/2014/main" id="{232025E4-19F7-DD4D-81A3-2802B929425D}"/>
              </a:ext>
            </a:extLst>
          </p:cNvPr>
          <p:cNvPicPr>
            <a:picLocks noChangeAspect="1"/>
          </p:cNvPicPr>
          <p:nvPr userDrawn="1"/>
        </p:nvPicPr>
        <p:blipFill>
          <a:blip r:embed="rId4"/>
          <a:stretch>
            <a:fillRect/>
          </a:stretch>
        </p:blipFill>
        <p:spPr>
          <a:xfrm>
            <a:off x="10149502" y="354330"/>
            <a:ext cx="1742932" cy="1374812"/>
          </a:xfrm>
          <a:prstGeom prst="rect">
            <a:avLst/>
          </a:prstGeom>
        </p:spPr>
      </p:pic>
    </p:spTree>
    <p:extLst>
      <p:ext uri="{BB962C8B-B14F-4D97-AF65-F5344CB8AC3E}">
        <p14:creationId xmlns:p14="http://schemas.microsoft.com/office/powerpoint/2010/main" val="1161137180"/>
      </p:ext>
    </p:extLst>
  </p:cSld>
  <p:clrMapOvr>
    <a:masterClrMapping/>
  </p:clrMapOvr>
  <p:extLst mod="1">
    <p:ext uri="{DCECCB84-F9BA-43D5-87BE-67443E8EF086}">
      <p15:sldGuideLst xmlns="" xmlns:p15="http://schemas.microsoft.com/office/powerpoint/2012/main">
        <p15:guide id="1" orient="horz" pos="2160">
          <p15:clr>
            <a:srgbClr val="FBAE40"/>
          </p15:clr>
        </p15:guide>
        <p15:guide id="2" pos="3840">
          <p15:clr>
            <a:srgbClr val="FBAE40"/>
          </p15:clr>
        </p15:guide>
        <p15:guide id="3" orient="horz" pos="3864">
          <p15:clr>
            <a:srgbClr val="FBAE40"/>
          </p15:clr>
        </p15:guide>
        <p15:guide id="5" orient="horz" pos="3517">
          <p15:clr>
            <a:srgbClr val="FBAE40"/>
          </p15:clr>
        </p15:guide>
        <p15:guide id="7" orient="horz" pos="2742">
          <p15:clr>
            <a:srgbClr val="FBAE40"/>
          </p15:clr>
        </p15:guide>
        <p15:guide id="8" orient="horz" pos="1091">
          <p15:clr>
            <a:srgbClr val="FBAE40"/>
          </p15:clr>
        </p15:guide>
        <p15:guide id="9" pos="7680" userDrawn="1">
          <p15:clr>
            <a:srgbClr val="FBAE40"/>
          </p15:clr>
        </p15:guide>
        <p15:guide id="10" pos="5011">
          <p15:clr>
            <a:srgbClr val="FBAE40"/>
          </p15:clr>
        </p15:guide>
        <p15:guide id="11" pos="467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pertina testo e foto + partner - Bianco">
    <p:spTree>
      <p:nvGrpSpPr>
        <p:cNvPr id="1" name=""/>
        <p:cNvGrpSpPr/>
        <p:nvPr/>
      </p:nvGrpSpPr>
      <p:grpSpPr>
        <a:xfrm>
          <a:off x="0" y="0"/>
          <a:ext cx="0" cy="0"/>
          <a:chOff x="0" y="0"/>
          <a:chExt cx="0" cy="0"/>
        </a:xfrm>
      </p:grpSpPr>
      <p:sp>
        <p:nvSpPr>
          <p:cNvPr id="36" name="Segnaposto immagine 5">
            <a:extLst>
              <a:ext uri="{FF2B5EF4-FFF2-40B4-BE49-F238E27FC236}">
                <a16:creationId xmlns="" xmlns:a16="http://schemas.microsoft.com/office/drawing/2014/main" id="{5441D381-F275-1742-880C-884CF2AA04CC}"/>
              </a:ext>
            </a:extLst>
          </p:cNvPr>
          <p:cNvSpPr>
            <a:spLocks noGrp="1"/>
          </p:cNvSpPr>
          <p:nvPr>
            <p:ph type="pic" sz="quarter" idx="15" hasCustomPrompt="1"/>
          </p:nvPr>
        </p:nvSpPr>
        <p:spPr>
          <a:xfrm>
            <a:off x="5829852" y="4818211"/>
            <a:ext cx="1590123" cy="547200"/>
          </a:xfrm>
          <a:noFill/>
        </p:spPr>
        <p:txBody>
          <a:bodyPr lIns="36000" tIns="0" rIns="36000" bIns="0">
            <a:normAutofit/>
          </a:bodyPr>
          <a:lstStyle>
            <a:lvl1pPr marL="0" indent="0">
              <a:spcBef>
                <a:spcPts val="0"/>
              </a:spcBef>
              <a:buNone/>
              <a:defRPr sz="1500">
                <a:solidFill>
                  <a:schemeClr val="bg1">
                    <a:lumMod val="50000"/>
                  </a:schemeClr>
                </a:solidFill>
              </a:defRPr>
            </a:lvl1pPr>
          </a:lstStyle>
          <a:p>
            <a:r>
              <a:rPr lang="it-IT" dirty="0"/>
              <a:t>Eventuale</a:t>
            </a:r>
            <a:br>
              <a:rPr lang="it-IT" dirty="0"/>
            </a:br>
            <a:r>
              <a:rPr lang="it-IT" dirty="0"/>
              <a:t>Logo Partner</a:t>
            </a:r>
          </a:p>
        </p:txBody>
      </p:sp>
      <p:sp>
        <p:nvSpPr>
          <p:cNvPr id="40" name="Titolo 1">
            <a:extLst>
              <a:ext uri="{FF2B5EF4-FFF2-40B4-BE49-F238E27FC236}">
                <a16:creationId xmlns="" xmlns:a16="http://schemas.microsoft.com/office/drawing/2014/main" id="{45B1919E-737B-4949-A8CF-048430979B3C}"/>
              </a:ext>
            </a:extLst>
          </p:cNvPr>
          <p:cNvSpPr>
            <a:spLocks noGrp="1"/>
          </p:cNvSpPr>
          <p:nvPr>
            <p:ph type="ctrTitle"/>
          </p:nvPr>
        </p:nvSpPr>
        <p:spPr>
          <a:xfrm>
            <a:off x="506353" y="1966782"/>
            <a:ext cx="6921715" cy="1052596"/>
          </a:xfrm>
        </p:spPr>
        <p:txBody>
          <a:bodyPr wrap="square" lIns="0" tIns="0" rIns="0" bIns="0" anchor="t" anchorCtr="0">
            <a:spAutoFit/>
          </a:bodyPr>
          <a:lstStyle>
            <a:lvl1pPr algn="l">
              <a:defRPr sz="3800" b="1" i="0">
                <a:solidFill>
                  <a:srgbClr val="003A70"/>
                </a:solidFill>
                <a:latin typeface="Luiss Sans" pitchFamily="2" charset="0"/>
              </a:defRPr>
            </a:lvl1pPr>
          </a:lstStyle>
          <a:p>
            <a:r>
              <a:rPr lang="it-IT" dirty="0"/>
              <a:t>Fare clic per modificare lo stile del titolo dello schema</a:t>
            </a:r>
          </a:p>
        </p:txBody>
      </p:sp>
      <p:sp>
        <p:nvSpPr>
          <p:cNvPr id="41" name="Sottotitolo 2">
            <a:extLst>
              <a:ext uri="{FF2B5EF4-FFF2-40B4-BE49-F238E27FC236}">
                <a16:creationId xmlns="" xmlns:a16="http://schemas.microsoft.com/office/drawing/2014/main" id="{E57582A5-CC99-B64A-83C2-4BF602A39067}"/>
              </a:ext>
            </a:extLst>
          </p:cNvPr>
          <p:cNvSpPr>
            <a:spLocks noGrp="1"/>
          </p:cNvSpPr>
          <p:nvPr>
            <p:ph type="subTitle" idx="1"/>
          </p:nvPr>
        </p:nvSpPr>
        <p:spPr>
          <a:xfrm>
            <a:off x="498261" y="3189796"/>
            <a:ext cx="6921714" cy="1254318"/>
          </a:xfrm>
        </p:spPr>
        <p:txBody>
          <a:bodyPr wrap="square" lIns="0" tIns="0" rIns="0" bIns="0" anchor="t">
            <a:spAutoFit/>
          </a:bodyPr>
          <a:lstStyle>
            <a:lvl1pPr marL="0" indent="0" algn="l">
              <a:buNone/>
              <a:defRPr sz="3800">
                <a:solidFill>
                  <a:srgbClr val="003A70"/>
                </a:solidFill>
                <a:latin typeface="Luiss Sans"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Fare clic per modificare lo stile del sottotitolo dello schema</a:t>
            </a:r>
          </a:p>
        </p:txBody>
      </p:sp>
      <p:sp>
        <p:nvSpPr>
          <p:cNvPr id="43" name="Segnaposto data 3">
            <a:extLst>
              <a:ext uri="{FF2B5EF4-FFF2-40B4-BE49-F238E27FC236}">
                <a16:creationId xmlns="" xmlns:a16="http://schemas.microsoft.com/office/drawing/2014/main" id="{A3F4688E-1DAA-AD48-A46A-61AA13139EDB}"/>
              </a:ext>
            </a:extLst>
          </p:cNvPr>
          <p:cNvSpPr>
            <a:spLocks noGrp="1"/>
          </p:cNvSpPr>
          <p:nvPr>
            <p:ph type="dt" sz="half" idx="10"/>
          </p:nvPr>
        </p:nvSpPr>
        <p:spPr>
          <a:xfrm>
            <a:off x="522272" y="4818211"/>
            <a:ext cx="4219062" cy="547200"/>
          </a:xfrm>
          <a:prstGeom prst="rect">
            <a:avLst/>
          </a:prstGeom>
        </p:spPr>
        <p:txBody>
          <a:bodyPr lIns="0" tIns="0" rIns="0" bIns="0" anchor="b"/>
          <a:lstStyle>
            <a:lvl1pPr algn="l">
              <a:defRPr sz="2200" b="1" i="0">
                <a:solidFill>
                  <a:srgbClr val="003A70"/>
                </a:solidFill>
                <a:latin typeface="Luiss Sans" pitchFamily="2" charset="0"/>
              </a:defRPr>
            </a:lvl1pPr>
          </a:lstStyle>
          <a:p>
            <a:endParaRPr lang="it-IT"/>
          </a:p>
        </p:txBody>
      </p:sp>
      <p:sp>
        <p:nvSpPr>
          <p:cNvPr id="44" name="Rettangolo 43">
            <a:extLst>
              <a:ext uri="{FF2B5EF4-FFF2-40B4-BE49-F238E27FC236}">
                <a16:creationId xmlns="" xmlns:a16="http://schemas.microsoft.com/office/drawing/2014/main" id="{CAC3213B-2A34-014F-BA29-AD30BD64202B}"/>
              </a:ext>
            </a:extLst>
          </p:cNvPr>
          <p:cNvSpPr/>
          <p:nvPr userDrawn="1"/>
        </p:nvSpPr>
        <p:spPr>
          <a:xfrm>
            <a:off x="0" y="6208295"/>
            <a:ext cx="12192000" cy="649705"/>
          </a:xfrm>
          <a:prstGeom prst="rect">
            <a:avLst/>
          </a:prstGeom>
          <a:blipFill>
            <a:blip r:embed="rId2"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7" name="Segnaposto immagine 5">
            <a:extLst>
              <a:ext uri="{FF2B5EF4-FFF2-40B4-BE49-F238E27FC236}">
                <a16:creationId xmlns="" xmlns:a16="http://schemas.microsoft.com/office/drawing/2014/main" id="{4074B329-6038-0D4F-9F45-50FBE8D6392F}"/>
              </a:ext>
            </a:extLst>
          </p:cNvPr>
          <p:cNvSpPr>
            <a:spLocks noGrp="1"/>
          </p:cNvSpPr>
          <p:nvPr>
            <p:ph type="pic" sz="quarter" idx="13" hasCustomPrompt="1"/>
          </p:nvPr>
        </p:nvSpPr>
        <p:spPr>
          <a:xfrm>
            <a:off x="8365067" y="1949116"/>
            <a:ext cx="3278053" cy="3405806"/>
          </a:xfrm>
          <a:noFill/>
        </p:spPr>
        <p:txBody>
          <a:bodyPr>
            <a:normAutofit/>
          </a:bodyPr>
          <a:lstStyle>
            <a:lvl1pPr marL="0" indent="0">
              <a:buNone/>
              <a:defRPr sz="1500">
                <a:solidFill>
                  <a:schemeClr val="bg1">
                    <a:lumMod val="50000"/>
                  </a:schemeClr>
                </a:solidFill>
              </a:defRPr>
            </a:lvl1pPr>
          </a:lstStyle>
          <a:p>
            <a:r>
              <a:rPr lang="it-IT"/>
              <a:t>Immagine</a:t>
            </a:r>
          </a:p>
        </p:txBody>
      </p:sp>
      <p:pic>
        <p:nvPicPr>
          <p:cNvPr id="10" name="Immagine 9">
            <a:extLst>
              <a:ext uri="{FF2B5EF4-FFF2-40B4-BE49-F238E27FC236}">
                <a16:creationId xmlns="" xmlns:a16="http://schemas.microsoft.com/office/drawing/2014/main" id="{9574D29E-BE9A-024E-8A0D-DA204AD753B6}"/>
              </a:ext>
            </a:extLst>
          </p:cNvPr>
          <p:cNvPicPr>
            <a:picLocks noChangeAspect="1"/>
          </p:cNvPicPr>
          <p:nvPr userDrawn="1"/>
        </p:nvPicPr>
        <p:blipFill>
          <a:blip r:embed="rId3"/>
          <a:stretch>
            <a:fillRect/>
          </a:stretch>
        </p:blipFill>
        <p:spPr>
          <a:xfrm>
            <a:off x="530086" y="564745"/>
            <a:ext cx="1229574" cy="956079"/>
          </a:xfrm>
          <a:prstGeom prst="rect">
            <a:avLst/>
          </a:prstGeom>
        </p:spPr>
      </p:pic>
      <p:pic>
        <p:nvPicPr>
          <p:cNvPr id="11" name="Immagine 10">
            <a:extLst>
              <a:ext uri="{FF2B5EF4-FFF2-40B4-BE49-F238E27FC236}">
                <a16:creationId xmlns="" xmlns:a16="http://schemas.microsoft.com/office/drawing/2014/main" id="{5F756E22-9475-CE42-8AB1-6C42C7F36E29}"/>
              </a:ext>
            </a:extLst>
          </p:cNvPr>
          <p:cNvPicPr>
            <a:picLocks noChangeAspect="1"/>
          </p:cNvPicPr>
          <p:nvPr userDrawn="1"/>
        </p:nvPicPr>
        <p:blipFill>
          <a:blip r:embed="rId4"/>
          <a:stretch>
            <a:fillRect/>
          </a:stretch>
        </p:blipFill>
        <p:spPr>
          <a:xfrm>
            <a:off x="10149502" y="354330"/>
            <a:ext cx="1742932" cy="1374812"/>
          </a:xfrm>
          <a:prstGeom prst="rect">
            <a:avLst/>
          </a:prstGeom>
        </p:spPr>
      </p:pic>
    </p:spTree>
    <p:extLst>
      <p:ext uri="{BB962C8B-B14F-4D97-AF65-F5344CB8AC3E}">
        <p14:creationId xmlns:p14="http://schemas.microsoft.com/office/powerpoint/2010/main" val="1633763197"/>
      </p:ext>
    </p:extLst>
  </p:cSld>
  <p:clrMapOvr>
    <a:masterClrMapping/>
  </p:clrMapOvr>
  <p:extLst mod="1">
    <p:ext uri="{DCECCB84-F9BA-43D5-87BE-67443E8EF086}">
      <p15:sldGuideLst xmlns="" xmlns:p15="http://schemas.microsoft.com/office/powerpoint/2012/main">
        <p15:guide id="1" orient="horz" pos="2160">
          <p15:clr>
            <a:srgbClr val="FBAE40"/>
          </p15:clr>
        </p15:guide>
        <p15:guide id="2" pos="3840">
          <p15:clr>
            <a:srgbClr val="FBAE40"/>
          </p15:clr>
        </p15:guide>
        <p15:guide id="3" orient="horz" pos="3864">
          <p15:clr>
            <a:srgbClr val="FBAE40"/>
          </p15:clr>
        </p15:guide>
        <p15:guide id="5" orient="horz" pos="3517">
          <p15:clr>
            <a:srgbClr val="FBAE40"/>
          </p15:clr>
        </p15:guide>
        <p15:guide id="7" orient="horz" pos="2742">
          <p15:clr>
            <a:srgbClr val="FBAE40"/>
          </p15:clr>
        </p15:guide>
        <p15:guide id="8" orient="horz" pos="1091">
          <p15:clr>
            <a:srgbClr val="FBAE40"/>
          </p15:clr>
        </p15:guide>
        <p15:guide id="10" pos="5011">
          <p15:clr>
            <a:srgbClr val="FBAE40"/>
          </p15:clr>
        </p15:guide>
        <p15:guide id="11" pos="4674">
          <p15:clr>
            <a:srgbClr val="FBAE40"/>
          </p15:clr>
        </p15:guide>
        <p15:guide id="12" orient="horz" pos="61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soria - Bianca">
    <p:spTree>
      <p:nvGrpSpPr>
        <p:cNvPr id="1" name=""/>
        <p:cNvGrpSpPr/>
        <p:nvPr/>
      </p:nvGrpSpPr>
      <p:grpSpPr>
        <a:xfrm>
          <a:off x="0" y="0"/>
          <a:ext cx="0" cy="0"/>
          <a:chOff x="0" y="0"/>
          <a:chExt cx="0" cy="0"/>
        </a:xfrm>
      </p:grpSpPr>
      <p:sp>
        <p:nvSpPr>
          <p:cNvPr id="55" name="Titolo 1">
            <a:extLst>
              <a:ext uri="{FF2B5EF4-FFF2-40B4-BE49-F238E27FC236}">
                <a16:creationId xmlns="" xmlns:a16="http://schemas.microsoft.com/office/drawing/2014/main" id="{05532EBB-7867-C448-AF61-F5F387DFCB7C}"/>
              </a:ext>
            </a:extLst>
          </p:cNvPr>
          <p:cNvSpPr>
            <a:spLocks noGrp="1"/>
          </p:cNvSpPr>
          <p:nvPr>
            <p:ph type="title"/>
          </p:nvPr>
        </p:nvSpPr>
        <p:spPr>
          <a:xfrm>
            <a:off x="419101" y="1672315"/>
            <a:ext cx="11242812" cy="1084810"/>
          </a:xfrm>
        </p:spPr>
        <p:txBody>
          <a:bodyPr anchor="t">
            <a:noAutofit/>
          </a:bodyPr>
          <a:lstStyle>
            <a:lvl1pPr>
              <a:defRPr sz="3800" b="1" i="0">
                <a:solidFill>
                  <a:srgbClr val="003A70"/>
                </a:solidFill>
                <a:latin typeface="Luiss Sans" pitchFamily="2" charset="0"/>
                <a:ea typeface="Luiss Sans" pitchFamily="2" charset="0"/>
                <a:cs typeface="Luiss Sans" pitchFamily="2" charset="0"/>
              </a:defRPr>
            </a:lvl1pPr>
          </a:lstStyle>
          <a:p>
            <a:r>
              <a:rPr lang="it-IT" dirty="0"/>
              <a:t>Fare clic per modificare lo stile del titolo dello schema</a:t>
            </a:r>
          </a:p>
        </p:txBody>
      </p:sp>
      <p:sp>
        <p:nvSpPr>
          <p:cNvPr id="56" name="Segnaposto testo 2">
            <a:extLst>
              <a:ext uri="{FF2B5EF4-FFF2-40B4-BE49-F238E27FC236}">
                <a16:creationId xmlns="" xmlns:a16="http://schemas.microsoft.com/office/drawing/2014/main" id="{322F0BCE-FF4B-A640-BDCF-4E622AB36FD8}"/>
              </a:ext>
            </a:extLst>
          </p:cNvPr>
          <p:cNvSpPr>
            <a:spLocks noGrp="1"/>
          </p:cNvSpPr>
          <p:nvPr>
            <p:ph type="body" idx="1"/>
          </p:nvPr>
        </p:nvSpPr>
        <p:spPr>
          <a:xfrm>
            <a:off x="419101" y="2757124"/>
            <a:ext cx="11242812" cy="1443521"/>
          </a:xfrm>
        </p:spPr>
        <p:txBody>
          <a:bodyPr anchor="t">
            <a:normAutofit/>
          </a:bodyPr>
          <a:lstStyle>
            <a:lvl1pPr marL="0" indent="0">
              <a:buNone/>
              <a:defRPr sz="3800" b="0" i="0">
                <a:solidFill>
                  <a:srgbClr val="003A70"/>
                </a:solidFill>
                <a:latin typeface="Luiss Sans" pitchFamily="2" charset="0"/>
                <a:ea typeface="Luiss Sans" pitchFamily="2" charset="0"/>
                <a:cs typeface="Luiss Sans"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it-IT" dirty="0"/>
              <a:t>Modifica gli stili del testo dello schema</a:t>
            </a:r>
          </a:p>
        </p:txBody>
      </p:sp>
      <p:sp>
        <p:nvSpPr>
          <p:cNvPr id="53" name="Segnaposto testo 4">
            <a:extLst>
              <a:ext uri="{FF2B5EF4-FFF2-40B4-BE49-F238E27FC236}">
                <a16:creationId xmlns="" xmlns:a16="http://schemas.microsoft.com/office/drawing/2014/main" id="{BF66FE7A-DB7A-5846-B05A-77A8BC905A37}"/>
              </a:ext>
            </a:extLst>
          </p:cNvPr>
          <p:cNvSpPr>
            <a:spLocks noGrp="1"/>
          </p:cNvSpPr>
          <p:nvPr>
            <p:ph type="body" sz="quarter" idx="10" hasCustomPrompt="1"/>
          </p:nvPr>
        </p:nvSpPr>
        <p:spPr>
          <a:xfrm>
            <a:off x="443164" y="5051834"/>
            <a:ext cx="1892300" cy="1490662"/>
          </a:xfrm>
        </p:spPr>
        <p:txBody>
          <a:bodyPr/>
          <a:lstStyle>
            <a:lvl1pPr>
              <a:defRPr sz="9600" b="1">
                <a:solidFill>
                  <a:schemeClr val="accent2"/>
                </a:solidFill>
              </a:defRPr>
            </a:lvl1pPr>
          </a:lstStyle>
          <a:p>
            <a:r>
              <a:rPr lang="it-IT" dirty="0"/>
              <a:t>00</a:t>
            </a:r>
          </a:p>
        </p:txBody>
      </p:sp>
    </p:spTree>
    <p:extLst>
      <p:ext uri="{BB962C8B-B14F-4D97-AF65-F5344CB8AC3E}">
        <p14:creationId xmlns:p14="http://schemas.microsoft.com/office/powerpoint/2010/main" val="2774232430"/>
      </p:ext>
    </p:extLst>
  </p:cSld>
  <p:clrMapOvr>
    <a:masterClrMapping/>
  </p:clrMapOvr>
  <p:extLst mod="1">
    <p:ext uri="{DCECCB84-F9BA-43D5-87BE-67443E8EF086}">
      <p15:sldGuideLst xmlns=""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soria - Blu">
    <p:bg>
      <p:bgPr>
        <a:solidFill>
          <a:srgbClr val="003A70"/>
        </a:solidFill>
        <a:effectLst/>
      </p:bgPr>
    </p:bg>
    <p:spTree>
      <p:nvGrpSpPr>
        <p:cNvPr id="1" name=""/>
        <p:cNvGrpSpPr/>
        <p:nvPr/>
      </p:nvGrpSpPr>
      <p:grpSpPr>
        <a:xfrm>
          <a:off x="0" y="0"/>
          <a:ext cx="0" cy="0"/>
          <a:chOff x="0" y="0"/>
          <a:chExt cx="0" cy="0"/>
        </a:xfrm>
      </p:grpSpPr>
      <p:grpSp>
        <p:nvGrpSpPr>
          <p:cNvPr id="7" name="Gruppo 6"/>
          <p:cNvGrpSpPr/>
          <p:nvPr userDrawn="1"/>
        </p:nvGrpSpPr>
        <p:grpSpPr>
          <a:xfrm>
            <a:off x="0" y="6138000"/>
            <a:ext cx="12192000" cy="720000"/>
            <a:chOff x="0" y="6138000"/>
            <a:chExt cx="12192000" cy="720000"/>
          </a:xfrm>
          <a:solidFill>
            <a:srgbClr val="003A70"/>
          </a:solidFill>
        </p:grpSpPr>
        <p:sp>
          <p:nvSpPr>
            <p:cNvPr id="43" name="Rettangolo 42">
              <a:extLst>
                <a:ext uri="{FF2B5EF4-FFF2-40B4-BE49-F238E27FC236}">
                  <a16:creationId xmlns="" xmlns:a16="http://schemas.microsoft.com/office/drawing/2014/main" id="{0C028009-61B6-504A-86BF-75FC39DE243E}"/>
                </a:ext>
              </a:extLst>
            </p:cNvPr>
            <p:cNvSpPr/>
            <p:nvPr userDrawn="1"/>
          </p:nvSpPr>
          <p:spPr>
            <a:xfrm>
              <a:off x="1060174"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4" name="Rettangolo 43">
              <a:extLst>
                <a:ext uri="{FF2B5EF4-FFF2-40B4-BE49-F238E27FC236}">
                  <a16:creationId xmlns="" xmlns:a16="http://schemas.microsoft.com/office/drawing/2014/main" id="{359FF146-AD7A-8345-996B-F028DF33A537}"/>
                </a:ext>
              </a:extLst>
            </p:cNvPr>
            <p:cNvSpPr/>
            <p:nvPr userDrawn="1"/>
          </p:nvSpPr>
          <p:spPr>
            <a:xfrm>
              <a:off x="2120348"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5" name="Rettangolo 44">
              <a:extLst>
                <a:ext uri="{FF2B5EF4-FFF2-40B4-BE49-F238E27FC236}">
                  <a16:creationId xmlns="" xmlns:a16="http://schemas.microsoft.com/office/drawing/2014/main" id="{C3BE867D-189E-E140-90A2-9C373B76323D}"/>
                </a:ext>
              </a:extLst>
            </p:cNvPr>
            <p:cNvSpPr/>
            <p:nvPr userDrawn="1"/>
          </p:nvSpPr>
          <p:spPr>
            <a:xfrm>
              <a:off x="3180522"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6" name="Rettangolo 45">
              <a:extLst>
                <a:ext uri="{FF2B5EF4-FFF2-40B4-BE49-F238E27FC236}">
                  <a16:creationId xmlns="" xmlns:a16="http://schemas.microsoft.com/office/drawing/2014/main" id="{B3968CAB-E9C9-C448-BAED-1164B67B83D6}"/>
                </a:ext>
              </a:extLst>
            </p:cNvPr>
            <p:cNvSpPr/>
            <p:nvPr userDrawn="1"/>
          </p:nvSpPr>
          <p:spPr>
            <a:xfrm>
              <a:off x="4240696"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7" name="Rettangolo 46">
              <a:extLst>
                <a:ext uri="{FF2B5EF4-FFF2-40B4-BE49-F238E27FC236}">
                  <a16:creationId xmlns="" xmlns:a16="http://schemas.microsoft.com/office/drawing/2014/main" id="{DD7E810C-6698-4141-AE4D-FED7B888FB8E}"/>
                </a:ext>
              </a:extLst>
            </p:cNvPr>
            <p:cNvSpPr/>
            <p:nvPr userDrawn="1"/>
          </p:nvSpPr>
          <p:spPr>
            <a:xfrm>
              <a:off x="5300870"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8" name="Rettangolo 47">
              <a:extLst>
                <a:ext uri="{FF2B5EF4-FFF2-40B4-BE49-F238E27FC236}">
                  <a16:creationId xmlns="" xmlns:a16="http://schemas.microsoft.com/office/drawing/2014/main" id="{9B0258DC-87FE-6E48-B377-3E2FDBC08326}"/>
                </a:ext>
              </a:extLst>
            </p:cNvPr>
            <p:cNvSpPr/>
            <p:nvPr userDrawn="1"/>
          </p:nvSpPr>
          <p:spPr>
            <a:xfrm>
              <a:off x="6361043"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9" name="Rettangolo 48">
              <a:extLst>
                <a:ext uri="{FF2B5EF4-FFF2-40B4-BE49-F238E27FC236}">
                  <a16:creationId xmlns="" xmlns:a16="http://schemas.microsoft.com/office/drawing/2014/main" id="{922BA846-4255-384A-97F0-52FD5A3C3965}"/>
                </a:ext>
              </a:extLst>
            </p:cNvPr>
            <p:cNvSpPr/>
            <p:nvPr userDrawn="1"/>
          </p:nvSpPr>
          <p:spPr>
            <a:xfrm>
              <a:off x="7421217"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0" name="Rettangolo 49">
              <a:extLst>
                <a:ext uri="{FF2B5EF4-FFF2-40B4-BE49-F238E27FC236}">
                  <a16:creationId xmlns="" xmlns:a16="http://schemas.microsoft.com/office/drawing/2014/main" id="{D2E5825D-0B98-D043-890F-554D5B9AF97E}"/>
                </a:ext>
              </a:extLst>
            </p:cNvPr>
            <p:cNvSpPr/>
            <p:nvPr userDrawn="1"/>
          </p:nvSpPr>
          <p:spPr>
            <a:xfrm>
              <a:off x="8481391"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1" name="Rettangolo 50">
              <a:extLst>
                <a:ext uri="{FF2B5EF4-FFF2-40B4-BE49-F238E27FC236}">
                  <a16:creationId xmlns="" xmlns:a16="http://schemas.microsoft.com/office/drawing/2014/main" id="{888D3338-3950-944B-84B7-796D95024907}"/>
                </a:ext>
              </a:extLst>
            </p:cNvPr>
            <p:cNvSpPr/>
            <p:nvPr userDrawn="1"/>
          </p:nvSpPr>
          <p:spPr>
            <a:xfrm>
              <a:off x="9541565"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2" name="Rettangolo 51">
              <a:extLst>
                <a:ext uri="{FF2B5EF4-FFF2-40B4-BE49-F238E27FC236}">
                  <a16:creationId xmlns="" xmlns:a16="http://schemas.microsoft.com/office/drawing/2014/main" id="{CE370570-6F3F-4D47-9CB5-970BC89BA15D}"/>
                </a:ext>
              </a:extLst>
            </p:cNvPr>
            <p:cNvSpPr/>
            <p:nvPr userDrawn="1"/>
          </p:nvSpPr>
          <p:spPr>
            <a:xfrm>
              <a:off x="10601739"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3" name="Rettangolo 52">
              <a:extLst>
                <a:ext uri="{FF2B5EF4-FFF2-40B4-BE49-F238E27FC236}">
                  <a16:creationId xmlns="" xmlns:a16="http://schemas.microsoft.com/office/drawing/2014/main" id="{CE370570-6F3F-4D47-9CB5-970BC89BA15D}"/>
                </a:ext>
              </a:extLst>
            </p:cNvPr>
            <p:cNvSpPr/>
            <p:nvPr userDrawn="1"/>
          </p:nvSpPr>
          <p:spPr>
            <a:xfrm>
              <a:off x="11661913"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4" name="Rettangolo 53">
              <a:extLst>
                <a:ext uri="{FF2B5EF4-FFF2-40B4-BE49-F238E27FC236}">
                  <a16:creationId xmlns="" xmlns:a16="http://schemas.microsoft.com/office/drawing/2014/main" id="{0C028009-61B6-504A-86BF-75FC39DE243E}"/>
                </a:ext>
              </a:extLst>
            </p:cNvPr>
            <p:cNvSpPr/>
            <p:nvPr userDrawn="1"/>
          </p:nvSpPr>
          <p:spPr>
            <a:xfrm>
              <a:off x="0" y="6138000"/>
              <a:ext cx="530087"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55" name="Titolo 1">
            <a:extLst>
              <a:ext uri="{FF2B5EF4-FFF2-40B4-BE49-F238E27FC236}">
                <a16:creationId xmlns="" xmlns:a16="http://schemas.microsoft.com/office/drawing/2014/main" id="{05532EBB-7867-C448-AF61-F5F387DFCB7C}"/>
              </a:ext>
            </a:extLst>
          </p:cNvPr>
          <p:cNvSpPr>
            <a:spLocks noGrp="1"/>
          </p:cNvSpPr>
          <p:nvPr>
            <p:ph type="title"/>
          </p:nvPr>
        </p:nvSpPr>
        <p:spPr>
          <a:xfrm>
            <a:off x="419101" y="1672315"/>
            <a:ext cx="11242812" cy="1084810"/>
          </a:xfrm>
        </p:spPr>
        <p:txBody>
          <a:bodyPr anchor="t">
            <a:noAutofit/>
          </a:bodyPr>
          <a:lstStyle>
            <a:lvl1pPr>
              <a:defRPr sz="3800" b="1" i="0">
                <a:solidFill>
                  <a:schemeClr val="bg1"/>
                </a:solidFill>
                <a:latin typeface="Luiss Sans" pitchFamily="2" charset="0"/>
                <a:ea typeface="Luiss Sans" pitchFamily="2" charset="0"/>
                <a:cs typeface="Luiss Sans" pitchFamily="2" charset="0"/>
              </a:defRPr>
            </a:lvl1pPr>
          </a:lstStyle>
          <a:p>
            <a:r>
              <a:rPr lang="it-IT" dirty="0"/>
              <a:t>Fare clic per modificare lo stile del titolo dello schema</a:t>
            </a:r>
          </a:p>
        </p:txBody>
      </p:sp>
      <p:sp>
        <p:nvSpPr>
          <p:cNvPr id="56" name="Segnaposto testo 2">
            <a:extLst>
              <a:ext uri="{FF2B5EF4-FFF2-40B4-BE49-F238E27FC236}">
                <a16:creationId xmlns="" xmlns:a16="http://schemas.microsoft.com/office/drawing/2014/main" id="{322F0BCE-FF4B-A640-BDCF-4E622AB36FD8}"/>
              </a:ext>
            </a:extLst>
          </p:cNvPr>
          <p:cNvSpPr>
            <a:spLocks noGrp="1"/>
          </p:cNvSpPr>
          <p:nvPr>
            <p:ph type="body" idx="1"/>
          </p:nvPr>
        </p:nvSpPr>
        <p:spPr>
          <a:xfrm>
            <a:off x="419101" y="2757124"/>
            <a:ext cx="11242812" cy="1443521"/>
          </a:xfrm>
        </p:spPr>
        <p:txBody>
          <a:bodyPr anchor="t">
            <a:normAutofit/>
          </a:bodyPr>
          <a:lstStyle>
            <a:lvl1pPr marL="0" indent="0">
              <a:buNone/>
              <a:defRPr sz="3800" b="0" i="0">
                <a:solidFill>
                  <a:schemeClr val="bg1"/>
                </a:solidFill>
                <a:latin typeface="Luiss Sans" pitchFamily="2" charset="0"/>
                <a:ea typeface="Luiss Sans" pitchFamily="2" charset="0"/>
                <a:cs typeface="Luiss Sans"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it-IT" dirty="0"/>
              <a:t>Modifica gli stili del testo dello schema</a:t>
            </a:r>
          </a:p>
        </p:txBody>
      </p:sp>
      <p:sp>
        <p:nvSpPr>
          <p:cNvPr id="5" name="Segnaposto testo 4">
            <a:extLst>
              <a:ext uri="{FF2B5EF4-FFF2-40B4-BE49-F238E27FC236}">
                <a16:creationId xmlns="" xmlns:a16="http://schemas.microsoft.com/office/drawing/2014/main" id="{D8A58544-D3CB-EE4C-BC93-2F603D395625}"/>
              </a:ext>
            </a:extLst>
          </p:cNvPr>
          <p:cNvSpPr>
            <a:spLocks noGrp="1"/>
          </p:cNvSpPr>
          <p:nvPr>
            <p:ph type="body" sz="quarter" idx="10" hasCustomPrompt="1"/>
          </p:nvPr>
        </p:nvSpPr>
        <p:spPr>
          <a:xfrm>
            <a:off x="443164" y="5051834"/>
            <a:ext cx="1892300" cy="1490662"/>
          </a:xfrm>
        </p:spPr>
        <p:txBody>
          <a:bodyPr/>
          <a:lstStyle>
            <a:lvl1pPr>
              <a:defRPr sz="9600" b="1">
                <a:solidFill>
                  <a:schemeClr val="accent2"/>
                </a:solidFill>
              </a:defRPr>
            </a:lvl1pPr>
          </a:lstStyle>
          <a:p>
            <a:r>
              <a:rPr lang="it-IT" dirty="0"/>
              <a:t>00</a:t>
            </a:r>
          </a:p>
        </p:txBody>
      </p:sp>
    </p:spTree>
    <p:extLst/>
  </p:cSld>
  <p:clrMapOvr>
    <a:masterClrMapping/>
  </p:clrMapOvr>
  <p:extLst mod="1">
    <p:ext uri="{DCECCB84-F9BA-43D5-87BE-67443E8EF086}">
      <p15:sldGuideLst xmlns="" xmlns:p15="http://schemas.microsoft.com/office/powerpoint/2012/main">
        <p15:guide id="1"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soria - colore personalizzato 1">
    <p:bg>
      <p:bgPr>
        <a:solidFill>
          <a:schemeClr val="accent2"/>
        </a:solidFill>
        <a:effectLst/>
      </p:bgPr>
    </p:bg>
    <p:spTree>
      <p:nvGrpSpPr>
        <p:cNvPr id="1" name=""/>
        <p:cNvGrpSpPr/>
        <p:nvPr/>
      </p:nvGrpSpPr>
      <p:grpSpPr>
        <a:xfrm>
          <a:off x="0" y="0"/>
          <a:ext cx="0" cy="0"/>
          <a:chOff x="0" y="0"/>
          <a:chExt cx="0" cy="0"/>
        </a:xfrm>
      </p:grpSpPr>
      <p:sp>
        <p:nvSpPr>
          <p:cNvPr id="55" name="Titolo 1">
            <a:extLst>
              <a:ext uri="{FF2B5EF4-FFF2-40B4-BE49-F238E27FC236}">
                <a16:creationId xmlns="" xmlns:a16="http://schemas.microsoft.com/office/drawing/2014/main" id="{05532EBB-7867-C448-AF61-F5F387DFCB7C}"/>
              </a:ext>
            </a:extLst>
          </p:cNvPr>
          <p:cNvSpPr>
            <a:spLocks noGrp="1"/>
          </p:cNvSpPr>
          <p:nvPr>
            <p:ph type="title"/>
          </p:nvPr>
        </p:nvSpPr>
        <p:spPr>
          <a:xfrm>
            <a:off x="419101" y="1672315"/>
            <a:ext cx="11242812" cy="1084810"/>
          </a:xfrm>
        </p:spPr>
        <p:txBody>
          <a:bodyPr anchor="t">
            <a:noAutofit/>
          </a:bodyPr>
          <a:lstStyle>
            <a:lvl1pPr>
              <a:defRPr sz="3800" b="1" i="0">
                <a:solidFill>
                  <a:schemeClr val="bg1"/>
                </a:solidFill>
                <a:latin typeface="Luiss Sans" pitchFamily="2" charset="0"/>
                <a:ea typeface="Luiss Sans" pitchFamily="2" charset="0"/>
                <a:cs typeface="Luiss Sans" pitchFamily="2" charset="0"/>
              </a:defRPr>
            </a:lvl1pPr>
          </a:lstStyle>
          <a:p>
            <a:r>
              <a:rPr lang="it-IT" dirty="0"/>
              <a:t>Fare clic per modificare lo stile del titolo dello schema</a:t>
            </a:r>
          </a:p>
        </p:txBody>
      </p:sp>
      <p:sp>
        <p:nvSpPr>
          <p:cNvPr id="56" name="Segnaposto testo 2">
            <a:extLst>
              <a:ext uri="{FF2B5EF4-FFF2-40B4-BE49-F238E27FC236}">
                <a16:creationId xmlns="" xmlns:a16="http://schemas.microsoft.com/office/drawing/2014/main" id="{322F0BCE-FF4B-A640-BDCF-4E622AB36FD8}"/>
              </a:ext>
            </a:extLst>
          </p:cNvPr>
          <p:cNvSpPr>
            <a:spLocks noGrp="1"/>
          </p:cNvSpPr>
          <p:nvPr>
            <p:ph type="body" idx="1"/>
          </p:nvPr>
        </p:nvSpPr>
        <p:spPr>
          <a:xfrm>
            <a:off x="419101" y="2757124"/>
            <a:ext cx="11242812" cy="1443521"/>
          </a:xfrm>
        </p:spPr>
        <p:txBody>
          <a:bodyPr anchor="t">
            <a:normAutofit/>
          </a:bodyPr>
          <a:lstStyle>
            <a:lvl1pPr marL="0" indent="0">
              <a:buNone/>
              <a:defRPr sz="3800" b="0" i="0">
                <a:solidFill>
                  <a:schemeClr val="bg1"/>
                </a:solidFill>
                <a:latin typeface="Luiss Sans" pitchFamily="2" charset="0"/>
                <a:ea typeface="Luiss Sans" pitchFamily="2" charset="0"/>
                <a:cs typeface="Luiss Sans"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it-IT" dirty="0"/>
              <a:t>Modifica gli stili del testo dello schema</a:t>
            </a:r>
          </a:p>
        </p:txBody>
      </p:sp>
      <p:sp>
        <p:nvSpPr>
          <p:cNvPr id="58" name="Segnaposto testo 4">
            <a:extLst>
              <a:ext uri="{FF2B5EF4-FFF2-40B4-BE49-F238E27FC236}">
                <a16:creationId xmlns="" xmlns:a16="http://schemas.microsoft.com/office/drawing/2014/main" id="{D98B88A7-2ECF-F74F-AA59-126E06E92090}"/>
              </a:ext>
            </a:extLst>
          </p:cNvPr>
          <p:cNvSpPr>
            <a:spLocks noGrp="1"/>
          </p:cNvSpPr>
          <p:nvPr>
            <p:ph type="body" sz="quarter" idx="10" hasCustomPrompt="1"/>
          </p:nvPr>
        </p:nvSpPr>
        <p:spPr>
          <a:xfrm>
            <a:off x="443164" y="5051834"/>
            <a:ext cx="1892300" cy="1490662"/>
          </a:xfrm>
        </p:spPr>
        <p:txBody>
          <a:bodyPr/>
          <a:lstStyle>
            <a:lvl1pPr>
              <a:defRPr sz="9600" b="1">
                <a:solidFill>
                  <a:schemeClr val="accent1"/>
                </a:solidFill>
              </a:defRPr>
            </a:lvl1pPr>
          </a:lstStyle>
          <a:p>
            <a:r>
              <a:rPr lang="it-IT" dirty="0"/>
              <a:t>00</a:t>
            </a:r>
          </a:p>
        </p:txBody>
      </p:sp>
    </p:spTree>
    <p:extLst>
      <p:ext uri="{BB962C8B-B14F-4D97-AF65-F5344CB8AC3E}">
        <p14:creationId xmlns:p14="http://schemas.microsoft.com/office/powerpoint/2010/main" val="3716794252"/>
      </p:ext>
    </p:extLst>
  </p:cSld>
  <p:clrMapOvr>
    <a:masterClrMapping/>
  </p:clrMapOvr>
  <p:extLst mod="1">
    <p:ext uri="{DCECCB84-F9BA-43D5-87BE-67443E8EF086}">
      <p15:sldGuideLst xmlns=""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soria - colore personalizzato 2">
    <p:bg>
      <p:bgPr>
        <a:solidFill>
          <a:schemeClr val="accent3"/>
        </a:solidFill>
        <a:effectLst/>
      </p:bgPr>
    </p:bg>
    <p:spTree>
      <p:nvGrpSpPr>
        <p:cNvPr id="1" name=""/>
        <p:cNvGrpSpPr/>
        <p:nvPr/>
      </p:nvGrpSpPr>
      <p:grpSpPr>
        <a:xfrm>
          <a:off x="0" y="0"/>
          <a:ext cx="0" cy="0"/>
          <a:chOff x="0" y="0"/>
          <a:chExt cx="0" cy="0"/>
        </a:xfrm>
      </p:grpSpPr>
      <p:sp>
        <p:nvSpPr>
          <p:cNvPr id="55" name="Titolo 1">
            <a:extLst>
              <a:ext uri="{FF2B5EF4-FFF2-40B4-BE49-F238E27FC236}">
                <a16:creationId xmlns="" xmlns:a16="http://schemas.microsoft.com/office/drawing/2014/main" id="{05532EBB-7867-C448-AF61-F5F387DFCB7C}"/>
              </a:ext>
            </a:extLst>
          </p:cNvPr>
          <p:cNvSpPr>
            <a:spLocks noGrp="1"/>
          </p:cNvSpPr>
          <p:nvPr>
            <p:ph type="title"/>
          </p:nvPr>
        </p:nvSpPr>
        <p:spPr>
          <a:xfrm>
            <a:off x="419101" y="1672315"/>
            <a:ext cx="11242812" cy="1084810"/>
          </a:xfrm>
        </p:spPr>
        <p:txBody>
          <a:bodyPr anchor="t">
            <a:noAutofit/>
          </a:bodyPr>
          <a:lstStyle>
            <a:lvl1pPr>
              <a:defRPr sz="3800" b="1" i="0">
                <a:solidFill>
                  <a:schemeClr val="bg1"/>
                </a:solidFill>
                <a:latin typeface="Luiss Sans" pitchFamily="2" charset="0"/>
                <a:ea typeface="Luiss Sans" pitchFamily="2" charset="0"/>
                <a:cs typeface="Luiss Sans" pitchFamily="2" charset="0"/>
              </a:defRPr>
            </a:lvl1pPr>
          </a:lstStyle>
          <a:p>
            <a:r>
              <a:rPr lang="it-IT" dirty="0"/>
              <a:t>Fare clic per modificare lo stile del titolo dello schema</a:t>
            </a:r>
          </a:p>
        </p:txBody>
      </p:sp>
      <p:sp>
        <p:nvSpPr>
          <p:cNvPr id="56" name="Segnaposto testo 2">
            <a:extLst>
              <a:ext uri="{FF2B5EF4-FFF2-40B4-BE49-F238E27FC236}">
                <a16:creationId xmlns="" xmlns:a16="http://schemas.microsoft.com/office/drawing/2014/main" id="{322F0BCE-FF4B-A640-BDCF-4E622AB36FD8}"/>
              </a:ext>
            </a:extLst>
          </p:cNvPr>
          <p:cNvSpPr>
            <a:spLocks noGrp="1"/>
          </p:cNvSpPr>
          <p:nvPr>
            <p:ph type="body" idx="1"/>
          </p:nvPr>
        </p:nvSpPr>
        <p:spPr>
          <a:xfrm>
            <a:off x="419101" y="2757124"/>
            <a:ext cx="11242812" cy="1443521"/>
          </a:xfrm>
        </p:spPr>
        <p:txBody>
          <a:bodyPr anchor="t">
            <a:normAutofit/>
          </a:bodyPr>
          <a:lstStyle>
            <a:lvl1pPr marL="0" indent="0">
              <a:buNone/>
              <a:defRPr sz="3800" b="0" i="0">
                <a:solidFill>
                  <a:schemeClr val="bg1"/>
                </a:solidFill>
                <a:latin typeface="Luiss Sans" pitchFamily="2" charset="0"/>
                <a:ea typeface="Luiss Sans" pitchFamily="2" charset="0"/>
                <a:cs typeface="Luiss Sans"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it-IT" dirty="0"/>
              <a:t>Modifica gli stili del testo dello schema</a:t>
            </a:r>
          </a:p>
        </p:txBody>
      </p:sp>
      <p:sp>
        <p:nvSpPr>
          <p:cNvPr id="57" name="Segnaposto testo 4">
            <a:extLst>
              <a:ext uri="{FF2B5EF4-FFF2-40B4-BE49-F238E27FC236}">
                <a16:creationId xmlns="" xmlns:a16="http://schemas.microsoft.com/office/drawing/2014/main" id="{26C2CB0E-5981-9048-AF71-43F6283BF151}"/>
              </a:ext>
            </a:extLst>
          </p:cNvPr>
          <p:cNvSpPr>
            <a:spLocks noGrp="1"/>
          </p:cNvSpPr>
          <p:nvPr>
            <p:ph type="body" sz="quarter" idx="10" hasCustomPrompt="1"/>
          </p:nvPr>
        </p:nvSpPr>
        <p:spPr>
          <a:xfrm>
            <a:off x="443164" y="5051834"/>
            <a:ext cx="1892300" cy="1490662"/>
          </a:xfrm>
        </p:spPr>
        <p:txBody>
          <a:bodyPr/>
          <a:lstStyle>
            <a:lvl1pPr>
              <a:defRPr sz="9600" b="1">
                <a:solidFill>
                  <a:schemeClr val="accent1"/>
                </a:solidFill>
              </a:defRPr>
            </a:lvl1pPr>
          </a:lstStyle>
          <a:p>
            <a:r>
              <a:rPr lang="it-IT" dirty="0"/>
              <a:t>00</a:t>
            </a:r>
          </a:p>
        </p:txBody>
      </p:sp>
    </p:spTree>
    <p:extLst>
      <p:ext uri="{BB962C8B-B14F-4D97-AF65-F5344CB8AC3E}">
        <p14:creationId xmlns:p14="http://schemas.microsoft.com/office/powerpoint/2010/main" val="3714134280"/>
      </p:ext>
    </p:extLst>
  </p:cSld>
  <p:clrMapOvr>
    <a:masterClrMapping/>
  </p:clrMapOvr>
  <p:extLst mod="1">
    <p:ext uri="{DCECCB84-F9BA-43D5-87BE-67443E8EF086}">
      <p15:sldGuideLst xmlns="" xmlns:p15="http://schemas.microsoft.com/office/powerpoint/2012/main">
        <p15:guide id="1"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Divisoria - colore personalizzato 3">
    <p:bg>
      <p:bgPr>
        <a:solidFill>
          <a:schemeClr val="accent4"/>
        </a:solidFill>
        <a:effectLst/>
      </p:bgPr>
    </p:bg>
    <p:spTree>
      <p:nvGrpSpPr>
        <p:cNvPr id="1" name=""/>
        <p:cNvGrpSpPr/>
        <p:nvPr/>
      </p:nvGrpSpPr>
      <p:grpSpPr>
        <a:xfrm>
          <a:off x="0" y="0"/>
          <a:ext cx="0" cy="0"/>
          <a:chOff x="0" y="0"/>
          <a:chExt cx="0" cy="0"/>
        </a:xfrm>
      </p:grpSpPr>
      <p:sp>
        <p:nvSpPr>
          <p:cNvPr id="55" name="Titolo 1">
            <a:extLst>
              <a:ext uri="{FF2B5EF4-FFF2-40B4-BE49-F238E27FC236}">
                <a16:creationId xmlns="" xmlns:a16="http://schemas.microsoft.com/office/drawing/2014/main" id="{05532EBB-7867-C448-AF61-F5F387DFCB7C}"/>
              </a:ext>
            </a:extLst>
          </p:cNvPr>
          <p:cNvSpPr>
            <a:spLocks noGrp="1"/>
          </p:cNvSpPr>
          <p:nvPr>
            <p:ph type="title"/>
          </p:nvPr>
        </p:nvSpPr>
        <p:spPr>
          <a:xfrm>
            <a:off x="419101" y="1672315"/>
            <a:ext cx="11242812" cy="1084810"/>
          </a:xfrm>
        </p:spPr>
        <p:txBody>
          <a:bodyPr anchor="t">
            <a:noAutofit/>
          </a:bodyPr>
          <a:lstStyle>
            <a:lvl1pPr>
              <a:defRPr sz="3800" b="1" i="0">
                <a:solidFill>
                  <a:schemeClr val="bg1"/>
                </a:solidFill>
                <a:latin typeface="Luiss Sans" pitchFamily="2" charset="0"/>
                <a:ea typeface="Luiss Sans" pitchFamily="2" charset="0"/>
                <a:cs typeface="Luiss Sans" pitchFamily="2" charset="0"/>
              </a:defRPr>
            </a:lvl1pPr>
          </a:lstStyle>
          <a:p>
            <a:r>
              <a:rPr lang="it-IT" dirty="0"/>
              <a:t>Fare clic per modificare lo stile del titolo dello schema</a:t>
            </a:r>
          </a:p>
        </p:txBody>
      </p:sp>
      <p:sp>
        <p:nvSpPr>
          <p:cNvPr id="56" name="Segnaposto testo 2">
            <a:extLst>
              <a:ext uri="{FF2B5EF4-FFF2-40B4-BE49-F238E27FC236}">
                <a16:creationId xmlns="" xmlns:a16="http://schemas.microsoft.com/office/drawing/2014/main" id="{322F0BCE-FF4B-A640-BDCF-4E622AB36FD8}"/>
              </a:ext>
            </a:extLst>
          </p:cNvPr>
          <p:cNvSpPr>
            <a:spLocks noGrp="1"/>
          </p:cNvSpPr>
          <p:nvPr>
            <p:ph type="body" idx="1"/>
          </p:nvPr>
        </p:nvSpPr>
        <p:spPr>
          <a:xfrm>
            <a:off x="419101" y="2757124"/>
            <a:ext cx="11242812" cy="1443521"/>
          </a:xfrm>
        </p:spPr>
        <p:txBody>
          <a:bodyPr anchor="t">
            <a:normAutofit/>
          </a:bodyPr>
          <a:lstStyle>
            <a:lvl1pPr marL="0" indent="0">
              <a:buNone/>
              <a:defRPr sz="3800" b="0" i="0">
                <a:solidFill>
                  <a:schemeClr val="bg1"/>
                </a:solidFill>
                <a:latin typeface="Luiss Sans" pitchFamily="2" charset="0"/>
                <a:ea typeface="Luiss Sans" pitchFamily="2" charset="0"/>
                <a:cs typeface="Luiss Sans"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it-IT" dirty="0"/>
              <a:t>Modifica gli stili del testo dello schema</a:t>
            </a:r>
          </a:p>
        </p:txBody>
      </p:sp>
      <p:sp>
        <p:nvSpPr>
          <p:cNvPr id="57" name="Segnaposto testo 4">
            <a:extLst>
              <a:ext uri="{FF2B5EF4-FFF2-40B4-BE49-F238E27FC236}">
                <a16:creationId xmlns="" xmlns:a16="http://schemas.microsoft.com/office/drawing/2014/main" id="{26C2CB0E-5981-9048-AF71-43F6283BF151}"/>
              </a:ext>
            </a:extLst>
          </p:cNvPr>
          <p:cNvSpPr>
            <a:spLocks noGrp="1"/>
          </p:cNvSpPr>
          <p:nvPr>
            <p:ph type="body" sz="quarter" idx="10" hasCustomPrompt="1"/>
          </p:nvPr>
        </p:nvSpPr>
        <p:spPr>
          <a:xfrm>
            <a:off x="443164" y="5051834"/>
            <a:ext cx="1892300" cy="1490662"/>
          </a:xfrm>
        </p:spPr>
        <p:txBody>
          <a:bodyPr/>
          <a:lstStyle>
            <a:lvl1pPr>
              <a:defRPr sz="9600" b="1">
                <a:solidFill>
                  <a:schemeClr val="accent1"/>
                </a:solidFill>
              </a:defRPr>
            </a:lvl1pPr>
          </a:lstStyle>
          <a:p>
            <a:r>
              <a:rPr lang="it-IT" dirty="0"/>
              <a:t>00</a:t>
            </a:r>
          </a:p>
        </p:txBody>
      </p:sp>
    </p:spTree>
    <p:extLst>
      <p:ext uri="{BB962C8B-B14F-4D97-AF65-F5344CB8AC3E}">
        <p14:creationId xmlns:p14="http://schemas.microsoft.com/office/powerpoint/2010/main" val="3321992011"/>
      </p:ext>
    </p:extLst>
  </p:cSld>
  <p:clrMapOvr>
    <a:masterClrMapping/>
  </p:clrMapOvr>
  <p:extLst mod="1">
    <p:ext uri="{DCECCB84-F9BA-43D5-87BE-67443E8EF086}">
      <p15:sldGuideLst xmlns="" xmlns:p15="http://schemas.microsoft.com/office/powerpoint/2012/main">
        <p15:guide id="1"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soria - colore personalizzato 4">
    <p:bg>
      <p:bgPr>
        <a:solidFill>
          <a:schemeClr val="accent5"/>
        </a:solidFill>
        <a:effectLst/>
      </p:bgPr>
    </p:bg>
    <p:spTree>
      <p:nvGrpSpPr>
        <p:cNvPr id="1" name=""/>
        <p:cNvGrpSpPr/>
        <p:nvPr/>
      </p:nvGrpSpPr>
      <p:grpSpPr>
        <a:xfrm>
          <a:off x="0" y="0"/>
          <a:ext cx="0" cy="0"/>
          <a:chOff x="0" y="0"/>
          <a:chExt cx="0" cy="0"/>
        </a:xfrm>
      </p:grpSpPr>
      <p:sp>
        <p:nvSpPr>
          <p:cNvPr id="55" name="Titolo 1">
            <a:extLst>
              <a:ext uri="{FF2B5EF4-FFF2-40B4-BE49-F238E27FC236}">
                <a16:creationId xmlns="" xmlns:a16="http://schemas.microsoft.com/office/drawing/2014/main" id="{05532EBB-7867-C448-AF61-F5F387DFCB7C}"/>
              </a:ext>
            </a:extLst>
          </p:cNvPr>
          <p:cNvSpPr>
            <a:spLocks noGrp="1"/>
          </p:cNvSpPr>
          <p:nvPr>
            <p:ph type="title"/>
          </p:nvPr>
        </p:nvSpPr>
        <p:spPr>
          <a:xfrm>
            <a:off x="419101" y="1672315"/>
            <a:ext cx="11242812" cy="1084810"/>
          </a:xfrm>
        </p:spPr>
        <p:txBody>
          <a:bodyPr anchor="t">
            <a:noAutofit/>
          </a:bodyPr>
          <a:lstStyle>
            <a:lvl1pPr>
              <a:defRPr sz="3800" b="1" i="0">
                <a:solidFill>
                  <a:schemeClr val="bg1"/>
                </a:solidFill>
                <a:latin typeface="Luiss Sans" pitchFamily="2" charset="0"/>
                <a:ea typeface="Luiss Sans" pitchFamily="2" charset="0"/>
                <a:cs typeface="Luiss Sans" pitchFamily="2" charset="0"/>
              </a:defRPr>
            </a:lvl1pPr>
          </a:lstStyle>
          <a:p>
            <a:r>
              <a:rPr lang="it-IT" dirty="0"/>
              <a:t>Fare clic per modificare lo stile del titolo dello schema</a:t>
            </a:r>
          </a:p>
        </p:txBody>
      </p:sp>
      <p:sp>
        <p:nvSpPr>
          <p:cNvPr id="56" name="Segnaposto testo 2">
            <a:extLst>
              <a:ext uri="{FF2B5EF4-FFF2-40B4-BE49-F238E27FC236}">
                <a16:creationId xmlns="" xmlns:a16="http://schemas.microsoft.com/office/drawing/2014/main" id="{322F0BCE-FF4B-A640-BDCF-4E622AB36FD8}"/>
              </a:ext>
            </a:extLst>
          </p:cNvPr>
          <p:cNvSpPr>
            <a:spLocks noGrp="1"/>
          </p:cNvSpPr>
          <p:nvPr>
            <p:ph type="body" idx="1"/>
          </p:nvPr>
        </p:nvSpPr>
        <p:spPr>
          <a:xfrm>
            <a:off x="419101" y="2757124"/>
            <a:ext cx="11242812" cy="1443521"/>
          </a:xfrm>
        </p:spPr>
        <p:txBody>
          <a:bodyPr anchor="t">
            <a:normAutofit/>
          </a:bodyPr>
          <a:lstStyle>
            <a:lvl1pPr marL="0" indent="0">
              <a:buNone/>
              <a:defRPr sz="3800" b="0" i="0">
                <a:solidFill>
                  <a:schemeClr val="bg1"/>
                </a:solidFill>
                <a:latin typeface="Luiss Sans" pitchFamily="2" charset="0"/>
                <a:ea typeface="Luiss Sans" pitchFamily="2" charset="0"/>
                <a:cs typeface="Luiss Sans"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it-IT" dirty="0"/>
              <a:t>Modifica gli stili del testo dello schema</a:t>
            </a:r>
          </a:p>
        </p:txBody>
      </p:sp>
      <p:sp>
        <p:nvSpPr>
          <p:cNvPr id="6" name="Segnaposto testo 4">
            <a:extLst>
              <a:ext uri="{FF2B5EF4-FFF2-40B4-BE49-F238E27FC236}">
                <a16:creationId xmlns="" xmlns:a16="http://schemas.microsoft.com/office/drawing/2014/main" id="{F874D3C3-FDDD-5D44-A31B-A62420705CEA}"/>
              </a:ext>
            </a:extLst>
          </p:cNvPr>
          <p:cNvSpPr>
            <a:spLocks noGrp="1"/>
          </p:cNvSpPr>
          <p:nvPr>
            <p:ph type="body" sz="quarter" idx="10" hasCustomPrompt="1"/>
          </p:nvPr>
        </p:nvSpPr>
        <p:spPr>
          <a:xfrm>
            <a:off x="443164" y="5051834"/>
            <a:ext cx="1892300" cy="1490662"/>
          </a:xfrm>
        </p:spPr>
        <p:txBody>
          <a:bodyPr/>
          <a:lstStyle>
            <a:lvl1pPr>
              <a:defRPr sz="9600" b="1">
                <a:solidFill>
                  <a:schemeClr val="accent1"/>
                </a:solidFill>
              </a:defRPr>
            </a:lvl1pPr>
          </a:lstStyle>
          <a:p>
            <a:r>
              <a:rPr lang="it-IT" dirty="0"/>
              <a:t>00</a:t>
            </a:r>
          </a:p>
        </p:txBody>
      </p:sp>
    </p:spTree>
    <p:extLst>
      <p:ext uri="{BB962C8B-B14F-4D97-AF65-F5344CB8AC3E}">
        <p14:creationId xmlns:p14="http://schemas.microsoft.com/office/powerpoint/2010/main" val="1583147159"/>
      </p:ext>
    </p:extLst>
  </p:cSld>
  <p:clrMapOvr>
    <a:masterClrMapping/>
  </p:clrMapOvr>
  <p:extLst mod="1">
    <p:ext uri="{DCECCB84-F9BA-43D5-87BE-67443E8EF086}">
      <p15:sldGuideLst xmlns="" xmlns:p15="http://schemas.microsoft.com/office/powerpoint/2012/main">
        <p15:guide id="1"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soria - colore personalizzato 5">
    <p:bg>
      <p:bgPr>
        <a:solidFill>
          <a:schemeClr val="accent6"/>
        </a:solidFill>
        <a:effectLst/>
      </p:bgPr>
    </p:bg>
    <p:spTree>
      <p:nvGrpSpPr>
        <p:cNvPr id="1" name=""/>
        <p:cNvGrpSpPr/>
        <p:nvPr/>
      </p:nvGrpSpPr>
      <p:grpSpPr>
        <a:xfrm>
          <a:off x="0" y="0"/>
          <a:ext cx="0" cy="0"/>
          <a:chOff x="0" y="0"/>
          <a:chExt cx="0" cy="0"/>
        </a:xfrm>
      </p:grpSpPr>
      <p:sp>
        <p:nvSpPr>
          <p:cNvPr id="55" name="Titolo 1">
            <a:extLst>
              <a:ext uri="{FF2B5EF4-FFF2-40B4-BE49-F238E27FC236}">
                <a16:creationId xmlns="" xmlns:a16="http://schemas.microsoft.com/office/drawing/2014/main" id="{05532EBB-7867-C448-AF61-F5F387DFCB7C}"/>
              </a:ext>
            </a:extLst>
          </p:cNvPr>
          <p:cNvSpPr>
            <a:spLocks noGrp="1"/>
          </p:cNvSpPr>
          <p:nvPr>
            <p:ph type="title"/>
          </p:nvPr>
        </p:nvSpPr>
        <p:spPr>
          <a:xfrm>
            <a:off x="419101" y="1672315"/>
            <a:ext cx="11242812" cy="1084810"/>
          </a:xfrm>
        </p:spPr>
        <p:txBody>
          <a:bodyPr anchor="t">
            <a:noAutofit/>
          </a:bodyPr>
          <a:lstStyle>
            <a:lvl1pPr>
              <a:defRPr sz="3800" b="1" i="0">
                <a:solidFill>
                  <a:schemeClr val="bg1"/>
                </a:solidFill>
                <a:latin typeface="Luiss Sans" pitchFamily="2" charset="0"/>
                <a:ea typeface="Luiss Sans" pitchFamily="2" charset="0"/>
                <a:cs typeface="Luiss Sans" pitchFamily="2" charset="0"/>
              </a:defRPr>
            </a:lvl1pPr>
          </a:lstStyle>
          <a:p>
            <a:r>
              <a:rPr lang="it-IT" dirty="0"/>
              <a:t>Fare clic per modificare lo stile del titolo dello schema</a:t>
            </a:r>
          </a:p>
        </p:txBody>
      </p:sp>
      <p:sp>
        <p:nvSpPr>
          <p:cNvPr id="56" name="Segnaposto testo 2">
            <a:extLst>
              <a:ext uri="{FF2B5EF4-FFF2-40B4-BE49-F238E27FC236}">
                <a16:creationId xmlns="" xmlns:a16="http://schemas.microsoft.com/office/drawing/2014/main" id="{322F0BCE-FF4B-A640-BDCF-4E622AB36FD8}"/>
              </a:ext>
            </a:extLst>
          </p:cNvPr>
          <p:cNvSpPr>
            <a:spLocks noGrp="1"/>
          </p:cNvSpPr>
          <p:nvPr>
            <p:ph type="body" idx="1"/>
          </p:nvPr>
        </p:nvSpPr>
        <p:spPr>
          <a:xfrm>
            <a:off x="419101" y="2757124"/>
            <a:ext cx="11242812" cy="1443521"/>
          </a:xfrm>
        </p:spPr>
        <p:txBody>
          <a:bodyPr anchor="t">
            <a:normAutofit/>
          </a:bodyPr>
          <a:lstStyle>
            <a:lvl1pPr marL="0" indent="0">
              <a:buNone/>
              <a:defRPr sz="3800" b="0" i="0">
                <a:solidFill>
                  <a:schemeClr val="bg1"/>
                </a:solidFill>
                <a:latin typeface="Luiss Sans" pitchFamily="2" charset="0"/>
                <a:ea typeface="Luiss Sans" pitchFamily="2" charset="0"/>
                <a:cs typeface="Luiss Sans"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it-IT" dirty="0"/>
              <a:t>Modifica gli stili del testo dello schema</a:t>
            </a:r>
          </a:p>
        </p:txBody>
      </p:sp>
      <p:sp>
        <p:nvSpPr>
          <p:cNvPr id="6" name="Segnaposto testo 4">
            <a:extLst>
              <a:ext uri="{FF2B5EF4-FFF2-40B4-BE49-F238E27FC236}">
                <a16:creationId xmlns="" xmlns:a16="http://schemas.microsoft.com/office/drawing/2014/main" id="{D59F5ED0-0EDA-E94C-98CC-65C70E301F1A}"/>
              </a:ext>
            </a:extLst>
          </p:cNvPr>
          <p:cNvSpPr>
            <a:spLocks noGrp="1"/>
          </p:cNvSpPr>
          <p:nvPr>
            <p:ph type="body" sz="quarter" idx="10" hasCustomPrompt="1"/>
          </p:nvPr>
        </p:nvSpPr>
        <p:spPr>
          <a:xfrm>
            <a:off x="443164" y="5051834"/>
            <a:ext cx="1892300" cy="1490662"/>
          </a:xfrm>
        </p:spPr>
        <p:txBody>
          <a:bodyPr/>
          <a:lstStyle>
            <a:lvl1pPr>
              <a:defRPr sz="9600" b="1">
                <a:solidFill>
                  <a:schemeClr val="accent1"/>
                </a:solidFill>
              </a:defRPr>
            </a:lvl1pPr>
          </a:lstStyle>
          <a:p>
            <a:r>
              <a:rPr lang="it-IT" dirty="0"/>
              <a:t>00</a:t>
            </a:r>
          </a:p>
        </p:txBody>
      </p:sp>
    </p:spTree>
    <p:extLst>
      <p:ext uri="{BB962C8B-B14F-4D97-AF65-F5344CB8AC3E}">
        <p14:creationId xmlns:p14="http://schemas.microsoft.com/office/powerpoint/2010/main" val="585549693"/>
      </p:ext>
    </p:extLst>
  </p:cSld>
  <p:clrMapOvr>
    <a:masterClrMapping/>
  </p:clrMapOvr>
  <p:extLst mod="1">
    <p:ext uri="{DCECCB84-F9BA-43D5-87BE-67443E8EF086}">
      <p15:sldGuideLst xmlns="" xmlns:p15="http://schemas.microsoft.com/office/powerpoint/2012/main">
        <p15:guide id="1"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Slide interna">
    <p:spTree>
      <p:nvGrpSpPr>
        <p:cNvPr id="1" name=""/>
        <p:cNvGrpSpPr/>
        <p:nvPr/>
      </p:nvGrpSpPr>
      <p:grpSpPr>
        <a:xfrm>
          <a:off x="0" y="0"/>
          <a:ext cx="0" cy="0"/>
          <a:chOff x="0" y="0"/>
          <a:chExt cx="0" cy="0"/>
        </a:xfrm>
      </p:grpSpPr>
      <p:sp>
        <p:nvSpPr>
          <p:cNvPr id="2" name="Titolo 1">
            <a:extLst>
              <a:ext uri="{FF2B5EF4-FFF2-40B4-BE49-F238E27FC236}">
                <a16:creationId xmlns="" xmlns:a16="http://schemas.microsoft.com/office/drawing/2014/main" id="{F82522AE-B4DE-BE46-8DCD-711FCF7BB205}"/>
              </a:ext>
            </a:extLst>
          </p:cNvPr>
          <p:cNvSpPr>
            <a:spLocks noGrp="1"/>
          </p:cNvSpPr>
          <p:nvPr>
            <p:ph type="title" hasCustomPrompt="1"/>
          </p:nvPr>
        </p:nvSpPr>
        <p:spPr/>
        <p:txBody>
          <a:bodyPr/>
          <a:lstStyle>
            <a:lvl1pPr>
              <a:defRPr>
                <a:latin typeface="Luiss Sans" pitchFamily="2" charset="0"/>
              </a:defRPr>
            </a:lvl1pPr>
          </a:lstStyle>
          <a:p>
            <a:r>
              <a:rPr lang="it-IT" dirty="0"/>
              <a:t>Fare clic per modificare lo stile del titolo dello schema</a:t>
            </a:r>
            <a:br>
              <a:rPr lang="it-IT" dirty="0"/>
            </a:br>
            <a:endParaRPr lang="it-IT" dirty="0"/>
          </a:p>
        </p:txBody>
      </p:sp>
      <p:sp>
        <p:nvSpPr>
          <p:cNvPr id="3" name="Segnaposto contenuto 2">
            <a:extLst>
              <a:ext uri="{FF2B5EF4-FFF2-40B4-BE49-F238E27FC236}">
                <a16:creationId xmlns="" xmlns:a16="http://schemas.microsoft.com/office/drawing/2014/main" id="{032322D5-CD07-334E-AC52-C62261E6AA20}"/>
              </a:ext>
            </a:extLst>
          </p:cNvPr>
          <p:cNvSpPr>
            <a:spLocks noGrp="1"/>
          </p:cNvSpPr>
          <p:nvPr>
            <p:ph idx="1"/>
          </p:nvPr>
        </p:nvSpPr>
        <p:spPr>
          <a:xfrm>
            <a:off x="419100" y="1536970"/>
            <a:ext cx="11222038" cy="4339955"/>
          </a:xfrm>
        </p:spPr>
        <p:txBody>
          <a:bodyPr>
            <a:normAutofit/>
          </a:bodyPr>
          <a:lstStyle>
            <a:lvl1pPr>
              <a:defRPr sz="3200">
                <a:solidFill>
                  <a:schemeClr val="tx1">
                    <a:lumMod val="65000"/>
                    <a:lumOff val="35000"/>
                  </a:schemeClr>
                </a:solidFill>
                <a:latin typeface="Luiss Sans" pitchFamily="2" charset="0"/>
                <a:cs typeface="Calibri" panose="020F0502020204030204" pitchFamily="34" charset="0"/>
              </a:defRPr>
            </a:lvl1pPr>
          </a:lstStyle>
          <a:p>
            <a:r>
              <a:rPr lang="it-IT" dirty="0"/>
              <a:t>Modifica gli stili del testo dello schema
Secondo livello
Terzo livello
Quarto livello
Quinto livello</a:t>
            </a:r>
          </a:p>
        </p:txBody>
      </p:sp>
      <p:sp>
        <p:nvSpPr>
          <p:cNvPr id="5" name="Segnaposto piè di pagina 4">
            <a:extLst>
              <a:ext uri="{FF2B5EF4-FFF2-40B4-BE49-F238E27FC236}">
                <a16:creationId xmlns="" xmlns:a16="http://schemas.microsoft.com/office/drawing/2014/main" id="{E4602E30-BCD6-B540-9A70-A2109E6F85DD}"/>
              </a:ext>
            </a:extLst>
          </p:cNvPr>
          <p:cNvSpPr>
            <a:spLocks noGrp="1"/>
          </p:cNvSpPr>
          <p:nvPr>
            <p:ph type="ftr" sz="quarter" idx="11"/>
          </p:nvPr>
        </p:nvSpPr>
        <p:spPr>
          <a:xfrm>
            <a:off x="2965076" y="6224587"/>
            <a:ext cx="7769412" cy="365125"/>
          </a:xfrm>
        </p:spPr>
        <p:txBody>
          <a:bodyPr/>
          <a:lstStyle/>
          <a:p>
            <a:endParaRPr lang="it-IT"/>
          </a:p>
        </p:txBody>
      </p:sp>
      <p:sp>
        <p:nvSpPr>
          <p:cNvPr id="6" name="Segnaposto numero diapositiva 5">
            <a:extLst>
              <a:ext uri="{FF2B5EF4-FFF2-40B4-BE49-F238E27FC236}">
                <a16:creationId xmlns="" xmlns:a16="http://schemas.microsoft.com/office/drawing/2014/main" id="{5A169FEF-6CA0-6C4F-867F-1AC8C991C2FE}"/>
              </a:ext>
            </a:extLst>
          </p:cNvPr>
          <p:cNvSpPr>
            <a:spLocks noGrp="1"/>
          </p:cNvSpPr>
          <p:nvPr>
            <p:ph type="sldNum" sz="quarter" idx="12"/>
          </p:nvPr>
        </p:nvSpPr>
        <p:spPr>
          <a:xfrm>
            <a:off x="10896600" y="6224587"/>
            <a:ext cx="858838" cy="365125"/>
          </a:xfrm>
        </p:spPr>
        <p:txBody>
          <a:bodyPr/>
          <a:lstStyle/>
          <a:p>
            <a:fld id="{DD589A36-170F-7348-BCDB-23CF9D860473}" type="slidenum">
              <a:rPr lang="it-IT" smtClean="0"/>
              <a:t>‹N›</a:t>
            </a:fld>
            <a:endParaRPr lang="it-IT"/>
          </a:p>
        </p:txBody>
      </p:sp>
      <p:pic>
        <p:nvPicPr>
          <p:cNvPr id="10" name="Immagine 9">
            <a:extLst>
              <a:ext uri="{FF2B5EF4-FFF2-40B4-BE49-F238E27FC236}">
                <a16:creationId xmlns="" xmlns:a16="http://schemas.microsoft.com/office/drawing/2014/main" id="{92718396-3089-494E-88E4-C2C6CC04371E}"/>
              </a:ext>
            </a:extLst>
          </p:cNvPr>
          <p:cNvPicPr>
            <a:picLocks noChangeAspect="1"/>
          </p:cNvPicPr>
          <p:nvPr userDrawn="1"/>
        </p:nvPicPr>
        <p:blipFill>
          <a:blip r:embed="rId2"/>
          <a:stretch>
            <a:fillRect/>
          </a:stretch>
        </p:blipFill>
        <p:spPr>
          <a:xfrm>
            <a:off x="539416" y="6115911"/>
            <a:ext cx="609335" cy="473800"/>
          </a:xfrm>
          <a:prstGeom prst="rect">
            <a:avLst/>
          </a:prstGeom>
        </p:spPr>
      </p:pic>
    </p:spTree>
    <p:extLst>
      <p:ext uri="{BB962C8B-B14F-4D97-AF65-F5344CB8AC3E}">
        <p14:creationId xmlns:p14="http://schemas.microsoft.com/office/powerpoint/2010/main" val="42021602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Slide interna a due colonne">
    <p:spTree>
      <p:nvGrpSpPr>
        <p:cNvPr id="1" name=""/>
        <p:cNvGrpSpPr/>
        <p:nvPr/>
      </p:nvGrpSpPr>
      <p:grpSpPr>
        <a:xfrm>
          <a:off x="0" y="0"/>
          <a:ext cx="0" cy="0"/>
          <a:chOff x="0" y="0"/>
          <a:chExt cx="0" cy="0"/>
        </a:xfrm>
      </p:grpSpPr>
      <p:sp>
        <p:nvSpPr>
          <p:cNvPr id="2" name="Titolo 1">
            <a:extLst>
              <a:ext uri="{FF2B5EF4-FFF2-40B4-BE49-F238E27FC236}">
                <a16:creationId xmlns="" xmlns:a16="http://schemas.microsoft.com/office/drawing/2014/main" id="{AFCF852A-D30A-CC4D-BB28-885647985C0A}"/>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 xmlns:a16="http://schemas.microsoft.com/office/drawing/2014/main" id="{AA87984D-29CE-3442-8C11-C7B68CA421BA}"/>
              </a:ext>
            </a:extLst>
          </p:cNvPr>
          <p:cNvSpPr>
            <a:spLocks noGrp="1"/>
          </p:cNvSpPr>
          <p:nvPr>
            <p:ph sz="half" idx="1"/>
          </p:nvPr>
        </p:nvSpPr>
        <p:spPr>
          <a:xfrm>
            <a:off x="419099" y="1528003"/>
            <a:ext cx="5359131" cy="4351338"/>
          </a:xfrm>
        </p:spPr>
        <p:txBody>
          <a:bodyPr>
            <a:normAutofit/>
          </a:bodyPr>
          <a:lstStyle>
            <a:lvl1pPr>
              <a:defRPr sz="3200">
                <a:solidFill>
                  <a:schemeClr val="tx1">
                    <a:lumMod val="65000"/>
                    <a:lumOff val="35000"/>
                  </a:schemeClr>
                </a:solidFill>
                <a:latin typeface="Luiss Sans" pitchFamily="2" charset="0"/>
                <a:cs typeface="Calibri" panose="020F0502020204030204" pitchFamily="34" charset="0"/>
              </a:defRPr>
            </a:lvl1pPr>
          </a:lstStyle>
          <a:p>
            <a:r>
              <a:rPr lang="it-IT"/>
              <a:t>Modifica gli stili del testo dello schema
Secondo livello
Terzo livello
Quarto livello
Quinto livello</a:t>
            </a:r>
          </a:p>
        </p:txBody>
      </p:sp>
      <p:sp>
        <p:nvSpPr>
          <p:cNvPr id="4" name="Segnaposto contenuto 3">
            <a:extLst>
              <a:ext uri="{FF2B5EF4-FFF2-40B4-BE49-F238E27FC236}">
                <a16:creationId xmlns="" xmlns:a16="http://schemas.microsoft.com/office/drawing/2014/main" id="{6020D039-24D7-3D4C-AC12-8A561B0819C2}"/>
              </a:ext>
            </a:extLst>
          </p:cNvPr>
          <p:cNvSpPr>
            <a:spLocks noGrp="1"/>
          </p:cNvSpPr>
          <p:nvPr>
            <p:ph sz="half" idx="2"/>
          </p:nvPr>
        </p:nvSpPr>
        <p:spPr>
          <a:xfrm>
            <a:off x="6030118" y="1534556"/>
            <a:ext cx="5611019" cy="4351338"/>
          </a:xfrm>
        </p:spPr>
        <p:txBody>
          <a:bodyPr>
            <a:normAutofit/>
          </a:bodyPr>
          <a:lstStyle>
            <a:lvl1pPr>
              <a:defRPr sz="3200">
                <a:solidFill>
                  <a:schemeClr val="tx1">
                    <a:lumMod val="65000"/>
                    <a:lumOff val="35000"/>
                  </a:schemeClr>
                </a:solidFill>
                <a:latin typeface="Luiss Sans" pitchFamily="2" charset="0"/>
                <a:cs typeface="Calibri" panose="020F0502020204030204" pitchFamily="34" charset="0"/>
              </a:defRPr>
            </a:lvl1pPr>
          </a:lstStyle>
          <a:p>
            <a:r>
              <a:rPr lang="it-IT"/>
              <a:t>Modifica gli stili del testo dello schema
Secondo livello
Terzo livello
Quarto livello
Quinto livello</a:t>
            </a:r>
          </a:p>
        </p:txBody>
      </p:sp>
      <p:sp>
        <p:nvSpPr>
          <p:cNvPr id="6" name="Segnaposto piè di pagina 5">
            <a:extLst>
              <a:ext uri="{FF2B5EF4-FFF2-40B4-BE49-F238E27FC236}">
                <a16:creationId xmlns="" xmlns:a16="http://schemas.microsoft.com/office/drawing/2014/main" id="{85DAFAF3-5C89-784D-BB84-8D0F087F154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 xmlns:a16="http://schemas.microsoft.com/office/drawing/2014/main" id="{DC1EA764-7BE2-C542-B147-FEDB2B2C1681}"/>
              </a:ext>
            </a:extLst>
          </p:cNvPr>
          <p:cNvSpPr>
            <a:spLocks noGrp="1"/>
          </p:cNvSpPr>
          <p:nvPr>
            <p:ph type="sldNum" sz="quarter" idx="12"/>
          </p:nvPr>
        </p:nvSpPr>
        <p:spPr/>
        <p:txBody>
          <a:bodyPr/>
          <a:lstStyle/>
          <a:p>
            <a:fld id="{DD589A36-170F-7348-BCDB-23CF9D860473}" type="slidenum">
              <a:rPr lang="it-IT" smtClean="0"/>
              <a:t>‹N›</a:t>
            </a:fld>
            <a:endParaRPr lang="it-IT"/>
          </a:p>
        </p:txBody>
      </p:sp>
      <p:pic>
        <p:nvPicPr>
          <p:cNvPr id="8" name="Immagine 7">
            <a:extLst>
              <a:ext uri="{FF2B5EF4-FFF2-40B4-BE49-F238E27FC236}">
                <a16:creationId xmlns="" xmlns:a16="http://schemas.microsoft.com/office/drawing/2014/main" id="{83E19471-6113-BC4E-BB26-50046C77424C}"/>
              </a:ext>
            </a:extLst>
          </p:cNvPr>
          <p:cNvPicPr>
            <a:picLocks noChangeAspect="1"/>
          </p:cNvPicPr>
          <p:nvPr userDrawn="1"/>
        </p:nvPicPr>
        <p:blipFill>
          <a:blip r:embed="rId2"/>
          <a:stretch>
            <a:fillRect/>
          </a:stretch>
        </p:blipFill>
        <p:spPr>
          <a:xfrm>
            <a:off x="539416" y="6115911"/>
            <a:ext cx="609335" cy="473800"/>
          </a:xfrm>
          <a:prstGeom prst="rect">
            <a:avLst/>
          </a:prstGeom>
        </p:spPr>
      </p:pic>
    </p:spTree>
    <p:extLst>
      <p:ext uri="{BB962C8B-B14F-4D97-AF65-F5344CB8AC3E}">
        <p14:creationId xmlns:p14="http://schemas.microsoft.com/office/powerpoint/2010/main" val="33263824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lide interna Blu">
    <p:bg>
      <p:bgPr>
        <a:solidFill>
          <a:srgbClr val="003A70"/>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 xmlns:a16="http://schemas.microsoft.com/office/drawing/2014/main" id="{F82522AE-B4DE-BE46-8DCD-711FCF7BB205}"/>
              </a:ext>
            </a:extLst>
          </p:cNvPr>
          <p:cNvSpPr>
            <a:spLocks noGrp="1"/>
          </p:cNvSpPr>
          <p:nvPr>
            <p:ph type="title"/>
          </p:nvPr>
        </p:nvSpPr>
        <p:spPr/>
        <p:txBody>
          <a:bodyPr/>
          <a:lstStyle>
            <a:lvl1pPr>
              <a:defRPr sz="2600" b="0">
                <a:solidFill>
                  <a:schemeClr val="bg1"/>
                </a:solidFill>
                <a:latin typeface="Luiss Sans" pitchFamily="2" charset="0"/>
              </a:defRPr>
            </a:lvl1pPr>
          </a:lstStyle>
          <a:p>
            <a:r>
              <a:rPr lang="it-IT" dirty="0"/>
              <a:t>Fare clic per modificare lo stile del titolo dello schema</a:t>
            </a:r>
          </a:p>
        </p:txBody>
      </p:sp>
      <p:sp>
        <p:nvSpPr>
          <p:cNvPr id="3" name="Segnaposto contenuto 2">
            <a:extLst>
              <a:ext uri="{FF2B5EF4-FFF2-40B4-BE49-F238E27FC236}">
                <a16:creationId xmlns="" xmlns:a16="http://schemas.microsoft.com/office/drawing/2014/main" id="{032322D5-CD07-334E-AC52-C62261E6AA20}"/>
              </a:ext>
            </a:extLst>
          </p:cNvPr>
          <p:cNvSpPr>
            <a:spLocks noGrp="1"/>
          </p:cNvSpPr>
          <p:nvPr>
            <p:ph idx="1"/>
          </p:nvPr>
        </p:nvSpPr>
        <p:spPr>
          <a:xfrm>
            <a:off x="419100" y="1536971"/>
            <a:ext cx="11222038" cy="4214874"/>
          </a:xfrm>
        </p:spPr>
        <p:txBody>
          <a:bodyPr>
            <a:normAutofit/>
          </a:bodyPr>
          <a:lstStyle>
            <a:lvl1pPr>
              <a:lnSpc>
                <a:spcPct val="100000"/>
              </a:lnSpc>
              <a:defRPr sz="3200">
                <a:solidFill>
                  <a:schemeClr val="bg1"/>
                </a:solidFill>
                <a:latin typeface="Luiss Sans" pitchFamily="2" charset="0"/>
                <a:cs typeface="Calibri" panose="020F0502020204030204" pitchFamily="34" charset="0"/>
              </a:defRPr>
            </a:lvl1pPr>
          </a:lstStyle>
          <a:p>
            <a:r>
              <a:rPr lang="it-IT" dirty="0"/>
              <a:t>Modifica gli stili del testo dello schema
Secondo livello
Terzo livello
Quarto livello
Quinto livello</a:t>
            </a:r>
          </a:p>
        </p:txBody>
      </p:sp>
      <p:sp>
        <p:nvSpPr>
          <p:cNvPr id="5" name="Segnaposto piè di pagina 4">
            <a:extLst>
              <a:ext uri="{FF2B5EF4-FFF2-40B4-BE49-F238E27FC236}">
                <a16:creationId xmlns="" xmlns:a16="http://schemas.microsoft.com/office/drawing/2014/main" id="{E4602E30-BCD6-B540-9A70-A2109E6F85DD}"/>
              </a:ext>
            </a:extLst>
          </p:cNvPr>
          <p:cNvSpPr>
            <a:spLocks noGrp="1"/>
          </p:cNvSpPr>
          <p:nvPr>
            <p:ph type="ftr" sz="quarter" idx="11"/>
          </p:nvPr>
        </p:nvSpPr>
        <p:spPr>
          <a:xfrm>
            <a:off x="2877671" y="6224587"/>
            <a:ext cx="7853081" cy="365125"/>
          </a:xfrm>
        </p:spPr>
        <p:txBody>
          <a:bodyPr/>
          <a:lstStyle>
            <a:lvl1pPr>
              <a:defRPr>
                <a:solidFill>
                  <a:schemeClr val="bg1"/>
                </a:solidFill>
                <a:latin typeface="Luiss Sans" pitchFamily="2" charset="0"/>
              </a:defRPr>
            </a:lvl1pPr>
          </a:lstStyle>
          <a:p>
            <a:endParaRPr lang="it-IT"/>
          </a:p>
        </p:txBody>
      </p:sp>
      <p:sp>
        <p:nvSpPr>
          <p:cNvPr id="6" name="Segnaposto numero diapositiva 5">
            <a:extLst>
              <a:ext uri="{FF2B5EF4-FFF2-40B4-BE49-F238E27FC236}">
                <a16:creationId xmlns="" xmlns:a16="http://schemas.microsoft.com/office/drawing/2014/main" id="{5A169FEF-6CA0-6C4F-867F-1AC8C991C2FE}"/>
              </a:ext>
            </a:extLst>
          </p:cNvPr>
          <p:cNvSpPr>
            <a:spLocks noGrp="1"/>
          </p:cNvSpPr>
          <p:nvPr>
            <p:ph type="sldNum" sz="quarter" idx="12"/>
          </p:nvPr>
        </p:nvSpPr>
        <p:spPr>
          <a:xfrm>
            <a:off x="10896600" y="6224587"/>
            <a:ext cx="858838" cy="365125"/>
          </a:xfrm>
        </p:spPr>
        <p:txBody>
          <a:bodyPr/>
          <a:lstStyle>
            <a:lvl1pPr>
              <a:defRPr>
                <a:solidFill>
                  <a:schemeClr val="bg1"/>
                </a:solidFill>
                <a:latin typeface="Luiss Sans" pitchFamily="2" charset="0"/>
              </a:defRPr>
            </a:lvl1pPr>
          </a:lstStyle>
          <a:p>
            <a:fld id="{DD589A36-170F-7348-BCDB-23CF9D860473}" type="slidenum">
              <a:rPr lang="it-IT" smtClean="0"/>
              <a:pPr/>
              <a:t>‹N›</a:t>
            </a:fld>
            <a:endParaRPr lang="it-IT"/>
          </a:p>
        </p:txBody>
      </p:sp>
      <p:pic>
        <p:nvPicPr>
          <p:cNvPr id="9" name="Immagine 8">
            <a:extLst>
              <a:ext uri="{FF2B5EF4-FFF2-40B4-BE49-F238E27FC236}">
                <a16:creationId xmlns="" xmlns:a16="http://schemas.microsoft.com/office/drawing/2014/main" id="{B5998D15-64BF-DF41-865D-5D64791718E1}"/>
              </a:ext>
            </a:extLst>
          </p:cNvPr>
          <p:cNvPicPr>
            <a:picLocks noChangeAspect="1"/>
          </p:cNvPicPr>
          <p:nvPr userDrawn="1"/>
        </p:nvPicPr>
        <p:blipFill>
          <a:blip r:embed="rId2"/>
          <a:stretch>
            <a:fillRect/>
          </a:stretch>
        </p:blipFill>
        <p:spPr>
          <a:xfrm>
            <a:off x="539416" y="6115911"/>
            <a:ext cx="609334" cy="473800"/>
          </a:xfrm>
          <a:prstGeom prst="rect">
            <a:avLst/>
          </a:prstGeom>
        </p:spPr>
      </p:pic>
    </p:spTree>
    <p:extLst>
      <p:ext uri="{BB962C8B-B14F-4D97-AF65-F5344CB8AC3E}">
        <p14:creationId xmlns:p14="http://schemas.microsoft.com/office/powerpoint/2010/main" val="24035845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Ringraziamenti">
    <p:spTree>
      <p:nvGrpSpPr>
        <p:cNvPr id="1" name=""/>
        <p:cNvGrpSpPr/>
        <p:nvPr/>
      </p:nvGrpSpPr>
      <p:grpSpPr>
        <a:xfrm>
          <a:off x="0" y="0"/>
          <a:ext cx="0" cy="0"/>
          <a:chOff x="0" y="0"/>
          <a:chExt cx="0" cy="0"/>
        </a:xfrm>
      </p:grpSpPr>
      <p:sp>
        <p:nvSpPr>
          <p:cNvPr id="2" name="Titolo 1">
            <a:extLst>
              <a:ext uri="{FF2B5EF4-FFF2-40B4-BE49-F238E27FC236}">
                <a16:creationId xmlns="" xmlns:a16="http://schemas.microsoft.com/office/drawing/2014/main" id="{53BB0A04-BBE7-D343-BF4A-4CC426B845C4}"/>
              </a:ext>
            </a:extLst>
          </p:cNvPr>
          <p:cNvSpPr>
            <a:spLocks noGrp="1"/>
          </p:cNvSpPr>
          <p:nvPr>
            <p:ph type="ctrTitle"/>
          </p:nvPr>
        </p:nvSpPr>
        <p:spPr>
          <a:xfrm>
            <a:off x="506353" y="2946626"/>
            <a:ext cx="11189995" cy="547200"/>
          </a:xfrm>
        </p:spPr>
        <p:txBody>
          <a:bodyPr lIns="0" tIns="0" rIns="0" bIns="0" anchor="t" anchorCtr="0">
            <a:spAutoFit/>
          </a:bodyPr>
          <a:lstStyle>
            <a:lvl1pPr algn="l">
              <a:defRPr sz="3800" b="0" i="0">
                <a:solidFill>
                  <a:srgbClr val="003A70"/>
                </a:solidFill>
                <a:latin typeface="Luiss Sans" pitchFamily="2" charset="0"/>
              </a:defRPr>
            </a:lvl1pPr>
          </a:lstStyle>
          <a:p>
            <a:endParaRPr lang="it-IT" dirty="0"/>
          </a:p>
        </p:txBody>
      </p:sp>
      <p:pic>
        <p:nvPicPr>
          <p:cNvPr id="8" name="Immagine 7">
            <a:extLst>
              <a:ext uri="{FF2B5EF4-FFF2-40B4-BE49-F238E27FC236}">
                <a16:creationId xmlns="" xmlns:a16="http://schemas.microsoft.com/office/drawing/2014/main" id="{ACDCAE34-9B0B-7846-B12B-0C530751E1A8}"/>
              </a:ext>
            </a:extLst>
          </p:cNvPr>
          <p:cNvPicPr>
            <a:picLocks noChangeAspect="1"/>
          </p:cNvPicPr>
          <p:nvPr userDrawn="1"/>
        </p:nvPicPr>
        <p:blipFill>
          <a:blip r:embed="rId2"/>
          <a:stretch>
            <a:fillRect/>
          </a:stretch>
        </p:blipFill>
        <p:spPr>
          <a:xfrm>
            <a:off x="530086" y="5306079"/>
            <a:ext cx="1229574" cy="956079"/>
          </a:xfrm>
          <a:prstGeom prst="rect">
            <a:avLst/>
          </a:prstGeom>
        </p:spPr>
      </p:pic>
      <p:pic>
        <p:nvPicPr>
          <p:cNvPr id="9" name="Immagine 8">
            <a:extLst>
              <a:ext uri="{FF2B5EF4-FFF2-40B4-BE49-F238E27FC236}">
                <a16:creationId xmlns="" xmlns:a16="http://schemas.microsoft.com/office/drawing/2014/main" id="{C3305440-487C-C141-94AA-89D8B1DE743C}"/>
              </a:ext>
            </a:extLst>
          </p:cNvPr>
          <p:cNvPicPr>
            <a:picLocks noChangeAspect="1"/>
          </p:cNvPicPr>
          <p:nvPr userDrawn="1"/>
        </p:nvPicPr>
        <p:blipFill>
          <a:blip r:embed="rId3"/>
          <a:stretch>
            <a:fillRect/>
          </a:stretch>
        </p:blipFill>
        <p:spPr>
          <a:xfrm>
            <a:off x="10149502" y="5095664"/>
            <a:ext cx="1742932" cy="1374812"/>
          </a:xfrm>
          <a:prstGeom prst="rect">
            <a:avLst/>
          </a:prstGeom>
        </p:spPr>
      </p:pic>
    </p:spTree>
    <p:extLst>
      <p:ext uri="{BB962C8B-B14F-4D97-AF65-F5344CB8AC3E}">
        <p14:creationId xmlns:p14="http://schemas.microsoft.com/office/powerpoint/2010/main" val="2513624243"/>
      </p:ext>
    </p:extLst>
  </p:cSld>
  <p:clrMapOvr>
    <a:masterClrMapping/>
  </p:clrMapOvr>
  <p:extLst mod="1">
    <p:ext uri="{DCECCB84-F9BA-43D5-87BE-67443E8EF086}">
      <p15:sldGuideLst xmlns="" xmlns:p15="http://schemas.microsoft.com/office/powerpoint/2012/main">
        <p15:guide id="1" orient="horz" pos="2160">
          <p15:clr>
            <a:srgbClr val="FBAE40"/>
          </p15:clr>
        </p15:guide>
        <p15:guide id="2" pos="3840">
          <p15:clr>
            <a:srgbClr val="FBAE40"/>
          </p15:clr>
        </p15:guide>
        <p15:guide id="3" orient="horz" pos="3864">
          <p15:clr>
            <a:srgbClr val="FBAE40"/>
          </p15:clr>
        </p15:guide>
        <p15:guide id="5" orient="horz" pos="3517">
          <p15:clr>
            <a:srgbClr val="FBAE40"/>
          </p15:clr>
        </p15:guide>
        <p15:guide id="7" orient="horz" pos="2742">
          <p15:clr>
            <a:srgbClr val="FBAE40"/>
          </p15:clr>
        </p15:guide>
        <p15:guide id="8" orient="horz" pos="1091">
          <p15:clr>
            <a:srgbClr val="FBAE40"/>
          </p15:clr>
        </p15:guide>
        <p15:guide id="10" pos="5011">
          <p15:clr>
            <a:srgbClr val="FBAE40"/>
          </p15:clr>
        </p15:guide>
        <p15:guide id="11" pos="467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immagine">
    <p:spTree>
      <p:nvGrpSpPr>
        <p:cNvPr id="1" name=""/>
        <p:cNvGrpSpPr/>
        <p:nvPr/>
      </p:nvGrpSpPr>
      <p:grpSpPr>
        <a:xfrm>
          <a:off x="0" y="0"/>
          <a:ext cx="0" cy="0"/>
          <a:chOff x="0" y="0"/>
          <a:chExt cx="0" cy="0"/>
        </a:xfrm>
      </p:grpSpPr>
      <p:sp>
        <p:nvSpPr>
          <p:cNvPr id="10" name="Segnaposto immagine 9">
            <a:extLst>
              <a:ext uri="{FF2B5EF4-FFF2-40B4-BE49-F238E27FC236}">
                <a16:creationId xmlns="" xmlns:a16="http://schemas.microsoft.com/office/drawing/2014/main" id="{0D9461D8-08BF-204F-8ABB-496B7A5229D5}"/>
              </a:ext>
            </a:extLst>
          </p:cNvPr>
          <p:cNvSpPr>
            <a:spLocks noGrp="1"/>
          </p:cNvSpPr>
          <p:nvPr>
            <p:ph type="pic" sz="quarter" idx="10"/>
          </p:nvPr>
        </p:nvSpPr>
        <p:spPr>
          <a:xfrm>
            <a:off x="542925" y="549275"/>
            <a:ext cx="11098213" cy="5770563"/>
          </a:xfrm>
        </p:spPr>
        <p:txBody>
          <a:bodyPr/>
          <a:lstStyle>
            <a:lvl1pPr marL="0" indent="0" algn="ctr">
              <a:buNone/>
              <a:defRPr/>
            </a:lvl1pPr>
          </a:lstStyle>
          <a:p>
            <a:endParaRPr lang="it-IT"/>
          </a:p>
        </p:txBody>
      </p:sp>
    </p:spTree>
    <p:extLst>
      <p:ext uri="{BB962C8B-B14F-4D97-AF65-F5344CB8AC3E}">
        <p14:creationId xmlns:p14="http://schemas.microsoft.com/office/powerpoint/2010/main" val="9848779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 Box 2"/>
          <p:cNvSpPr txBox="1">
            <a:spLocks noChangeArrowheads="1"/>
          </p:cNvSpPr>
          <p:nvPr userDrawn="1"/>
        </p:nvSpPr>
        <p:spPr bwMode="auto">
          <a:xfrm>
            <a:off x="719667" y="1019175"/>
            <a:ext cx="10670117" cy="46038"/>
          </a:xfrm>
          <a:prstGeom prst="rect">
            <a:avLst/>
          </a:prstGeom>
          <a:solidFill>
            <a:srgbClr val="464990"/>
          </a:solidFill>
          <a:ln>
            <a:noFill/>
          </a:ln>
          <a:extLst/>
        </p:spPr>
        <p:txBody>
          <a:bodyPr tIns="0" bIns="0" anchor="ctr"/>
          <a:lstStyle>
            <a:lvl1pPr>
              <a:defRPr sz="2400">
                <a:solidFill>
                  <a:schemeClr val="tx1"/>
                </a:solidFill>
                <a:latin typeface="Arial" pitchFamily="34" charset="0"/>
                <a:ea typeface="ヒラギノ角ゴ Pro W3" charset="-128"/>
              </a:defRPr>
            </a:lvl1pPr>
            <a:lvl2pPr marL="742950" indent="-285750">
              <a:defRPr sz="2400">
                <a:solidFill>
                  <a:schemeClr val="tx1"/>
                </a:solidFill>
                <a:latin typeface="Arial" pitchFamily="34" charset="0"/>
                <a:ea typeface="ヒラギノ角ゴ Pro W3" charset="-128"/>
              </a:defRPr>
            </a:lvl2pPr>
            <a:lvl3pPr marL="1143000" indent="-228600">
              <a:defRPr sz="2400">
                <a:solidFill>
                  <a:schemeClr val="tx1"/>
                </a:solidFill>
                <a:latin typeface="Arial" pitchFamily="34" charset="0"/>
                <a:ea typeface="ヒラギノ角ゴ Pro W3" charset="-128"/>
              </a:defRPr>
            </a:lvl3pPr>
            <a:lvl4pPr marL="1600200" indent="-228600">
              <a:defRPr sz="2400">
                <a:solidFill>
                  <a:schemeClr val="tx1"/>
                </a:solidFill>
                <a:latin typeface="Arial" pitchFamily="34" charset="0"/>
                <a:ea typeface="ヒラギノ角ゴ Pro W3" charset="-128"/>
              </a:defRPr>
            </a:lvl4pPr>
            <a:lvl5pPr marL="2057400" indent="-228600">
              <a:defRPr sz="2400">
                <a:solidFill>
                  <a:schemeClr val="tx1"/>
                </a:solidFill>
                <a:latin typeface="Arial" pitchFamily="34" charset="0"/>
                <a:ea typeface="ヒラギノ角ゴ Pro W3" charset="-128"/>
              </a:defRPr>
            </a:lvl5pPr>
            <a:lvl6pPr marL="2514600" indent="-228600" eaLnBrk="0" fontAlgn="base" hangingPunct="0">
              <a:spcBef>
                <a:spcPct val="0"/>
              </a:spcBef>
              <a:spcAft>
                <a:spcPct val="0"/>
              </a:spcAft>
              <a:defRPr sz="2400">
                <a:solidFill>
                  <a:schemeClr val="tx1"/>
                </a:solidFill>
                <a:latin typeface="Arial" pitchFamily="34" charset="0"/>
                <a:ea typeface="ヒラギノ角ゴ Pro W3" charset="-128"/>
              </a:defRPr>
            </a:lvl6pPr>
            <a:lvl7pPr marL="2971800" indent="-228600" eaLnBrk="0" fontAlgn="base" hangingPunct="0">
              <a:spcBef>
                <a:spcPct val="0"/>
              </a:spcBef>
              <a:spcAft>
                <a:spcPct val="0"/>
              </a:spcAft>
              <a:defRPr sz="2400">
                <a:solidFill>
                  <a:schemeClr val="tx1"/>
                </a:solidFill>
                <a:latin typeface="Arial" pitchFamily="34" charset="0"/>
                <a:ea typeface="ヒラギノ角ゴ Pro W3" charset="-128"/>
              </a:defRPr>
            </a:lvl7pPr>
            <a:lvl8pPr marL="3429000" indent="-228600" eaLnBrk="0" fontAlgn="base" hangingPunct="0">
              <a:spcBef>
                <a:spcPct val="0"/>
              </a:spcBef>
              <a:spcAft>
                <a:spcPct val="0"/>
              </a:spcAft>
              <a:defRPr sz="2400">
                <a:solidFill>
                  <a:schemeClr val="tx1"/>
                </a:solidFill>
                <a:latin typeface="Arial" pitchFamily="34" charset="0"/>
                <a:ea typeface="ヒラギノ角ゴ Pro W3" charset="-128"/>
              </a:defRPr>
            </a:lvl8pPr>
            <a:lvl9pPr marL="3886200" indent="-228600" eaLnBrk="0" fontAlgn="base" hangingPunct="0">
              <a:spcBef>
                <a:spcPct val="0"/>
              </a:spcBef>
              <a:spcAft>
                <a:spcPct val="0"/>
              </a:spcAft>
              <a:defRPr sz="2400">
                <a:solidFill>
                  <a:schemeClr val="tx1"/>
                </a:solidFill>
                <a:latin typeface="Arial" pitchFamily="34" charset="0"/>
                <a:ea typeface="ヒラギノ角ゴ Pro W3" charset="-128"/>
              </a:defRPr>
            </a:lvl9pPr>
          </a:lstStyle>
          <a:p>
            <a:pPr algn="ctr">
              <a:defRPr/>
            </a:pPr>
            <a:endParaRPr lang="it-IT" sz="1800" dirty="0" smtClean="0">
              <a:solidFill>
                <a:schemeClr val="bg1"/>
              </a:solidFill>
              <a:latin typeface="Franklin Gothic Book" pitchFamily="34" charset="0"/>
            </a:endParaRPr>
          </a:p>
        </p:txBody>
      </p:sp>
      <p:sp>
        <p:nvSpPr>
          <p:cNvPr id="11" name="Rectangle 2"/>
          <p:cNvSpPr>
            <a:spLocks noGrp="1" noChangeArrowheads="1"/>
          </p:cNvSpPr>
          <p:nvPr>
            <p:ph type="title"/>
          </p:nvPr>
        </p:nvSpPr>
        <p:spPr bwMode="auto">
          <a:xfrm>
            <a:off x="719403" y="104775"/>
            <a:ext cx="10670381" cy="914400"/>
          </a:xfrm>
          <a:prstGeom prst="rect">
            <a:avLst/>
          </a:prstGeom>
          <a:noFill/>
          <a:ln>
            <a:noFill/>
          </a:ln>
          <a:extLst/>
        </p:spPr>
        <p:txBody>
          <a:bodyPr/>
          <a:lstStyle/>
          <a:p>
            <a:pPr lvl="0"/>
            <a:r>
              <a:rPr lang="it-IT" dirty="0"/>
              <a:t>Fare clic per modificare stile</a:t>
            </a:r>
          </a:p>
        </p:txBody>
      </p:sp>
      <p:sp>
        <p:nvSpPr>
          <p:cNvPr id="12" name="Rectangle 3"/>
          <p:cNvSpPr>
            <a:spLocks noGrp="1" noChangeArrowheads="1"/>
          </p:cNvSpPr>
          <p:nvPr>
            <p:ph idx="1"/>
          </p:nvPr>
        </p:nvSpPr>
        <p:spPr bwMode="auto">
          <a:xfrm>
            <a:off x="685338" y="1124744"/>
            <a:ext cx="10670381" cy="4895750"/>
          </a:xfrm>
          <a:prstGeom prst="rect">
            <a:avLst/>
          </a:prstGeom>
          <a:noFill/>
          <a:ln>
            <a:noFill/>
          </a:ln>
          <a:extLst/>
        </p:spPr>
        <p:txBody>
          <a:bodyPr/>
          <a:lstStyle>
            <a:lvl1pPr>
              <a:lnSpc>
                <a:spcPct val="100000"/>
              </a:lnSpc>
              <a:defRPr/>
            </a:lvl1pPr>
            <a:lvl2pPr>
              <a:lnSpc>
                <a:spcPct val="100000"/>
              </a:lnSpc>
              <a:defRPr/>
            </a:lvl2pPr>
            <a:lvl3pPr>
              <a:lnSpc>
                <a:spcPct val="100000"/>
              </a:lnSpc>
              <a:defRPr/>
            </a:lvl3pPr>
            <a:lvl4pPr>
              <a:lnSpc>
                <a:spcPct val="100000"/>
              </a:lnSpc>
              <a:defRPr/>
            </a:lvl4pPr>
          </a:lstStyle>
          <a:p>
            <a:pPr lvl="0"/>
            <a:r>
              <a:rPr lang="it-IT" noProof="0" smtClean="0"/>
              <a:t>Click to </a:t>
            </a:r>
            <a:r>
              <a:rPr lang="it-IT" noProof="0" dirty="0" err="1" smtClean="0"/>
              <a:t>edit</a:t>
            </a:r>
            <a:r>
              <a:rPr lang="it-IT" noProof="0" dirty="0" smtClean="0"/>
              <a:t> Master text </a:t>
            </a:r>
            <a:r>
              <a:rPr lang="it-IT" noProof="0" dirty="0" err="1" smtClean="0"/>
              <a:t>styles</a:t>
            </a:r>
            <a:endParaRPr lang="it-IT" noProof="0" dirty="0" smtClean="0"/>
          </a:p>
          <a:p>
            <a:pPr lvl="1"/>
            <a:r>
              <a:rPr lang="it-IT" noProof="0" dirty="0" smtClean="0"/>
              <a:t>Second </a:t>
            </a:r>
            <a:r>
              <a:rPr lang="it-IT" noProof="0" dirty="0" err="1" smtClean="0"/>
              <a:t>level</a:t>
            </a:r>
            <a:endParaRPr lang="it-IT" noProof="0" dirty="0" smtClean="0"/>
          </a:p>
          <a:p>
            <a:pPr lvl="2"/>
            <a:r>
              <a:rPr lang="it-IT" noProof="0" dirty="0" smtClean="0"/>
              <a:t>Third </a:t>
            </a:r>
            <a:r>
              <a:rPr lang="it-IT" noProof="0" dirty="0" err="1" smtClean="0"/>
              <a:t>level</a:t>
            </a:r>
            <a:endParaRPr lang="it-IT" noProof="0" dirty="0" smtClean="0"/>
          </a:p>
          <a:p>
            <a:pPr lvl="3"/>
            <a:r>
              <a:rPr lang="it-IT" noProof="0" dirty="0" err="1" smtClean="0"/>
              <a:t>Fourth</a:t>
            </a:r>
            <a:r>
              <a:rPr lang="it-IT" noProof="0" dirty="0" smtClean="0"/>
              <a:t> </a:t>
            </a:r>
            <a:r>
              <a:rPr lang="it-IT" noProof="0" dirty="0" err="1" smtClean="0"/>
              <a:t>level</a:t>
            </a:r>
            <a:endParaRPr lang="it-IT" noProof="0" dirty="0" smtClean="0"/>
          </a:p>
        </p:txBody>
      </p:sp>
      <p:sp>
        <p:nvSpPr>
          <p:cNvPr id="7" name="Rectangle 6"/>
          <p:cNvSpPr>
            <a:spLocks noGrp="1" noChangeArrowheads="1"/>
          </p:cNvSpPr>
          <p:nvPr>
            <p:ph type="sldNum" sz="quarter" idx="10"/>
          </p:nvPr>
        </p:nvSpPr>
        <p:spPr/>
        <p:txBody>
          <a:bodyPr/>
          <a:lstStyle>
            <a:lvl1pPr>
              <a:defRPr>
                <a:solidFill>
                  <a:srgbClr val="FFFFFF"/>
                </a:solidFill>
              </a:defRPr>
            </a:lvl1pPr>
          </a:lstStyle>
          <a:p>
            <a:pPr>
              <a:defRPr/>
            </a:pPr>
            <a:fld id="{115B789B-1DB2-401A-847C-C55CE560B234}" type="slidenum">
              <a:rPr lang="it-IT" altLang="it-IT"/>
              <a:pPr>
                <a:defRPr/>
              </a:pPr>
              <a:t>‹N›</a:t>
            </a:fld>
            <a:endParaRPr lang="it-IT" altLang="it-IT"/>
          </a:p>
        </p:txBody>
      </p:sp>
    </p:spTree>
    <p:extLst>
      <p:ext uri="{BB962C8B-B14F-4D97-AF65-F5344CB8AC3E}">
        <p14:creationId xmlns:p14="http://schemas.microsoft.com/office/powerpoint/2010/main" val="2614345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 xmlns:a16="http://schemas.microsoft.com/office/drawing/2014/main" id="{FF49B507-8551-CC47-91BD-DBB3E40CD605}"/>
              </a:ext>
            </a:extLst>
          </p:cNvPr>
          <p:cNvSpPr>
            <a:spLocks noGrp="1"/>
          </p:cNvSpPr>
          <p:nvPr>
            <p:ph type="title"/>
          </p:nvPr>
        </p:nvSpPr>
        <p:spPr>
          <a:xfrm>
            <a:off x="419100" y="365125"/>
            <a:ext cx="11222038" cy="993775"/>
          </a:xfrm>
          <a:prstGeom prst="rect">
            <a:avLst/>
          </a:prstGeom>
        </p:spPr>
        <p:txBody>
          <a:bodyPr vert="horz" lIns="91440" tIns="45720" rIns="91440" bIns="45720" rtlCol="0" anchor="t">
            <a:noAutofit/>
          </a:bodyPr>
          <a:lstStyle/>
          <a:p>
            <a:r>
              <a:rPr lang="it-IT" dirty="0"/>
              <a:t>Fare clic per modificare lo stile del titolo dello schema</a:t>
            </a:r>
          </a:p>
        </p:txBody>
      </p:sp>
      <p:sp>
        <p:nvSpPr>
          <p:cNvPr id="3" name="Segnaposto testo 2">
            <a:extLst>
              <a:ext uri="{FF2B5EF4-FFF2-40B4-BE49-F238E27FC236}">
                <a16:creationId xmlns="" xmlns:a16="http://schemas.microsoft.com/office/drawing/2014/main" id="{B3411DEE-4AD8-E74D-AEA0-F1709A493D7D}"/>
              </a:ext>
            </a:extLst>
          </p:cNvPr>
          <p:cNvSpPr>
            <a:spLocks noGrp="1"/>
          </p:cNvSpPr>
          <p:nvPr>
            <p:ph type="body" idx="1"/>
          </p:nvPr>
        </p:nvSpPr>
        <p:spPr>
          <a:xfrm>
            <a:off x="419911" y="1532404"/>
            <a:ext cx="11222038" cy="4344521"/>
          </a:xfrm>
          <a:prstGeom prst="rect">
            <a:avLst/>
          </a:prstGeom>
        </p:spPr>
        <p:txBody>
          <a:bodyPr vert="horz" lIns="91440" tIns="45720" rIns="91440" bIns="45720" rtlCol="0" anchor="ctr">
            <a:noAutofit/>
          </a:bodyPr>
          <a:lstStyle/>
          <a:p>
            <a:r>
              <a:rPr lang="it-IT" dirty="0"/>
              <a:t>Modifica gli stili del testo dello schema
Secondo livello
Terzo livello
Quarto livello
Quinto livello</a:t>
            </a:r>
          </a:p>
        </p:txBody>
      </p:sp>
      <p:sp>
        <p:nvSpPr>
          <p:cNvPr id="5" name="Segnaposto piè di pagina 4">
            <a:extLst>
              <a:ext uri="{FF2B5EF4-FFF2-40B4-BE49-F238E27FC236}">
                <a16:creationId xmlns="" xmlns:a16="http://schemas.microsoft.com/office/drawing/2014/main" id="{9E383537-6367-1443-9D86-622943D14FE7}"/>
              </a:ext>
            </a:extLst>
          </p:cNvPr>
          <p:cNvSpPr>
            <a:spLocks noGrp="1"/>
          </p:cNvSpPr>
          <p:nvPr>
            <p:ph type="ftr" sz="quarter" idx="3"/>
          </p:nvPr>
        </p:nvSpPr>
        <p:spPr>
          <a:xfrm>
            <a:off x="2991971" y="6224587"/>
            <a:ext cx="7742517" cy="365125"/>
          </a:xfrm>
          <a:prstGeom prst="rect">
            <a:avLst/>
          </a:prstGeom>
        </p:spPr>
        <p:txBody>
          <a:bodyPr vert="horz" lIns="72000" tIns="0" rIns="72000" bIns="0" rtlCol="0" anchor="b"/>
          <a:lstStyle>
            <a:lvl1pPr algn="r">
              <a:defRPr sz="1400" b="1" i="0">
                <a:solidFill>
                  <a:srgbClr val="003A70"/>
                </a:solidFill>
                <a:latin typeface="Luiss Sans" pitchFamily="2" charset="0"/>
                <a:ea typeface="Luiss Sans" pitchFamily="2" charset="0"/>
                <a:cs typeface="Luiss Sans" pitchFamily="2" charset="0"/>
              </a:defRPr>
            </a:lvl1pPr>
          </a:lstStyle>
          <a:p>
            <a:endParaRPr lang="it-IT" dirty="0"/>
          </a:p>
        </p:txBody>
      </p:sp>
      <p:sp>
        <p:nvSpPr>
          <p:cNvPr id="6" name="Segnaposto numero diapositiva 5">
            <a:extLst>
              <a:ext uri="{FF2B5EF4-FFF2-40B4-BE49-F238E27FC236}">
                <a16:creationId xmlns="" xmlns:a16="http://schemas.microsoft.com/office/drawing/2014/main" id="{7EC8A305-BBBD-9C45-8197-11A6CAC5920F}"/>
              </a:ext>
            </a:extLst>
          </p:cNvPr>
          <p:cNvSpPr>
            <a:spLocks noGrp="1"/>
          </p:cNvSpPr>
          <p:nvPr>
            <p:ph type="sldNum" sz="quarter" idx="4"/>
          </p:nvPr>
        </p:nvSpPr>
        <p:spPr>
          <a:xfrm>
            <a:off x="10896600" y="6224587"/>
            <a:ext cx="858838" cy="365125"/>
          </a:xfrm>
          <a:prstGeom prst="rect">
            <a:avLst/>
          </a:prstGeom>
        </p:spPr>
        <p:txBody>
          <a:bodyPr vert="horz" lIns="72000" tIns="0" rIns="72000" bIns="0" rtlCol="0" anchor="b"/>
          <a:lstStyle>
            <a:lvl1pPr algn="r">
              <a:defRPr sz="1400" b="0" i="0">
                <a:solidFill>
                  <a:srgbClr val="003A70"/>
                </a:solidFill>
                <a:latin typeface="Luiss Sans" pitchFamily="2" charset="0"/>
                <a:ea typeface="Luiss Sans" pitchFamily="2" charset="0"/>
                <a:cs typeface="Luiss Sans" pitchFamily="2" charset="0"/>
              </a:defRPr>
            </a:lvl1pPr>
          </a:lstStyle>
          <a:p>
            <a:fld id="{DD589A36-170F-7348-BCDB-23CF9D860473}" type="slidenum">
              <a:rPr lang="it-IT" smtClean="0"/>
              <a:pPr/>
              <a:t>‹N›</a:t>
            </a:fld>
            <a:endParaRPr lang="it-IT" dirty="0"/>
          </a:p>
        </p:txBody>
      </p:sp>
    </p:spTree>
    <p:extLst>
      <p:ext uri="{BB962C8B-B14F-4D97-AF65-F5344CB8AC3E}">
        <p14:creationId xmlns:p14="http://schemas.microsoft.com/office/powerpoint/2010/main" val="1549252500"/>
      </p:ext>
    </p:extLst>
  </p:cSld>
  <p:clrMap bg1="lt1" tx1="dk1" bg2="lt2" tx2="dk2" accent1="accent1" accent2="accent2" accent3="accent3" accent4="accent4" accent5="accent5" accent6="accent6" hlink="hlink" folHlink="folHlink"/>
  <p:sldLayoutIdLst>
    <p:sldLayoutId id="2147483649" r:id="rId1"/>
    <p:sldLayoutId id="2147483669" r:id="rId2"/>
    <p:sldLayoutId id="2147483660" r:id="rId3"/>
    <p:sldLayoutId id="2147483661" r:id="rId4"/>
    <p:sldLayoutId id="2147483651" r:id="rId5"/>
    <p:sldLayoutId id="2147483664" r:id="rId6"/>
    <p:sldLayoutId id="2147483665" r:id="rId7"/>
    <p:sldLayoutId id="2147483666" r:id="rId8"/>
    <p:sldLayoutId id="2147483672" r:id="rId9"/>
    <p:sldLayoutId id="2147483671" r:id="rId10"/>
    <p:sldLayoutId id="2147483670" r:id="rId11"/>
    <p:sldLayoutId id="2147483650" r:id="rId12"/>
    <p:sldLayoutId id="2147483652" r:id="rId13"/>
    <p:sldLayoutId id="2147483667" r:id="rId14"/>
    <p:sldLayoutId id="2147483673" r:id="rId15"/>
    <p:sldLayoutId id="2147483668" r:id="rId16"/>
    <p:sldLayoutId id="2147483675" r:id="rId17"/>
  </p:sldLayoutIdLst>
  <p:hf hdr="0" ftr="0" dt="0"/>
  <p:txStyles>
    <p:titleStyle>
      <a:lvl1pPr algn="l" defTabSz="914400" rtl="0" eaLnBrk="1" latinLnBrk="0" hangingPunct="1">
        <a:lnSpc>
          <a:spcPct val="90000"/>
        </a:lnSpc>
        <a:spcBef>
          <a:spcPct val="0"/>
        </a:spcBef>
        <a:buNone/>
        <a:defRPr sz="2600" b="0" i="0" kern="1200">
          <a:solidFill>
            <a:srgbClr val="003A70"/>
          </a:solidFill>
          <a:latin typeface="Luiss Sans" pitchFamily="2" charset="0"/>
          <a:ea typeface="Luiss Sans" pitchFamily="2" charset="0"/>
          <a:cs typeface="Luiss Sans" pitchFamily="2" charset="0"/>
        </a:defRPr>
      </a:lvl1pPr>
    </p:titleStyle>
    <p:bodyStyle>
      <a:lvl1pPr marL="0" indent="0" algn="l" defTabSz="914400" rtl="0" eaLnBrk="1" latinLnBrk="0" hangingPunct="1">
        <a:lnSpc>
          <a:spcPct val="110000"/>
        </a:lnSpc>
        <a:spcBef>
          <a:spcPts val="1800"/>
        </a:spcBef>
        <a:buFont typeface="Arial" panose="020B0604020202020204" pitchFamily="34" charset="0"/>
        <a:buNone/>
        <a:defRPr sz="3200" b="0" i="0" kern="1200">
          <a:solidFill>
            <a:schemeClr val="tx1">
              <a:lumMod val="65000"/>
              <a:lumOff val="35000"/>
            </a:schemeClr>
          </a:solidFill>
          <a:latin typeface="Luiss Sans" pitchFamily="2" charset="0"/>
          <a:ea typeface="Luiss Sans" pitchFamily="2" charset="0"/>
          <a:cs typeface="Luiss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pos="3840" userDrawn="1">
          <p15:clr>
            <a:srgbClr val="F26B43"/>
          </p15:clr>
        </p15:guide>
        <p15:guide id="2" orient="horz" pos="2160" userDrawn="1">
          <p15:clr>
            <a:srgbClr val="F26B43"/>
          </p15:clr>
        </p15:guide>
        <p15:guide id="3" pos="6709" userDrawn="1">
          <p15:clr>
            <a:srgbClr val="F26B43"/>
          </p15:clr>
        </p15:guide>
        <p15:guide id="7" orient="horz" pos="346" userDrawn="1">
          <p15:clr>
            <a:srgbClr val="F26B43"/>
          </p15:clr>
        </p15:guide>
        <p15:guide id="8" orient="horz" pos="3981" userDrawn="1">
          <p15:clr>
            <a:srgbClr val="F26B43"/>
          </p15:clr>
        </p15:guide>
        <p15:guide id="9" orient="horz" pos="300" userDrawn="1">
          <p15:clr>
            <a:srgbClr val="F26B43"/>
          </p15:clr>
        </p15:guide>
        <p15:guide id="10" orient="horz" pos="958" userDrawn="1">
          <p15:clr>
            <a:srgbClr val="F26B43"/>
          </p15:clr>
        </p15:guide>
        <p15:guide id="11" orient="horz" pos="3702" userDrawn="1">
          <p15:clr>
            <a:srgbClr val="F26B43"/>
          </p15:clr>
        </p15:guide>
        <p15:guide id="12" pos="734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7.xml"/><Relationship Id="rId5" Type="http://schemas.openxmlformats.org/officeDocument/2006/relationships/image" Target="../media/image14.png"/><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image" Target="../media/image15.jpeg"/><Relationship Id="rId1" Type="http://schemas.openxmlformats.org/officeDocument/2006/relationships/slideLayout" Target="../slideLayouts/slideLayout17.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50" name="Picture 6" descr="Semplificazione Amministrativa | Istituto Comprensivo &amp;quot;Galilei-Pascoli&amp;quot;"/>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l="2967" r="2967"/>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p:cNvSpPr txBox="1"/>
          <p:nvPr/>
        </p:nvSpPr>
        <p:spPr>
          <a:xfrm>
            <a:off x="542925" y="568470"/>
            <a:ext cx="6945696" cy="400110"/>
          </a:xfrm>
          <a:prstGeom prst="rect">
            <a:avLst/>
          </a:prstGeom>
          <a:noFill/>
        </p:spPr>
        <p:txBody>
          <a:bodyPr wrap="square" rtlCol="0">
            <a:spAutoFit/>
          </a:bodyPr>
          <a:lstStyle/>
          <a:p>
            <a:pPr algn="just"/>
            <a:r>
              <a:rPr lang="it-IT" sz="2000" b="1" i="1" dirty="0" smtClean="0">
                <a:solidFill>
                  <a:srgbClr val="006298"/>
                </a:solidFill>
                <a:latin typeface="Imprint MT Shadow" panose="04020605060303030202" pitchFamily="82" charset="0"/>
              </a:rPr>
              <a:t>DONATO  ANTONIO  LIMONE   &amp;   ENZO  CHILELLI</a:t>
            </a:r>
            <a:endParaRPr lang="it-IT" sz="2000" b="1" i="1" dirty="0">
              <a:solidFill>
                <a:srgbClr val="006298"/>
              </a:solidFill>
              <a:latin typeface="Imprint MT Shadow" panose="04020605060303030202" pitchFamily="82" charset="0"/>
            </a:endParaRPr>
          </a:p>
        </p:txBody>
      </p:sp>
    </p:spTree>
    <p:extLst>
      <p:ext uri="{BB962C8B-B14F-4D97-AF65-F5344CB8AC3E}">
        <p14:creationId xmlns:p14="http://schemas.microsoft.com/office/powerpoint/2010/main" val="1498167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 xmlns:a16="http://schemas.microsoft.com/office/drawing/2014/main" id="{C4F41A15-CB66-4CDB-832E-4620C837BF92}"/>
              </a:ext>
            </a:extLst>
          </p:cNvPr>
          <p:cNvSpPr>
            <a:spLocks noGrp="1"/>
          </p:cNvSpPr>
          <p:nvPr>
            <p:ph type="title"/>
          </p:nvPr>
        </p:nvSpPr>
        <p:spPr>
          <a:xfrm>
            <a:off x="719403" y="464457"/>
            <a:ext cx="10670381" cy="554718"/>
          </a:xfrm>
        </p:spPr>
        <p:txBody>
          <a:bodyPr/>
          <a:lstStyle/>
          <a:p>
            <a:r>
              <a:rPr lang="it-IT" sz="3200" b="1" dirty="0">
                <a:solidFill>
                  <a:schemeClr val="accent3"/>
                </a:solidFill>
              </a:rPr>
              <a:t>Cos’è la semplificazione amministrativa nella PA?</a:t>
            </a:r>
            <a:br>
              <a:rPr lang="it-IT" sz="3200" b="1" dirty="0">
                <a:solidFill>
                  <a:schemeClr val="accent3"/>
                </a:solidFill>
              </a:rPr>
            </a:br>
            <a:endParaRPr lang="it-IT" sz="3200" dirty="0">
              <a:solidFill>
                <a:schemeClr val="accent3"/>
              </a:solidFill>
            </a:endParaRPr>
          </a:p>
        </p:txBody>
      </p:sp>
      <p:sp>
        <p:nvSpPr>
          <p:cNvPr id="3" name="Sottotitolo 2">
            <a:extLst>
              <a:ext uri="{FF2B5EF4-FFF2-40B4-BE49-F238E27FC236}">
                <a16:creationId xmlns="" xmlns:a16="http://schemas.microsoft.com/office/drawing/2014/main" id="{8A730C4A-0CDD-4BB6-9632-956355AFD713}"/>
              </a:ext>
            </a:extLst>
          </p:cNvPr>
          <p:cNvSpPr>
            <a:spLocks noGrp="1"/>
          </p:cNvSpPr>
          <p:nvPr>
            <p:ph idx="1"/>
          </p:nvPr>
        </p:nvSpPr>
        <p:spPr>
          <a:xfrm>
            <a:off x="685338" y="1124744"/>
            <a:ext cx="5888883" cy="4895750"/>
          </a:xfrm>
        </p:spPr>
        <p:txBody>
          <a:bodyPr/>
          <a:lstStyle/>
          <a:p>
            <a:pPr algn="just"/>
            <a:r>
              <a:rPr lang="it-IT" b="1" dirty="0" smtClean="0">
                <a:solidFill>
                  <a:schemeClr val="accent3"/>
                </a:solidFill>
              </a:rPr>
              <a:t>È </a:t>
            </a:r>
            <a:r>
              <a:rPr lang="it-IT" b="1" dirty="0">
                <a:solidFill>
                  <a:schemeClr val="accent3"/>
                </a:solidFill>
              </a:rPr>
              <a:t>un concetto molto elementare, ovvero </a:t>
            </a:r>
            <a:r>
              <a:rPr lang="it-IT" b="1" dirty="0">
                <a:solidFill>
                  <a:srgbClr val="FF0000"/>
                </a:solidFill>
              </a:rPr>
              <a:t>eliminare i passaggi inutili o troppo onerosi delle pratiche </a:t>
            </a:r>
            <a:r>
              <a:rPr lang="it-IT" b="1" dirty="0">
                <a:solidFill>
                  <a:schemeClr val="accent3"/>
                </a:solidFill>
              </a:rPr>
              <a:t>in modo da </a:t>
            </a:r>
            <a:r>
              <a:rPr lang="it-IT" b="1" dirty="0">
                <a:solidFill>
                  <a:srgbClr val="FF0000"/>
                </a:solidFill>
              </a:rPr>
              <a:t>evitare al cittadino </a:t>
            </a:r>
            <a:r>
              <a:rPr lang="it-IT" b="1" dirty="0" smtClean="0">
                <a:solidFill>
                  <a:srgbClr val="FF0000"/>
                </a:solidFill>
              </a:rPr>
              <a:t>o </a:t>
            </a:r>
            <a:r>
              <a:rPr lang="it-IT" b="1" dirty="0">
                <a:solidFill>
                  <a:srgbClr val="FF0000"/>
                </a:solidFill>
              </a:rPr>
              <a:t>all’impresa </a:t>
            </a:r>
            <a:r>
              <a:rPr lang="it-IT" b="1" dirty="0">
                <a:solidFill>
                  <a:schemeClr val="accent3"/>
                </a:solidFill>
              </a:rPr>
              <a:t>di dover compiere azioni che comportino perdita di tempo o spese inutili.</a:t>
            </a:r>
          </a:p>
        </p:txBody>
      </p:sp>
      <p:sp>
        <p:nvSpPr>
          <p:cNvPr id="6" name="Segnaposto numero diapositiva 5"/>
          <p:cNvSpPr>
            <a:spLocks noGrp="1"/>
          </p:cNvSpPr>
          <p:nvPr>
            <p:ph type="sldNum" sz="quarter" idx="10"/>
          </p:nvPr>
        </p:nvSpPr>
        <p:spPr/>
        <p:txBody>
          <a:bodyPr/>
          <a:lstStyle/>
          <a:p>
            <a:pPr>
              <a:defRPr/>
            </a:pPr>
            <a:fld id="{115B789B-1DB2-401A-847C-C55CE560B234}" type="slidenum">
              <a:rPr lang="it-IT" altLang="it-IT" smtClean="0">
                <a:solidFill>
                  <a:srgbClr val="006298"/>
                </a:solidFill>
              </a:rPr>
              <a:pPr>
                <a:defRPr/>
              </a:pPr>
              <a:t>2</a:t>
            </a:fld>
            <a:endParaRPr lang="it-IT" altLang="it-IT">
              <a:solidFill>
                <a:srgbClr val="006298"/>
              </a:solidFill>
            </a:endParaRPr>
          </a:p>
        </p:txBody>
      </p:sp>
      <p:pic>
        <p:nvPicPr>
          <p:cNvPr id="4098" name="Picture 2" descr="C:\Users\Federsanita\Google Drive (chilelli.enzo61@gmail.com)\Progetti\Albatros\Intervista 18-2-2022\Matrice di Pott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1062" y="1269224"/>
            <a:ext cx="4835087" cy="4249364"/>
          </a:xfrm>
          <a:prstGeom prst="rect">
            <a:avLst/>
          </a:prstGeom>
          <a:noFill/>
          <a:extLst>
            <a:ext uri="{909E8E84-426E-40DD-AFC4-6F175D3DCCD1}">
              <a14:hiddenFill xmlns:a14="http://schemas.microsoft.com/office/drawing/2010/main">
                <a:solidFill>
                  <a:srgbClr val="FFFFFF"/>
                </a:solidFill>
              </a14:hiddenFill>
            </a:ext>
          </a:extLst>
        </p:spPr>
      </p:pic>
      <p:sp>
        <p:nvSpPr>
          <p:cNvPr id="7" name="CasellaDiTesto 6"/>
          <p:cNvSpPr txBox="1"/>
          <p:nvPr/>
        </p:nvSpPr>
        <p:spPr>
          <a:xfrm>
            <a:off x="6921773" y="5578256"/>
            <a:ext cx="4834376" cy="646331"/>
          </a:xfrm>
          <a:prstGeom prst="rect">
            <a:avLst/>
          </a:prstGeom>
          <a:noFill/>
        </p:spPr>
        <p:txBody>
          <a:bodyPr wrap="square" rtlCol="0">
            <a:spAutoFit/>
          </a:bodyPr>
          <a:lstStyle/>
          <a:p>
            <a:r>
              <a:rPr lang="it-IT" b="1" dirty="0" smtClean="0">
                <a:solidFill>
                  <a:schemeClr val="accent3">
                    <a:lumMod val="75000"/>
                  </a:schemeClr>
                </a:solidFill>
              </a:rPr>
              <a:t>La media  OCSE dell’industria italiana è buona, la PA ha ancora molo da fare</a:t>
            </a:r>
            <a:endParaRPr lang="it-IT" b="1" dirty="0">
              <a:solidFill>
                <a:schemeClr val="accent3">
                  <a:lumMod val="75000"/>
                </a:schemeClr>
              </a:solidFill>
            </a:endParaRPr>
          </a:p>
        </p:txBody>
      </p:sp>
    </p:spTree>
    <p:extLst>
      <p:ext uri="{BB962C8B-B14F-4D97-AF65-F5344CB8AC3E}">
        <p14:creationId xmlns:p14="http://schemas.microsoft.com/office/powerpoint/2010/main" val="9324463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egnaposto numero diapositiva 6"/>
          <p:cNvSpPr>
            <a:spLocks noGrp="1"/>
          </p:cNvSpPr>
          <p:nvPr>
            <p:ph type="sldNum" sz="quarter" idx="10"/>
          </p:nvPr>
        </p:nvSpPr>
        <p:spPr/>
        <p:txBody>
          <a:bodyPr/>
          <a:lstStyle/>
          <a:p>
            <a:pPr>
              <a:defRPr/>
            </a:pPr>
            <a:fld id="{115B789B-1DB2-401A-847C-C55CE560B234}" type="slidenum">
              <a:rPr lang="it-IT" altLang="it-IT" smtClean="0">
                <a:solidFill>
                  <a:schemeClr val="accent3">
                    <a:lumMod val="75000"/>
                  </a:schemeClr>
                </a:solidFill>
              </a:rPr>
              <a:pPr>
                <a:defRPr/>
              </a:pPr>
              <a:t>3</a:t>
            </a:fld>
            <a:endParaRPr lang="it-IT" altLang="it-IT">
              <a:solidFill>
                <a:schemeClr val="accent3">
                  <a:lumMod val="75000"/>
                </a:schemeClr>
              </a:solidFill>
            </a:endParaRPr>
          </a:p>
        </p:txBody>
      </p:sp>
      <p:sp>
        <p:nvSpPr>
          <p:cNvPr id="6" name="Titolo 1">
            <a:extLst>
              <a:ext uri="{FF2B5EF4-FFF2-40B4-BE49-F238E27FC236}">
                <a16:creationId xmlns="" xmlns:a16="http://schemas.microsoft.com/office/drawing/2014/main" id="{C4F41A15-CB66-4CDB-832E-4620C837BF92}"/>
              </a:ext>
            </a:extLst>
          </p:cNvPr>
          <p:cNvSpPr txBox="1">
            <a:spLocks/>
          </p:cNvSpPr>
          <p:nvPr/>
        </p:nvSpPr>
        <p:spPr bwMode="auto">
          <a:xfrm>
            <a:off x="719403" y="464457"/>
            <a:ext cx="10670381" cy="554718"/>
          </a:xfrm>
          <a:prstGeom prst="rect">
            <a:avLst/>
          </a:prstGeom>
          <a:noFill/>
          <a:ln>
            <a:noFill/>
          </a:ln>
          <a:extLst/>
        </p:spPr>
        <p:txBody>
          <a:bodyPr vert="horz" lIns="91440" tIns="45720" rIns="91440" bIns="45720" rtlCol="0" anchor="t">
            <a:noAutofit/>
          </a:bodyPr>
          <a:lstStyle>
            <a:lvl1pPr algn="l" defTabSz="914400" rtl="0" eaLnBrk="1" latinLnBrk="0" hangingPunct="1">
              <a:lnSpc>
                <a:spcPct val="90000"/>
              </a:lnSpc>
              <a:spcBef>
                <a:spcPct val="0"/>
              </a:spcBef>
              <a:buNone/>
              <a:defRPr sz="2600" b="0" i="0" kern="1200">
                <a:solidFill>
                  <a:srgbClr val="003A70"/>
                </a:solidFill>
                <a:latin typeface="Luiss Sans" pitchFamily="2" charset="0"/>
                <a:ea typeface="Luiss Sans" pitchFamily="2" charset="0"/>
                <a:cs typeface="Luiss Sans" pitchFamily="2" charset="0"/>
              </a:defRPr>
            </a:lvl1pPr>
          </a:lstStyle>
          <a:p>
            <a:r>
              <a:rPr lang="it-IT" sz="3200" b="1" dirty="0" smtClean="0">
                <a:solidFill>
                  <a:schemeClr val="accent3">
                    <a:lumMod val="75000"/>
                  </a:schemeClr>
                </a:solidFill>
              </a:rPr>
              <a:t>La trasformazione </a:t>
            </a:r>
            <a:r>
              <a:rPr lang="it-IT" sz="3200" b="1" dirty="0">
                <a:solidFill>
                  <a:schemeClr val="accent3">
                    <a:lumMod val="75000"/>
                  </a:schemeClr>
                </a:solidFill>
              </a:rPr>
              <a:t>d</a:t>
            </a:r>
            <a:r>
              <a:rPr lang="it-IT" sz="3200" b="1" dirty="0" smtClean="0">
                <a:solidFill>
                  <a:schemeClr val="accent3">
                    <a:lumMod val="75000"/>
                  </a:schemeClr>
                </a:solidFill>
              </a:rPr>
              <a:t>igitale  </a:t>
            </a:r>
            <a:endParaRPr lang="it-IT" sz="3200" dirty="0">
              <a:solidFill>
                <a:schemeClr val="accent3">
                  <a:lumMod val="75000"/>
                </a:schemeClr>
              </a:solidFill>
            </a:endParaRPr>
          </a:p>
        </p:txBody>
      </p:sp>
      <p:pic>
        <p:nvPicPr>
          <p:cNvPr id="1026" name="Picture 2" descr="C:\Users\Federsanita\Google Drive (chilelli.enzo61@gmail.com)\Progetti\Albatros\Intervista 18-2-2022\Digital transforma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107" y="1149803"/>
            <a:ext cx="8689064" cy="4885213"/>
          </a:xfrm>
          <a:prstGeom prst="rect">
            <a:avLst/>
          </a:prstGeom>
          <a:noFill/>
          <a:extLst>
            <a:ext uri="{909E8E84-426E-40DD-AFC4-6F175D3DCCD1}">
              <a14:hiddenFill xmlns:a14="http://schemas.microsoft.com/office/drawing/2010/main">
                <a:solidFill>
                  <a:srgbClr val="FFFFFF"/>
                </a:solidFill>
              </a14:hiddenFill>
            </a:ext>
          </a:extLst>
        </p:spPr>
      </p:pic>
      <p:sp>
        <p:nvSpPr>
          <p:cNvPr id="2" name="CasellaDiTesto 1"/>
          <p:cNvSpPr txBox="1"/>
          <p:nvPr/>
        </p:nvSpPr>
        <p:spPr>
          <a:xfrm>
            <a:off x="9608457" y="1509486"/>
            <a:ext cx="2146981" cy="3046988"/>
          </a:xfrm>
          <a:prstGeom prst="rect">
            <a:avLst/>
          </a:prstGeom>
          <a:noFill/>
        </p:spPr>
        <p:txBody>
          <a:bodyPr wrap="square" rtlCol="0">
            <a:spAutoFit/>
          </a:bodyPr>
          <a:lstStyle/>
          <a:p>
            <a:r>
              <a:rPr lang="it-IT" sz="2400" b="1" dirty="0" smtClean="0">
                <a:solidFill>
                  <a:schemeClr val="accent3">
                    <a:lumMod val="75000"/>
                  </a:schemeClr>
                </a:solidFill>
              </a:rPr>
              <a:t>Copre tutti i settori della nostra vita*:</a:t>
            </a:r>
          </a:p>
          <a:p>
            <a:pPr marL="342900" indent="-342900">
              <a:buFont typeface="Wingdings" panose="05000000000000000000" pitchFamily="2" charset="2"/>
              <a:buChar char="Ø"/>
            </a:pPr>
            <a:r>
              <a:rPr lang="it-IT" sz="2400" b="1" dirty="0" smtClean="0">
                <a:solidFill>
                  <a:schemeClr val="accent3">
                    <a:lumMod val="75000"/>
                  </a:schemeClr>
                </a:solidFill>
              </a:rPr>
              <a:t>Industria</a:t>
            </a:r>
          </a:p>
          <a:p>
            <a:pPr marL="342900" indent="-342900">
              <a:buFont typeface="Wingdings" panose="05000000000000000000" pitchFamily="2" charset="2"/>
              <a:buChar char="Ø"/>
            </a:pPr>
            <a:r>
              <a:rPr lang="it-IT" sz="2400" b="1" dirty="0" smtClean="0">
                <a:solidFill>
                  <a:schemeClr val="accent3">
                    <a:lumMod val="75000"/>
                  </a:schemeClr>
                </a:solidFill>
              </a:rPr>
              <a:t>Servizi</a:t>
            </a:r>
          </a:p>
          <a:p>
            <a:pPr marL="342900" indent="-342900">
              <a:buFont typeface="Wingdings" panose="05000000000000000000" pitchFamily="2" charset="2"/>
              <a:buChar char="Ø"/>
            </a:pPr>
            <a:r>
              <a:rPr lang="it-IT" sz="2400" b="1" dirty="0" smtClean="0">
                <a:solidFill>
                  <a:schemeClr val="accent3">
                    <a:lumMod val="75000"/>
                  </a:schemeClr>
                </a:solidFill>
              </a:rPr>
              <a:t>Formazione</a:t>
            </a:r>
          </a:p>
          <a:p>
            <a:pPr marL="342900" indent="-342900">
              <a:buFont typeface="Wingdings" panose="05000000000000000000" pitchFamily="2" charset="2"/>
              <a:buChar char="Ø"/>
            </a:pPr>
            <a:r>
              <a:rPr lang="it-IT" sz="2400" b="1" dirty="0" smtClean="0">
                <a:solidFill>
                  <a:schemeClr val="accent3">
                    <a:lumMod val="75000"/>
                  </a:schemeClr>
                </a:solidFill>
              </a:rPr>
              <a:t>Mobilità</a:t>
            </a:r>
          </a:p>
          <a:p>
            <a:pPr marL="342900" indent="-342900">
              <a:buFont typeface="Wingdings" panose="05000000000000000000" pitchFamily="2" charset="2"/>
              <a:buChar char="Ø"/>
            </a:pPr>
            <a:r>
              <a:rPr lang="it-IT" sz="2400" b="1" dirty="0" smtClean="0">
                <a:solidFill>
                  <a:schemeClr val="accent3">
                    <a:lumMod val="75000"/>
                  </a:schemeClr>
                </a:solidFill>
              </a:rPr>
              <a:t>…</a:t>
            </a:r>
            <a:endParaRPr lang="it-IT" sz="2400" b="1" dirty="0">
              <a:solidFill>
                <a:schemeClr val="accent3">
                  <a:lumMod val="75000"/>
                </a:schemeClr>
              </a:solidFill>
            </a:endParaRPr>
          </a:p>
        </p:txBody>
      </p:sp>
      <p:sp>
        <p:nvSpPr>
          <p:cNvPr id="3" name="CasellaDiTesto 2"/>
          <p:cNvSpPr txBox="1"/>
          <p:nvPr/>
        </p:nvSpPr>
        <p:spPr>
          <a:xfrm>
            <a:off x="555995" y="5977618"/>
            <a:ext cx="11175367" cy="369332"/>
          </a:xfrm>
          <a:prstGeom prst="rect">
            <a:avLst/>
          </a:prstGeom>
          <a:noFill/>
        </p:spPr>
        <p:txBody>
          <a:bodyPr wrap="none" rtlCol="0">
            <a:spAutoFit/>
          </a:bodyPr>
          <a:lstStyle/>
          <a:p>
            <a:r>
              <a:rPr lang="it-IT" dirty="0" smtClean="0"/>
              <a:t>*</a:t>
            </a:r>
            <a:r>
              <a:rPr lang="it-IT" b="1" i="1" spc="-50" dirty="0" smtClean="0">
                <a:solidFill>
                  <a:srgbClr val="003A70"/>
                </a:solidFill>
              </a:rPr>
              <a:t>Dalla lettura dei contatori a distanza all’indicazione del parcheggio disponibile fino all’automazione dei processi industriali</a:t>
            </a:r>
            <a:endParaRPr lang="it-IT" b="1" i="1" spc="-50" dirty="0">
              <a:solidFill>
                <a:srgbClr val="003A70"/>
              </a:solidFill>
            </a:endParaRPr>
          </a:p>
        </p:txBody>
      </p:sp>
    </p:spTree>
    <p:extLst>
      <p:ext uri="{BB962C8B-B14F-4D97-AF65-F5344CB8AC3E}">
        <p14:creationId xmlns:p14="http://schemas.microsoft.com/office/powerpoint/2010/main" val="31720011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egnaposto numero diapositiva 6"/>
          <p:cNvSpPr>
            <a:spLocks noGrp="1"/>
          </p:cNvSpPr>
          <p:nvPr>
            <p:ph type="sldNum" sz="quarter" idx="10"/>
          </p:nvPr>
        </p:nvSpPr>
        <p:spPr/>
        <p:txBody>
          <a:bodyPr/>
          <a:lstStyle/>
          <a:p>
            <a:pPr>
              <a:defRPr/>
            </a:pPr>
            <a:fld id="{115B789B-1DB2-401A-847C-C55CE560B234}" type="slidenum">
              <a:rPr lang="it-IT" altLang="it-IT" smtClean="0">
                <a:solidFill>
                  <a:srgbClr val="006298"/>
                </a:solidFill>
              </a:rPr>
              <a:pPr>
                <a:defRPr/>
              </a:pPr>
              <a:t>4</a:t>
            </a:fld>
            <a:endParaRPr lang="it-IT" altLang="it-IT">
              <a:solidFill>
                <a:srgbClr val="006298"/>
              </a:solidFill>
            </a:endParaRPr>
          </a:p>
        </p:txBody>
      </p:sp>
      <p:sp>
        <p:nvSpPr>
          <p:cNvPr id="6" name="Titolo 1">
            <a:extLst>
              <a:ext uri="{FF2B5EF4-FFF2-40B4-BE49-F238E27FC236}">
                <a16:creationId xmlns="" xmlns:a16="http://schemas.microsoft.com/office/drawing/2014/main" id="{C4F41A15-CB66-4CDB-832E-4620C837BF92}"/>
              </a:ext>
            </a:extLst>
          </p:cNvPr>
          <p:cNvSpPr txBox="1">
            <a:spLocks/>
          </p:cNvSpPr>
          <p:nvPr/>
        </p:nvSpPr>
        <p:spPr bwMode="auto">
          <a:xfrm>
            <a:off x="583325" y="464457"/>
            <a:ext cx="11172114" cy="554718"/>
          </a:xfrm>
          <a:prstGeom prst="rect">
            <a:avLst/>
          </a:prstGeom>
          <a:noFill/>
          <a:ln>
            <a:noFill/>
          </a:ln>
          <a:extLst/>
        </p:spPr>
        <p:txBody>
          <a:bodyPr vert="horz" lIns="91440" tIns="45720" rIns="91440" bIns="45720" rtlCol="0" anchor="t">
            <a:noAutofit/>
          </a:bodyPr>
          <a:lstStyle>
            <a:lvl1pPr algn="l" defTabSz="914400" rtl="0" eaLnBrk="1" latinLnBrk="0" hangingPunct="1">
              <a:lnSpc>
                <a:spcPct val="90000"/>
              </a:lnSpc>
              <a:spcBef>
                <a:spcPct val="0"/>
              </a:spcBef>
              <a:buNone/>
              <a:defRPr sz="2600" b="0" i="0" kern="1200">
                <a:solidFill>
                  <a:srgbClr val="003A70"/>
                </a:solidFill>
                <a:latin typeface="Luiss Sans" pitchFamily="2" charset="0"/>
                <a:ea typeface="Luiss Sans" pitchFamily="2" charset="0"/>
                <a:cs typeface="Luiss Sans" pitchFamily="2" charset="0"/>
              </a:defRPr>
            </a:lvl1pPr>
          </a:lstStyle>
          <a:p>
            <a:r>
              <a:rPr lang="it-IT" sz="3200" b="1" dirty="0" smtClean="0">
                <a:solidFill>
                  <a:schemeClr val="accent3"/>
                </a:solidFill>
              </a:rPr>
              <a:t>Alcuni esempi: La semplificazione nel settore dei viaggi  </a:t>
            </a:r>
            <a:endParaRPr lang="it-IT" sz="3200" dirty="0">
              <a:solidFill>
                <a:schemeClr val="accent3"/>
              </a:solidFill>
            </a:endParaRPr>
          </a:p>
        </p:txBody>
      </p:sp>
      <p:pic>
        <p:nvPicPr>
          <p:cNvPr id="2053" name="Picture 5" descr="C:\Users\Federsanita\Google Drive (chilelli.enzo61@gmail.com)\Progetti\Albatros\Intervista 18-2-2022\Viaggi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0585" y="1223005"/>
            <a:ext cx="3326851" cy="197289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Users\Federsanita\Google Drive (chilelli.enzo61@gmail.com)\Progetti\Albatros\Intervista 18-2-2022\Viaggi.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0598" y="1429067"/>
            <a:ext cx="3646260" cy="2050021"/>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descr="C:\Users\Federsanita\Google Drive (chilelli.enzo61@gmail.com)\Progetti\Albatros\Intervista 18-2-2022\Viaggi 3.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3071" y="3894083"/>
            <a:ext cx="4461313" cy="207316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0585" y="3526971"/>
            <a:ext cx="2849781" cy="28625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857531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egnaposto numero diapositiva 6"/>
          <p:cNvSpPr>
            <a:spLocks noGrp="1"/>
          </p:cNvSpPr>
          <p:nvPr>
            <p:ph type="sldNum" sz="quarter" idx="10"/>
          </p:nvPr>
        </p:nvSpPr>
        <p:spPr/>
        <p:txBody>
          <a:bodyPr/>
          <a:lstStyle/>
          <a:p>
            <a:pPr>
              <a:defRPr/>
            </a:pPr>
            <a:fld id="{115B789B-1DB2-401A-847C-C55CE560B234}" type="slidenum">
              <a:rPr lang="it-IT" altLang="it-IT" smtClean="0">
                <a:solidFill>
                  <a:srgbClr val="006298"/>
                </a:solidFill>
              </a:rPr>
              <a:pPr>
                <a:defRPr/>
              </a:pPr>
              <a:t>5</a:t>
            </a:fld>
            <a:endParaRPr lang="it-IT" altLang="it-IT">
              <a:solidFill>
                <a:srgbClr val="006298"/>
              </a:solidFill>
            </a:endParaRPr>
          </a:p>
        </p:txBody>
      </p:sp>
      <p:sp>
        <p:nvSpPr>
          <p:cNvPr id="6" name="Titolo 1">
            <a:extLst>
              <a:ext uri="{FF2B5EF4-FFF2-40B4-BE49-F238E27FC236}">
                <a16:creationId xmlns="" xmlns:a16="http://schemas.microsoft.com/office/drawing/2014/main" id="{C4F41A15-CB66-4CDB-832E-4620C837BF92}"/>
              </a:ext>
            </a:extLst>
          </p:cNvPr>
          <p:cNvSpPr txBox="1">
            <a:spLocks/>
          </p:cNvSpPr>
          <p:nvPr/>
        </p:nvSpPr>
        <p:spPr bwMode="auto">
          <a:xfrm>
            <a:off x="719403" y="464457"/>
            <a:ext cx="10670381" cy="554718"/>
          </a:xfrm>
          <a:prstGeom prst="rect">
            <a:avLst/>
          </a:prstGeom>
          <a:noFill/>
          <a:ln>
            <a:noFill/>
          </a:ln>
          <a:extLst/>
        </p:spPr>
        <p:txBody>
          <a:bodyPr vert="horz" lIns="91440" tIns="45720" rIns="91440" bIns="45720" rtlCol="0" anchor="t">
            <a:noAutofit/>
          </a:bodyPr>
          <a:lstStyle>
            <a:lvl1pPr algn="l" defTabSz="914400" rtl="0" eaLnBrk="1" latinLnBrk="0" hangingPunct="1">
              <a:lnSpc>
                <a:spcPct val="90000"/>
              </a:lnSpc>
              <a:spcBef>
                <a:spcPct val="0"/>
              </a:spcBef>
              <a:buNone/>
              <a:defRPr sz="2600" b="0" i="0" kern="1200">
                <a:solidFill>
                  <a:srgbClr val="003A70"/>
                </a:solidFill>
                <a:latin typeface="Luiss Sans" pitchFamily="2" charset="0"/>
                <a:ea typeface="Luiss Sans" pitchFamily="2" charset="0"/>
                <a:cs typeface="Luiss Sans" pitchFamily="2" charset="0"/>
              </a:defRPr>
            </a:lvl1pPr>
          </a:lstStyle>
          <a:p>
            <a:r>
              <a:rPr lang="it-IT" sz="3200" b="1" dirty="0" smtClean="0">
                <a:solidFill>
                  <a:schemeClr val="accent3"/>
                </a:solidFill>
              </a:rPr>
              <a:t>Alcuni esempi: La semplificazione della PA in Europa  </a:t>
            </a:r>
            <a:endParaRPr lang="it-IT" sz="3200" dirty="0">
              <a:solidFill>
                <a:schemeClr val="accent3"/>
              </a:solidFill>
            </a:endParaRPr>
          </a:p>
        </p:txBody>
      </p:sp>
      <p:pic>
        <p:nvPicPr>
          <p:cNvPr id="5122" name="Picture 2" descr="C:\Users\Federsanita\Google Drive (chilelli.enzo61@gmail.com)\Progetti\Albatros\Intervista 18-2-2022\CIE 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9410" y="3888021"/>
            <a:ext cx="3291802" cy="1850735"/>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descr="C:\Users\Federsanita\Google Drive (chilelli.enzo61@gmail.com)\Progetti\Albatros\Intervista 18-2-2022\CIE 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987" y="1176314"/>
            <a:ext cx="2959248" cy="1773621"/>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C:\Users\Federsanita\Google Drive (chilelli.enzo61@gmail.com)\Progetti\Albatros\Intervista 18-2-2022\CIE 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987" y="3875049"/>
            <a:ext cx="3291802" cy="1850735"/>
          </a:xfrm>
          <a:prstGeom prst="rect">
            <a:avLst/>
          </a:prstGeom>
          <a:noFill/>
          <a:extLst>
            <a:ext uri="{909E8E84-426E-40DD-AFC4-6F175D3DCCD1}">
              <a14:hiddenFill xmlns:a14="http://schemas.microsoft.com/office/drawing/2010/main">
                <a:solidFill>
                  <a:srgbClr val="FFFFFF"/>
                </a:solidFill>
              </a14:hiddenFill>
            </a:ext>
          </a:extLst>
        </p:spPr>
      </p:pic>
      <p:pic>
        <p:nvPicPr>
          <p:cNvPr id="5125" name="Picture 5" descr="C:\Users\Federsanita\Google Drive (chilelli.enzo61@gmail.com)\Progetti\Albatros\Intervista 18-2-2022\CIE 3.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9410" y="1176313"/>
            <a:ext cx="3291802" cy="185073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C:\Users\Federsanita\Google Drive (chilelli.enzo61@gmail.com)\Progetti\Albatros\Intervista 18-2-2022\CIE 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39221" y="3942645"/>
            <a:ext cx="3291802" cy="1850735"/>
          </a:xfrm>
          <a:prstGeom prst="rect">
            <a:avLst/>
          </a:prstGeom>
          <a:noFill/>
          <a:extLst>
            <a:ext uri="{909E8E84-426E-40DD-AFC4-6F175D3DCCD1}">
              <a14:hiddenFill xmlns:a14="http://schemas.microsoft.com/office/drawing/2010/main">
                <a:solidFill>
                  <a:srgbClr val="FFFFFF"/>
                </a:solidFill>
              </a14:hiddenFill>
            </a:ext>
          </a:extLst>
        </p:spPr>
      </p:pic>
      <p:pic>
        <p:nvPicPr>
          <p:cNvPr id="5127" name="Picture 7" descr="C:\Users\Federsanita\Google Drive (chilelli.enzo61@gmail.com)\Progetti\Albatros\Intervista 18-2-2022\CIE 5.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28514" y="1176314"/>
            <a:ext cx="3291802" cy="1850735"/>
          </a:xfrm>
          <a:prstGeom prst="rect">
            <a:avLst/>
          </a:prstGeom>
          <a:noFill/>
          <a:extLst>
            <a:ext uri="{909E8E84-426E-40DD-AFC4-6F175D3DCCD1}">
              <a14:hiddenFill xmlns:a14="http://schemas.microsoft.com/office/drawing/2010/main">
                <a:solidFill>
                  <a:srgbClr val="FFFFFF"/>
                </a:solidFill>
              </a14:hiddenFill>
            </a:ext>
          </a:extLst>
        </p:spPr>
      </p:pic>
      <p:sp>
        <p:nvSpPr>
          <p:cNvPr id="2" name="CasellaDiTesto 1"/>
          <p:cNvSpPr txBox="1"/>
          <p:nvPr/>
        </p:nvSpPr>
        <p:spPr>
          <a:xfrm>
            <a:off x="760266" y="2951719"/>
            <a:ext cx="3512189" cy="923330"/>
          </a:xfrm>
          <a:prstGeom prst="rect">
            <a:avLst/>
          </a:prstGeom>
          <a:noFill/>
        </p:spPr>
        <p:txBody>
          <a:bodyPr wrap="square" rtlCol="0">
            <a:spAutoFit/>
          </a:bodyPr>
          <a:lstStyle/>
          <a:p>
            <a:r>
              <a:rPr lang="it-IT" b="1" dirty="0" smtClean="0">
                <a:solidFill>
                  <a:srgbClr val="006298"/>
                </a:solidFill>
              </a:rPr>
              <a:t>La CIE è l’unico strumento di accesso ai servizi pubblici. </a:t>
            </a:r>
          </a:p>
          <a:p>
            <a:r>
              <a:rPr lang="it-IT" b="1" dirty="0" smtClean="0">
                <a:solidFill>
                  <a:srgbClr val="006298"/>
                </a:solidFill>
              </a:rPr>
              <a:t>Tutti i PC hanno lettore  </a:t>
            </a:r>
            <a:r>
              <a:rPr lang="it-IT" b="1" dirty="0" err="1" smtClean="0">
                <a:solidFill>
                  <a:srgbClr val="006298"/>
                </a:solidFill>
              </a:rPr>
              <a:t>smartcard</a:t>
            </a:r>
            <a:r>
              <a:rPr lang="it-IT" b="1" dirty="0" smtClean="0">
                <a:solidFill>
                  <a:srgbClr val="006298"/>
                </a:solidFill>
              </a:rPr>
              <a:t> </a:t>
            </a:r>
            <a:endParaRPr lang="it-IT" b="1" dirty="0">
              <a:solidFill>
                <a:srgbClr val="006298"/>
              </a:solidFill>
            </a:endParaRPr>
          </a:p>
        </p:txBody>
      </p:sp>
      <p:sp>
        <p:nvSpPr>
          <p:cNvPr id="3" name="CasellaDiTesto 2"/>
          <p:cNvSpPr txBox="1"/>
          <p:nvPr/>
        </p:nvSpPr>
        <p:spPr>
          <a:xfrm>
            <a:off x="4629410" y="3019315"/>
            <a:ext cx="3291802" cy="923330"/>
          </a:xfrm>
          <a:prstGeom prst="rect">
            <a:avLst/>
          </a:prstGeom>
          <a:noFill/>
        </p:spPr>
        <p:txBody>
          <a:bodyPr wrap="square" rtlCol="0">
            <a:spAutoFit/>
          </a:bodyPr>
          <a:lstStyle/>
          <a:p>
            <a:r>
              <a:rPr lang="it-IT" b="1" dirty="0" smtClean="0">
                <a:solidFill>
                  <a:srgbClr val="006298"/>
                </a:solidFill>
              </a:rPr>
              <a:t>Dichiarazione dei redditi precompilata e pagamento con un click</a:t>
            </a:r>
            <a:endParaRPr lang="it-IT" b="1" dirty="0">
              <a:solidFill>
                <a:srgbClr val="006298"/>
              </a:solidFill>
            </a:endParaRPr>
          </a:p>
        </p:txBody>
      </p:sp>
      <p:sp>
        <p:nvSpPr>
          <p:cNvPr id="4" name="CasellaDiTesto 3"/>
          <p:cNvSpPr txBox="1"/>
          <p:nvPr/>
        </p:nvSpPr>
        <p:spPr>
          <a:xfrm>
            <a:off x="9206956" y="3142171"/>
            <a:ext cx="1356333" cy="369332"/>
          </a:xfrm>
          <a:prstGeom prst="rect">
            <a:avLst/>
          </a:prstGeom>
          <a:noFill/>
        </p:spPr>
        <p:txBody>
          <a:bodyPr wrap="none" rtlCol="0">
            <a:spAutoFit/>
          </a:bodyPr>
          <a:lstStyle/>
          <a:p>
            <a:r>
              <a:rPr lang="it-IT" b="1" dirty="0" smtClean="0">
                <a:solidFill>
                  <a:srgbClr val="006298"/>
                </a:solidFill>
              </a:rPr>
              <a:t>Voto on-line</a:t>
            </a:r>
            <a:endParaRPr lang="it-IT" b="1" dirty="0">
              <a:solidFill>
                <a:srgbClr val="006298"/>
              </a:solidFill>
            </a:endParaRPr>
          </a:p>
        </p:txBody>
      </p:sp>
      <p:sp>
        <p:nvSpPr>
          <p:cNvPr id="5" name="CasellaDiTesto 4"/>
          <p:cNvSpPr txBox="1"/>
          <p:nvPr/>
        </p:nvSpPr>
        <p:spPr>
          <a:xfrm>
            <a:off x="849987" y="5738756"/>
            <a:ext cx="3291802" cy="646331"/>
          </a:xfrm>
          <a:prstGeom prst="rect">
            <a:avLst/>
          </a:prstGeom>
          <a:noFill/>
        </p:spPr>
        <p:txBody>
          <a:bodyPr wrap="square" rtlCol="0">
            <a:spAutoFit/>
          </a:bodyPr>
          <a:lstStyle/>
          <a:p>
            <a:r>
              <a:rPr lang="it-IT" b="1" dirty="0" smtClean="0">
                <a:solidFill>
                  <a:srgbClr val="006298"/>
                </a:solidFill>
              </a:rPr>
              <a:t>Ritiro farmaci senza esibire la ricetta; è nella CIE</a:t>
            </a:r>
            <a:endParaRPr lang="it-IT" b="1" dirty="0">
              <a:solidFill>
                <a:srgbClr val="006298"/>
              </a:solidFill>
            </a:endParaRPr>
          </a:p>
        </p:txBody>
      </p:sp>
      <p:sp>
        <p:nvSpPr>
          <p:cNvPr id="8" name="CasellaDiTesto 7"/>
          <p:cNvSpPr txBox="1"/>
          <p:nvPr/>
        </p:nvSpPr>
        <p:spPr>
          <a:xfrm>
            <a:off x="4629411" y="5762922"/>
            <a:ext cx="3332322" cy="923330"/>
          </a:xfrm>
          <a:prstGeom prst="rect">
            <a:avLst/>
          </a:prstGeom>
          <a:noFill/>
        </p:spPr>
        <p:txBody>
          <a:bodyPr wrap="square" rtlCol="0">
            <a:spAutoFit/>
          </a:bodyPr>
          <a:lstStyle/>
          <a:p>
            <a:r>
              <a:rPr lang="it-IT" b="1" dirty="0" smtClean="0">
                <a:solidFill>
                  <a:srgbClr val="006298"/>
                </a:solidFill>
              </a:rPr>
              <a:t>Fino a 10.000 euro cause on-line senza </a:t>
            </a:r>
            <a:r>
              <a:rPr lang="it-IT" b="1" dirty="0" err="1" smtClean="0">
                <a:solidFill>
                  <a:srgbClr val="006298"/>
                </a:solidFill>
              </a:rPr>
              <a:t>intemediazioni</a:t>
            </a:r>
            <a:r>
              <a:rPr lang="it-IT" b="1" dirty="0" smtClean="0">
                <a:solidFill>
                  <a:srgbClr val="006298"/>
                </a:solidFill>
              </a:rPr>
              <a:t> di un avvocato (esito 30 gg)</a:t>
            </a:r>
            <a:endParaRPr lang="it-IT" b="1" dirty="0">
              <a:solidFill>
                <a:srgbClr val="006298"/>
              </a:solidFill>
            </a:endParaRPr>
          </a:p>
        </p:txBody>
      </p:sp>
      <p:sp>
        <p:nvSpPr>
          <p:cNvPr id="9" name="CasellaDiTesto 8"/>
          <p:cNvSpPr txBox="1"/>
          <p:nvPr/>
        </p:nvSpPr>
        <p:spPr>
          <a:xfrm>
            <a:off x="8228514" y="5785577"/>
            <a:ext cx="3726807" cy="923330"/>
          </a:xfrm>
          <a:prstGeom prst="rect">
            <a:avLst/>
          </a:prstGeom>
          <a:noFill/>
        </p:spPr>
        <p:txBody>
          <a:bodyPr wrap="square" rtlCol="0">
            <a:spAutoFit/>
          </a:bodyPr>
          <a:lstStyle/>
          <a:p>
            <a:r>
              <a:rPr lang="it-IT" b="1" dirty="0" smtClean="0">
                <a:solidFill>
                  <a:srgbClr val="006298"/>
                </a:solidFill>
              </a:rPr>
              <a:t>Dalla prima elementare ogni studente ha una postazione PC ed un </a:t>
            </a:r>
            <a:r>
              <a:rPr lang="it-IT" b="1" dirty="0" err="1" smtClean="0">
                <a:solidFill>
                  <a:srgbClr val="006298"/>
                </a:solidFill>
              </a:rPr>
              <a:t>tablet</a:t>
            </a:r>
            <a:r>
              <a:rPr lang="it-IT" b="1" dirty="0" smtClean="0">
                <a:solidFill>
                  <a:srgbClr val="006298"/>
                </a:solidFill>
              </a:rPr>
              <a:t> per studio a casa</a:t>
            </a:r>
            <a:endParaRPr lang="it-IT" b="1" dirty="0">
              <a:solidFill>
                <a:srgbClr val="006298"/>
              </a:solidFill>
            </a:endParaRPr>
          </a:p>
        </p:txBody>
      </p:sp>
    </p:spTree>
    <p:extLst>
      <p:ext uri="{BB962C8B-B14F-4D97-AF65-F5344CB8AC3E}">
        <p14:creationId xmlns:p14="http://schemas.microsoft.com/office/powerpoint/2010/main" val="2265345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egnaposto numero diapositiva 6"/>
          <p:cNvSpPr>
            <a:spLocks noGrp="1"/>
          </p:cNvSpPr>
          <p:nvPr>
            <p:ph type="sldNum" sz="quarter" idx="10"/>
          </p:nvPr>
        </p:nvSpPr>
        <p:spPr/>
        <p:txBody>
          <a:bodyPr/>
          <a:lstStyle/>
          <a:p>
            <a:pPr>
              <a:defRPr/>
            </a:pPr>
            <a:fld id="{115B789B-1DB2-401A-847C-C55CE560B234}" type="slidenum">
              <a:rPr lang="it-IT" altLang="it-IT" smtClean="0">
                <a:solidFill>
                  <a:schemeClr val="accent3">
                    <a:lumMod val="75000"/>
                  </a:schemeClr>
                </a:solidFill>
              </a:rPr>
              <a:pPr>
                <a:defRPr/>
              </a:pPr>
              <a:t>6</a:t>
            </a:fld>
            <a:endParaRPr lang="it-IT" altLang="it-IT">
              <a:solidFill>
                <a:schemeClr val="accent3">
                  <a:lumMod val="75000"/>
                </a:schemeClr>
              </a:solidFill>
            </a:endParaRPr>
          </a:p>
        </p:txBody>
      </p:sp>
      <p:sp>
        <p:nvSpPr>
          <p:cNvPr id="6" name="Titolo 1">
            <a:extLst>
              <a:ext uri="{FF2B5EF4-FFF2-40B4-BE49-F238E27FC236}">
                <a16:creationId xmlns="" xmlns:a16="http://schemas.microsoft.com/office/drawing/2014/main" id="{C4F41A15-CB66-4CDB-832E-4620C837BF92}"/>
              </a:ext>
            </a:extLst>
          </p:cNvPr>
          <p:cNvSpPr txBox="1">
            <a:spLocks/>
          </p:cNvSpPr>
          <p:nvPr/>
        </p:nvSpPr>
        <p:spPr bwMode="auto">
          <a:xfrm>
            <a:off x="719403" y="464457"/>
            <a:ext cx="10670381" cy="554718"/>
          </a:xfrm>
          <a:prstGeom prst="rect">
            <a:avLst/>
          </a:prstGeom>
          <a:noFill/>
          <a:ln>
            <a:noFill/>
          </a:ln>
          <a:extLst/>
        </p:spPr>
        <p:txBody>
          <a:bodyPr vert="horz" lIns="91440" tIns="45720" rIns="91440" bIns="45720" rtlCol="0" anchor="t">
            <a:noAutofit/>
          </a:bodyPr>
          <a:lstStyle>
            <a:lvl1pPr algn="l" defTabSz="914400" rtl="0" eaLnBrk="1" latinLnBrk="0" hangingPunct="1">
              <a:lnSpc>
                <a:spcPct val="90000"/>
              </a:lnSpc>
              <a:spcBef>
                <a:spcPct val="0"/>
              </a:spcBef>
              <a:buNone/>
              <a:defRPr sz="2600" b="0" i="0" kern="1200">
                <a:solidFill>
                  <a:srgbClr val="003A70"/>
                </a:solidFill>
                <a:latin typeface="Luiss Sans" pitchFamily="2" charset="0"/>
                <a:ea typeface="Luiss Sans" pitchFamily="2" charset="0"/>
                <a:cs typeface="Luiss Sans" pitchFamily="2" charset="0"/>
              </a:defRPr>
            </a:lvl1pPr>
          </a:lstStyle>
          <a:p>
            <a:r>
              <a:rPr lang="it-IT" sz="3200" b="1" dirty="0" smtClean="0">
                <a:solidFill>
                  <a:schemeClr val="accent3"/>
                </a:solidFill>
              </a:rPr>
              <a:t>L’Amministrazione Digitale ed il CAD</a:t>
            </a:r>
            <a:endParaRPr lang="it-IT" sz="3200" dirty="0">
              <a:solidFill>
                <a:schemeClr val="accent3"/>
              </a:solidFill>
            </a:endParaRPr>
          </a:p>
        </p:txBody>
      </p:sp>
      <p:sp>
        <p:nvSpPr>
          <p:cNvPr id="2" name="Rettangolo 1"/>
          <p:cNvSpPr/>
          <p:nvPr/>
        </p:nvSpPr>
        <p:spPr>
          <a:xfrm>
            <a:off x="567559" y="1164134"/>
            <a:ext cx="11382703" cy="5262979"/>
          </a:xfrm>
          <a:prstGeom prst="rect">
            <a:avLst/>
          </a:prstGeom>
        </p:spPr>
        <p:txBody>
          <a:bodyPr wrap="square">
            <a:spAutoFit/>
          </a:bodyPr>
          <a:lstStyle/>
          <a:p>
            <a:r>
              <a:rPr lang="it-IT" sz="2800" dirty="0"/>
              <a:t>L’Amministrazione digitale, </a:t>
            </a:r>
            <a:r>
              <a:rPr lang="it-IT" sz="2800" dirty="0" smtClean="0"/>
              <a:t>come </a:t>
            </a:r>
            <a:r>
              <a:rPr lang="it-IT" sz="2800" dirty="0"/>
              <a:t>definita dal Codice dell’Amministrazione Digitale (CAD) e da altre norme più recenti, è divenuta </a:t>
            </a:r>
            <a:r>
              <a:rPr lang="it-IT" sz="2800" dirty="0" smtClean="0"/>
              <a:t>l’archetipo </a:t>
            </a:r>
            <a:r>
              <a:rPr lang="it-IT" sz="2800" dirty="0"/>
              <a:t>delle burocrazie moderne che devono rispettare i seguenti requisiti:</a:t>
            </a:r>
          </a:p>
          <a:p>
            <a:pPr marL="457200" lvl="0" indent="-457200">
              <a:buFont typeface="Wingdings" panose="05000000000000000000" pitchFamily="2" charset="2"/>
              <a:buChar char="Ø"/>
            </a:pPr>
            <a:r>
              <a:rPr lang="it-IT" sz="2800" dirty="0"/>
              <a:t>Trasparenza ed accessibilità totale (</a:t>
            </a:r>
            <a:r>
              <a:rPr lang="it-IT" sz="2800" dirty="0" err="1"/>
              <a:t>dlgs</a:t>
            </a:r>
            <a:r>
              <a:rPr lang="it-IT" sz="2800" dirty="0"/>
              <a:t> 33/2013)</a:t>
            </a:r>
          </a:p>
          <a:p>
            <a:pPr marL="457200" lvl="0" indent="-457200">
              <a:buFont typeface="Wingdings" panose="05000000000000000000" pitchFamily="2" charset="2"/>
              <a:buChar char="Ø"/>
            </a:pPr>
            <a:r>
              <a:rPr lang="it-IT" sz="2800" dirty="0"/>
              <a:t>Semplificazione amministrativa (legge 241/90; legge 150/2000; legge 183/2011, art. 15; DL 90/2014; piano </a:t>
            </a:r>
            <a:r>
              <a:rPr lang="it-IT" sz="2800" dirty="0" smtClean="0"/>
              <a:t>sulla </a:t>
            </a:r>
            <a:r>
              <a:rPr lang="it-IT" sz="2800" dirty="0"/>
              <a:t>semplificazione (2015-2017)</a:t>
            </a:r>
          </a:p>
          <a:p>
            <a:pPr marL="457200" lvl="0" indent="-457200">
              <a:buFont typeface="Wingdings" panose="05000000000000000000" pitchFamily="2" charset="2"/>
              <a:buChar char="Ø"/>
            </a:pPr>
            <a:r>
              <a:rPr lang="it-IT" sz="2800" dirty="0"/>
              <a:t>Formazione dei dati e dei documenti </a:t>
            </a:r>
            <a:r>
              <a:rPr lang="it-IT" sz="2800" dirty="0">
                <a:solidFill>
                  <a:srgbClr val="FF0000"/>
                </a:solidFill>
              </a:rPr>
              <a:t>“</a:t>
            </a:r>
            <a:r>
              <a:rPr lang="it-IT" sz="2800" b="1" dirty="0">
                <a:solidFill>
                  <a:srgbClr val="FF0000"/>
                </a:solidFill>
              </a:rPr>
              <a:t>esclusivamente</a:t>
            </a:r>
            <a:r>
              <a:rPr lang="it-IT" sz="2800" dirty="0">
                <a:solidFill>
                  <a:srgbClr val="FF0000"/>
                </a:solidFill>
              </a:rPr>
              <a:t>” </a:t>
            </a:r>
            <a:r>
              <a:rPr lang="it-IT" sz="2800" dirty="0"/>
              <a:t>e </a:t>
            </a:r>
            <a:r>
              <a:rPr lang="it-IT" sz="2800" dirty="0">
                <a:solidFill>
                  <a:srgbClr val="FF0000"/>
                </a:solidFill>
              </a:rPr>
              <a:t>“</a:t>
            </a:r>
            <a:r>
              <a:rPr lang="it-IT" sz="2800" b="1" dirty="0" err="1">
                <a:solidFill>
                  <a:srgbClr val="FF0000"/>
                </a:solidFill>
              </a:rPr>
              <a:t>nativamente</a:t>
            </a:r>
            <a:r>
              <a:rPr lang="it-IT" sz="2800" dirty="0">
                <a:solidFill>
                  <a:srgbClr val="FF0000"/>
                </a:solidFill>
              </a:rPr>
              <a:t>” </a:t>
            </a:r>
            <a:r>
              <a:rPr lang="it-IT" sz="2800" b="1" dirty="0">
                <a:solidFill>
                  <a:srgbClr val="FF0000"/>
                </a:solidFill>
              </a:rPr>
              <a:t>digitali</a:t>
            </a:r>
            <a:r>
              <a:rPr lang="it-IT" sz="2800" dirty="0"/>
              <a:t> e nel rispetto dei requisiti di cui agli artt. 50 e </a:t>
            </a:r>
            <a:r>
              <a:rPr lang="it-IT" sz="2800" dirty="0" err="1"/>
              <a:t>ss</a:t>
            </a:r>
            <a:r>
              <a:rPr lang="it-IT" sz="2800" dirty="0"/>
              <a:t> del CAD e dell’art. 6 del </a:t>
            </a:r>
            <a:r>
              <a:rPr lang="it-IT" sz="2800" dirty="0" err="1"/>
              <a:t>dlgs</a:t>
            </a:r>
            <a:r>
              <a:rPr lang="it-IT" sz="2800" dirty="0"/>
              <a:t> 33/2013</a:t>
            </a:r>
          </a:p>
          <a:p>
            <a:pPr marL="457200" lvl="0" indent="-457200">
              <a:buFont typeface="Wingdings" panose="05000000000000000000" pitchFamily="2" charset="2"/>
              <a:buChar char="Ø"/>
            </a:pPr>
            <a:r>
              <a:rPr lang="it-IT" sz="2800" dirty="0"/>
              <a:t>Dati aperti e </a:t>
            </a:r>
            <a:r>
              <a:rPr lang="it-IT" sz="2800" b="1" dirty="0">
                <a:solidFill>
                  <a:srgbClr val="FF0000"/>
                </a:solidFill>
              </a:rPr>
              <a:t>condivisione dei dati</a:t>
            </a:r>
          </a:p>
          <a:p>
            <a:pPr marL="457200" lvl="0" indent="-457200">
              <a:buFont typeface="Wingdings" panose="05000000000000000000" pitchFamily="2" charset="2"/>
              <a:buChar char="Ø"/>
            </a:pPr>
            <a:r>
              <a:rPr lang="it-IT" sz="2800" b="1" dirty="0">
                <a:solidFill>
                  <a:srgbClr val="FF0000"/>
                </a:solidFill>
              </a:rPr>
              <a:t>Erogare servizi in rete e rispondere alle istanze digitali dei cittadini e delle imprese.</a:t>
            </a:r>
          </a:p>
        </p:txBody>
      </p:sp>
    </p:spTree>
    <p:extLst>
      <p:ext uri="{BB962C8B-B14F-4D97-AF65-F5344CB8AC3E}">
        <p14:creationId xmlns:p14="http://schemas.microsoft.com/office/powerpoint/2010/main" val="33332750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egnaposto numero diapositiva 6"/>
          <p:cNvSpPr>
            <a:spLocks noGrp="1"/>
          </p:cNvSpPr>
          <p:nvPr>
            <p:ph type="sldNum" sz="quarter" idx="10"/>
          </p:nvPr>
        </p:nvSpPr>
        <p:spPr/>
        <p:txBody>
          <a:bodyPr/>
          <a:lstStyle/>
          <a:p>
            <a:pPr>
              <a:defRPr/>
            </a:pPr>
            <a:fld id="{115B789B-1DB2-401A-847C-C55CE560B234}" type="slidenum">
              <a:rPr lang="it-IT" altLang="it-IT" smtClean="0">
                <a:solidFill>
                  <a:srgbClr val="003A70"/>
                </a:solidFill>
              </a:rPr>
              <a:pPr>
                <a:defRPr/>
              </a:pPr>
              <a:t>7</a:t>
            </a:fld>
            <a:endParaRPr lang="it-IT" altLang="it-IT">
              <a:solidFill>
                <a:srgbClr val="003A70"/>
              </a:solidFill>
            </a:endParaRPr>
          </a:p>
        </p:txBody>
      </p:sp>
      <p:sp>
        <p:nvSpPr>
          <p:cNvPr id="6" name="Titolo 1">
            <a:extLst>
              <a:ext uri="{FF2B5EF4-FFF2-40B4-BE49-F238E27FC236}">
                <a16:creationId xmlns="" xmlns:a16="http://schemas.microsoft.com/office/drawing/2014/main" id="{C4F41A15-CB66-4CDB-832E-4620C837BF92}"/>
              </a:ext>
            </a:extLst>
          </p:cNvPr>
          <p:cNvSpPr txBox="1">
            <a:spLocks/>
          </p:cNvSpPr>
          <p:nvPr/>
        </p:nvSpPr>
        <p:spPr bwMode="auto">
          <a:xfrm>
            <a:off x="719403" y="464457"/>
            <a:ext cx="10670381" cy="554718"/>
          </a:xfrm>
          <a:prstGeom prst="rect">
            <a:avLst/>
          </a:prstGeom>
          <a:noFill/>
          <a:ln>
            <a:noFill/>
          </a:ln>
          <a:extLst/>
        </p:spPr>
        <p:txBody>
          <a:bodyPr vert="horz" lIns="91440" tIns="45720" rIns="91440" bIns="45720" rtlCol="0" anchor="t">
            <a:noAutofit/>
          </a:bodyPr>
          <a:lstStyle>
            <a:lvl1pPr algn="l" defTabSz="914400" rtl="0" eaLnBrk="1" latinLnBrk="0" hangingPunct="1">
              <a:lnSpc>
                <a:spcPct val="90000"/>
              </a:lnSpc>
              <a:spcBef>
                <a:spcPct val="0"/>
              </a:spcBef>
              <a:buNone/>
              <a:defRPr sz="2600" b="0" i="0" kern="1200">
                <a:solidFill>
                  <a:srgbClr val="003A70"/>
                </a:solidFill>
                <a:latin typeface="Luiss Sans" pitchFamily="2" charset="0"/>
                <a:ea typeface="Luiss Sans" pitchFamily="2" charset="0"/>
                <a:cs typeface="Luiss Sans" pitchFamily="2" charset="0"/>
              </a:defRPr>
            </a:lvl1pPr>
          </a:lstStyle>
          <a:p>
            <a:r>
              <a:rPr lang="it-IT" sz="3200" b="1" smtClean="0">
                <a:solidFill>
                  <a:schemeClr val="accent3"/>
                </a:solidFill>
              </a:rPr>
              <a:t>PNRR: La semplificazione amministrativa e legislativa  </a:t>
            </a:r>
            <a:endParaRPr lang="it-IT" sz="3200" dirty="0">
              <a:solidFill>
                <a:schemeClr val="accent3"/>
              </a:solidFill>
            </a:endParaRPr>
          </a:p>
        </p:txBody>
      </p:sp>
      <p:sp>
        <p:nvSpPr>
          <p:cNvPr id="4" name="Rettangolo 3"/>
          <p:cNvSpPr/>
          <p:nvPr/>
        </p:nvSpPr>
        <p:spPr>
          <a:xfrm>
            <a:off x="394138" y="1043460"/>
            <a:ext cx="11361299" cy="5047536"/>
          </a:xfrm>
          <a:prstGeom prst="rect">
            <a:avLst/>
          </a:prstGeom>
        </p:spPr>
        <p:txBody>
          <a:bodyPr wrap="square">
            <a:spAutoFit/>
          </a:bodyPr>
          <a:lstStyle/>
          <a:p>
            <a:pPr algn="just">
              <a:spcAft>
                <a:spcPts val="600"/>
              </a:spcAft>
            </a:pPr>
            <a:r>
              <a:rPr lang="it-IT" sz="2400" dirty="0"/>
              <a:t>L’art. 12 del CAD indica nella dirigenza l’attuazione del CAD </a:t>
            </a:r>
            <a:r>
              <a:rPr lang="it-IT" sz="2400" dirty="0" smtClean="0"/>
              <a:t>(con </a:t>
            </a:r>
            <a:r>
              <a:rPr lang="it-IT" sz="2400" dirty="0"/>
              <a:t>una </a:t>
            </a:r>
            <a:r>
              <a:rPr lang="it-IT" sz="2400" dirty="0" smtClean="0"/>
              <a:t>valutazione). </a:t>
            </a:r>
          </a:p>
          <a:p>
            <a:pPr algn="just">
              <a:spcAft>
                <a:spcPts val="600"/>
              </a:spcAft>
            </a:pPr>
            <a:r>
              <a:rPr lang="it-IT" sz="2400" dirty="0" smtClean="0"/>
              <a:t>Tuttavia il </a:t>
            </a:r>
            <a:r>
              <a:rPr lang="it-IT" sz="2400" dirty="0"/>
              <a:t>criterio di valutazione non è chiaro e semplice (come potrebbe essere una chiara direttiva che dica che ogni dirigente “deve” semplificare almeno un processo amministrativo all’anno, altrimenti la parte variabile della retribuzione non verrà corrisposta</a:t>
            </a:r>
            <a:r>
              <a:rPr lang="it-IT" sz="2400" dirty="0" smtClean="0"/>
              <a:t>), risulta quindi difficile </a:t>
            </a:r>
            <a:r>
              <a:rPr lang="it-IT" sz="2400" dirty="0"/>
              <a:t>scardinare il modello attuale per il quale un dirigente è importante tanto quanto il numero di persone che ha alle proprie dipendenze.</a:t>
            </a:r>
          </a:p>
          <a:p>
            <a:pPr algn="just"/>
            <a:r>
              <a:rPr lang="it-IT" sz="2400" dirty="0"/>
              <a:t>Eppure la norma prevede che, oltre alla responsabilità amministrativa, </a:t>
            </a:r>
            <a:r>
              <a:rPr lang="it-IT" sz="2400" b="1" dirty="0">
                <a:solidFill>
                  <a:srgbClr val="FF0000"/>
                </a:solidFill>
              </a:rPr>
              <a:t>il dirigente è </a:t>
            </a:r>
            <a:r>
              <a:rPr lang="it-IT" sz="2400" b="1" dirty="0" smtClean="0">
                <a:solidFill>
                  <a:srgbClr val="FF0000"/>
                </a:solidFill>
              </a:rPr>
              <a:t>anche responsabile </a:t>
            </a:r>
            <a:r>
              <a:rPr lang="it-IT" sz="2400" b="1" dirty="0">
                <a:solidFill>
                  <a:srgbClr val="FF0000"/>
                </a:solidFill>
              </a:rPr>
              <a:t>per il danno economico arrecato all’amministrazione (allo Stato e ai cittadini) per i costi rilevanti a causa della  mancata semplificazione e digitalizzazione</a:t>
            </a:r>
            <a:r>
              <a:rPr lang="it-IT" sz="2400" dirty="0"/>
              <a:t>, per la ridondanza dei dati/documenti, per la gestione doppia (analogica e digitale) delle procedure e degli archivi e dei servizi, per la gestione delle risorse umane utilizzate su sistemi documentali e procedimentali inutilmente complessi, lunghi, costosi. </a:t>
            </a:r>
            <a:endParaRPr lang="it-IT" sz="2400" dirty="0" smtClean="0"/>
          </a:p>
          <a:p>
            <a:pPr algn="just"/>
            <a:r>
              <a:rPr lang="it-IT" sz="2400" b="1" dirty="0" smtClean="0">
                <a:solidFill>
                  <a:srgbClr val="FF0000"/>
                </a:solidFill>
              </a:rPr>
              <a:t>Ad oggi però </a:t>
            </a:r>
            <a:r>
              <a:rPr lang="it-IT" sz="2400" b="1" dirty="0">
                <a:solidFill>
                  <a:srgbClr val="FF0000"/>
                </a:solidFill>
              </a:rPr>
              <a:t>non </a:t>
            </a:r>
            <a:r>
              <a:rPr lang="it-IT" sz="2400" b="1" dirty="0" smtClean="0">
                <a:solidFill>
                  <a:srgbClr val="FF0000"/>
                </a:solidFill>
              </a:rPr>
              <a:t>risulta </a:t>
            </a:r>
            <a:r>
              <a:rPr lang="it-IT" sz="2400" b="1" dirty="0">
                <a:solidFill>
                  <a:srgbClr val="FF0000"/>
                </a:solidFill>
              </a:rPr>
              <a:t>alcuna causa in tal senso intentata da cittadini o imprese.</a:t>
            </a:r>
          </a:p>
        </p:txBody>
      </p:sp>
    </p:spTree>
    <p:extLst>
      <p:ext uri="{BB962C8B-B14F-4D97-AF65-F5344CB8AC3E}">
        <p14:creationId xmlns:p14="http://schemas.microsoft.com/office/powerpoint/2010/main" val="27506249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egnaposto numero diapositiva 6"/>
          <p:cNvSpPr>
            <a:spLocks noGrp="1"/>
          </p:cNvSpPr>
          <p:nvPr>
            <p:ph type="sldNum" sz="quarter" idx="10"/>
          </p:nvPr>
        </p:nvSpPr>
        <p:spPr/>
        <p:txBody>
          <a:bodyPr/>
          <a:lstStyle/>
          <a:p>
            <a:pPr>
              <a:defRPr/>
            </a:pPr>
            <a:fld id="{115B789B-1DB2-401A-847C-C55CE560B234}" type="slidenum">
              <a:rPr lang="it-IT" altLang="it-IT" smtClean="0">
                <a:solidFill>
                  <a:srgbClr val="003A70"/>
                </a:solidFill>
              </a:rPr>
              <a:pPr>
                <a:defRPr/>
              </a:pPr>
              <a:t>8</a:t>
            </a:fld>
            <a:endParaRPr lang="it-IT" altLang="it-IT" dirty="0">
              <a:solidFill>
                <a:srgbClr val="003A70"/>
              </a:solidFill>
            </a:endParaRPr>
          </a:p>
        </p:txBody>
      </p:sp>
      <p:sp>
        <p:nvSpPr>
          <p:cNvPr id="6" name="Titolo 1">
            <a:extLst>
              <a:ext uri="{FF2B5EF4-FFF2-40B4-BE49-F238E27FC236}">
                <a16:creationId xmlns="" xmlns:a16="http://schemas.microsoft.com/office/drawing/2014/main" id="{C4F41A15-CB66-4CDB-832E-4620C837BF92}"/>
              </a:ext>
            </a:extLst>
          </p:cNvPr>
          <p:cNvSpPr txBox="1">
            <a:spLocks/>
          </p:cNvSpPr>
          <p:nvPr/>
        </p:nvSpPr>
        <p:spPr bwMode="auto">
          <a:xfrm>
            <a:off x="719403" y="464457"/>
            <a:ext cx="11036035" cy="554718"/>
          </a:xfrm>
          <a:prstGeom prst="rect">
            <a:avLst/>
          </a:prstGeom>
          <a:noFill/>
          <a:ln>
            <a:noFill/>
          </a:ln>
          <a:extLst/>
        </p:spPr>
        <p:txBody>
          <a:bodyPr vert="horz" lIns="91440" tIns="45720" rIns="91440" bIns="45720" rtlCol="0" anchor="t">
            <a:noAutofit/>
          </a:bodyPr>
          <a:lstStyle>
            <a:lvl1pPr algn="l" defTabSz="914400" rtl="0" eaLnBrk="1" latinLnBrk="0" hangingPunct="1">
              <a:lnSpc>
                <a:spcPct val="90000"/>
              </a:lnSpc>
              <a:spcBef>
                <a:spcPct val="0"/>
              </a:spcBef>
              <a:buNone/>
              <a:defRPr sz="2600" b="0" i="0" kern="1200">
                <a:solidFill>
                  <a:srgbClr val="003A70"/>
                </a:solidFill>
                <a:latin typeface="Luiss Sans" pitchFamily="2" charset="0"/>
                <a:ea typeface="Luiss Sans" pitchFamily="2" charset="0"/>
                <a:cs typeface="Luiss Sans" pitchFamily="2" charset="0"/>
              </a:defRPr>
            </a:lvl1pPr>
          </a:lstStyle>
          <a:p>
            <a:r>
              <a:rPr lang="it-IT" sz="3000" b="1" dirty="0">
                <a:solidFill>
                  <a:srgbClr val="0077C8"/>
                </a:solidFill>
              </a:rPr>
              <a:t>La Trasformazione Digitale della Pubblica </a:t>
            </a:r>
            <a:r>
              <a:rPr lang="it-IT" sz="3000" b="1" dirty="0" smtClean="0">
                <a:solidFill>
                  <a:srgbClr val="0077C8"/>
                </a:solidFill>
              </a:rPr>
              <a:t>Amministrazione</a:t>
            </a:r>
            <a:endParaRPr lang="it-IT" sz="3000" dirty="0">
              <a:solidFill>
                <a:srgbClr val="0077C8"/>
              </a:solidFill>
            </a:endParaRPr>
          </a:p>
        </p:txBody>
      </p:sp>
      <p:sp>
        <p:nvSpPr>
          <p:cNvPr id="4" name="Rettangolo 3"/>
          <p:cNvSpPr/>
          <p:nvPr/>
        </p:nvSpPr>
        <p:spPr>
          <a:xfrm>
            <a:off x="719403" y="1135688"/>
            <a:ext cx="10670381" cy="5509200"/>
          </a:xfrm>
          <a:prstGeom prst="rect">
            <a:avLst/>
          </a:prstGeom>
        </p:spPr>
        <p:txBody>
          <a:bodyPr wrap="square">
            <a:spAutoFit/>
          </a:bodyPr>
          <a:lstStyle/>
          <a:p>
            <a:pPr algn="just"/>
            <a:r>
              <a:rPr lang="it-IT" sz="3200" dirty="0"/>
              <a:t>Senza entrare nel dettaglio </a:t>
            </a:r>
            <a:r>
              <a:rPr lang="it-IT" sz="3200" dirty="0" smtClean="0"/>
              <a:t>dei vari piani del Governo a partire da </a:t>
            </a:r>
            <a:r>
              <a:rPr lang="it-IT" sz="3200" dirty="0"/>
              <a:t>“Riprogettiamo il rilancio”, una frase presa dall’ultima relazione al Parlamento sintetizza la strategia per la trasformazione digitale nella Pubblica Amministrazione: </a:t>
            </a:r>
            <a:r>
              <a:rPr lang="it-IT" sz="3200" b="1" i="1" dirty="0">
                <a:solidFill>
                  <a:srgbClr val="0077C8"/>
                </a:solidFill>
              </a:rPr>
              <a:t>&lt;&lt;Offrire una visione per il futuro. Ideare una strategia digitale chiara e coerente è il primo passo verso una riuscita trasformazione digitale. Enunciare le caratteristiche di un’organizzazione dell’era digitale: </a:t>
            </a:r>
            <a:r>
              <a:rPr lang="it-IT" sz="3200" b="1" i="1" dirty="0" err="1">
                <a:solidFill>
                  <a:srgbClr val="0077C8"/>
                </a:solidFill>
              </a:rPr>
              <a:t>governance</a:t>
            </a:r>
            <a:r>
              <a:rPr lang="it-IT" sz="3200" b="1" i="1" dirty="0">
                <a:solidFill>
                  <a:srgbClr val="0077C8"/>
                </a:solidFill>
              </a:rPr>
              <a:t> focalizzata sull’utente a tutti i livelli organizzativi, processi che sfruttano il potenziale dei dati e collaboratori entusiasti e ambiziosi. Comunicare chiaramente quella visione al personale.&gt;&gt;</a:t>
            </a:r>
            <a:endParaRPr lang="it-IT" sz="3200" b="1" dirty="0">
              <a:solidFill>
                <a:srgbClr val="0077C8"/>
              </a:solidFill>
            </a:endParaRPr>
          </a:p>
        </p:txBody>
      </p:sp>
    </p:spTree>
    <p:extLst>
      <p:ext uri="{BB962C8B-B14F-4D97-AF65-F5344CB8AC3E}">
        <p14:creationId xmlns:p14="http://schemas.microsoft.com/office/powerpoint/2010/main" val="3113280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egnaposto numero diapositiva 6"/>
          <p:cNvSpPr>
            <a:spLocks noGrp="1"/>
          </p:cNvSpPr>
          <p:nvPr>
            <p:ph type="sldNum" sz="quarter" idx="10"/>
          </p:nvPr>
        </p:nvSpPr>
        <p:spPr/>
        <p:txBody>
          <a:bodyPr/>
          <a:lstStyle/>
          <a:p>
            <a:pPr>
              <a:defRPr/>
            </a:pPr>
            <a:fld id="{115B789B-1DB2-401A-847C-C55CE560B234}" type="slidenum">
              <a:rPr lang="it-IT" altLang="it-IT" smtClean="0">
                <a:solidFill>
                  <a:srgbClr val="0077C8"/>
                </a:solidFill>
              </a:rPr>
              <a:pPr>
                <a:defRPr/>
              </a:pPr>
              <a:t>9</a:t>
            </a:fld>
            <a:endParaRPr lang="it-IT" altLang="it-IT" dirty="0">
              <a:solidFill>
                <a:srgbClr val="0077C8"/>
              </a:solidFill>
            </a:endParaRPr>
          </a:p>
        </p:txBody>
      </p:sp>
      <p:sp>
        <p:nvSpPr>
          <p:cNvPr id="6" name="Titolo 1">
            <a:extLst>
              <a:ext uri="{FF2B5EF4-FFF2-40B4-BE49-F238E27FC236}">
                <a16:creationId xmlns="" xmlns:a16="http://schemas.microsoft.com/office/drawing/2014/main" id="{C4F41A15-CB66-4CDB-832E-4620C837BF92}"/>
              </a:ext>
            </a:extLst>
          </p:cNvPr>
          <p:cNvSpPr txBox="1">
            <a:spLocks/>
          </p:cNvSpPr>
          <p:nvPr/>
        </p:nvSpPr>
        <p:spPr bwMode="auto">
          <a:xfrm>
            <a:off x="719403" y="464457"/>
            <a:ext cx="10670381" cy="554718"/>
          </a:xfrm>
          <a:prstGeom prst="rect">
            <a:avLst/>
          </a:prstGeom>
          <a:noFill/>
          <a:ln>
            <a:noFill/>
          </a:ln>
          <a:extLst/>
        </p:spPr>
        <p:txBody>
          <a:bodyPr vert="horz" lIns="91440" tIns="45720" rIns="91440" bIns="45720" rtlCol="0" anchor="t">
            <a:noAutofit/>
          </a:bodyPr>
          <a:lstStyle>
            <a:lvl1pPr algn="l" defTabSz="914400" rtl="0" eaLnBrk="1" latinLnBrk="0" hangingPunct="1">
              <a:lnSpc>
                <a:spcPct val="90000"/>
              </a:lnSpc>
              <a:spcBef>
                <a:spcPct val="0"/>
              </a:spcBef>
              <a:buNone/>
              <a:defRPr sz="2600" b="0" i="0" kern="1200">
                <a:solidFill>
                  <a:srgbClr val="003A70"/>
                </a:solidFill>
                <a:latin typeface="Luiss Sans" pitchFamily="2" charset="0"/>
                <a:ea typeface="Luiss Sans" pitchFamily="2" charset="0"/>
                <a:cs typeface="Luiss Sans" pitchFamily="2" charset="0"/>
              </a:defRPr>
            </a:lvl1pPr>
          </a:lstStyle>
          <a:p>
            <a:r>
              <a:rPr lang="it-IT" sz="3200" b="1" dirty="0">
                <a:solidFill>
                  <a:srgbClr val="0077C8"/>
                </a:solidFill>
              </a:rPr>
              <a:t>Cosa non ha funzionato sino ad oggi nella </a:t>
            </a:r>
            <a:r>
              <a:rPr lang="it-IT" sz="3200" b="1" dirty="0" smtClean="0">
                <a:solidFill>
                  <a:srgbClr val="0077C8"/>
                </a:solidFill>
              </a:rPr>
              <a:t>P.A.</a:t>
            </a:r>
            <a:endParaRPr lang="it-IT" sz="3200" dirty="0">
              <a:solidFill>
                <a:srgbClr val="0077C8"/>
              </a:solidFill>
            </a:endParaRPr>
          </a:p>
        </p:txBody>
      </p:sp>
      <p:sp>
        <p:nvSpPr>
          <p:cNvPr id="4" name="Rettangolo 3"/>
          <p:cNvSpPr/>
          <p:nvPr/>
        </p:nvSpPr>
        <p:spPr>
          <a:xfrm>
            <a:off x="719403" y="1207829"/>
            <a:ext cx="10670381" cy="5139869"/>
          </a:xfrm>
          <a:prstGeom prst="rect">
            <a:avLst/>
          </a:prstGeom>
        </p:spPr>
        <p:txBody>
          <a:bodyPr wrap="square">
            <a:spAutoFit/>
          </a:bodyPr>
          <a:lstStyle/>
          <a:p>
            <a:r>
              <a:rPr lang="it-IT" sz="3600" b="1" dirty="0"/>
              <a:t>La Pubblica Amministrazione si basa su otto basi dati, di cui semplifico i nomi per maggior comprensione: </a:t>
            </a:r>
          </a:p>
          <a:p>
            <a:pPr marL="457200" lvl="0" indent="-457200">
              <a:buFont typeface="Wingdings" panose="05000000000000000000" pitchFamily="2" charset="2"/>
              <a:buChar char="Ø"/>
            </a:pPr>
            <a:r>
              <a:rPr lang="it-IT" sz="3200" b="1" dirty="0">
                <a:solidFill>
                  <a:srgbClr val="FF0000"/>
                </a:solidFill>
              </a:rPr>
              <a:t>Anagrafe dei cittadini (ANPR), </a:t>
            </a:r>
          </a:p>
          <a:p>
            <a:pPr marL="457200" lvl="0" indent="-457200">
              <a:buFont typeface="Wingdings" panose="05000000000000000000" pitchFamily="2" charset="2"/>
              <a:buChar char="Ø"/>
            </a:pPr>
            <a:r>
              <a:rPr lang="it-IT" sz="3200" b="1" dirty="0">
                <a:solidFill>
                  <a:srgbClr val="0077C8"/>
                </a:solidFill>
              </a:rPr>
              <a:t>Anagrafe delle imprese (Registro imprese), </a:t>
            </a:r>
          </a:p>
          <a:p>
            <a:pPr marL="457200" lvl="0" indent="-457200">
              <a:buFont typeface="Wingdings" panose="05000000000000000000" pitchFamily="2" charset="2"/>
              <a:buChar char="Ø"/>
            </a:pPr>
            <a:r>
              <a:rPr lang="it-IT" sz="3200" b="1" dirty="0">
                <a:solidFill>
                  <a:srgbClr val="FF0000"/>
                </a:solidFill>
              </a:rPr>
              <a:t>Archivio degli immobili (catasto e urbanistica comunale)</a:t>
            </a:r>
          </a:p>
          <a:p>
            <a:pPr marL="457200" lvl="0" indent="-457200">
              <a:buFont typeface="Wingdings" panose="05000000000000000000" pitchFamily="2" charset="2"/>
              <a:buChar char="Ø"/>
            </a:pPr>
            <a:r>
              <a:rPr lang="it-IT" sz="3200" b="1" dirty="0">
                <a:solidFill>
                  <a:srgbClr val="0077C8"/>
                </a:solidFill>
              </a:rPr>
              <a:t>Anagrafe dei veicoli, </a:t>
            </a:r>
          </a:p>
          <a:p>
            <a:pPr marL="457200" lvl="0" indent="-457200">
              <a:buFont typeface="Wingdings" panose="05000000000000000000" pitchFamily="2" charset="2"/>
              <a:buChar char="Ø"/>
            </a:pPr>
            <a:r>
              <a:rPr lang="it-IT" sz="3200" b="1" dirty="0">
                <a:solidFill>
                  <a:srgbClr val="FF0000"/>
                </a:solidFill>
              </a:rPr>
              <a:t>Anagrafe tributaria (Agenzia entrate) </a:t>
            </a:r>
          </a:p>
          <a:p>
            <a:pPr marL="457200" lvl="0" indent="-457200">
              <a:buFont typeface="Wingdings" panose="05000000000000000000" pitchFamily="2" charset="2"/>
              <a:buChar char="Ø"/>
            </a:pPr>
            <a:r>
              <a:rPr lang="it-IT" sz="3200" b="1" dirty="0">
                <a:solidFill>
                  <a:srgbClr val="0077C8"/>
                </a:solidFill>
              </a:rPr>
              <a:t>Casellario giudiziario, </a:t>
            </a:r>
          </a:p>
          <a:p>
            <a:pPr marL="457200" lvl="0" indent="-457200">
              <a:buFont typeface="Wingdings" panose="05000000000000000000" pitchFamily="2" charset="2"/>
              <a:buChar char="Ø"/>
            </a:pPr>
            <a:r>
              <a:rPr lang="it-IT" sz="3200" b="1" dirty="0">
                <a:solidFill>
                  <a:srgbClr val="FF0000"/>
                </a:solidFill>
              </a:rPr>
              <a:t>Archivio delle infrastrutture (strade, ponti, etc.)</a:t>
            </a:r>
          </a:p>
          <a:p>
            <a:pPr marL="457200" lvl="0" indent="-457200">
              <a:buFont typeface="Wingdings" panose="05000000000000000000" pitchFamily="2" charset="2"/>
              <a:buChar char="Ø"/>
            </a:pPr>
            <a:r>
              <a:rPr lang="it-IT" sz="3200" b="1" dirty="0">
                <a:solidFill>
                  <a:srgbClr val="0077C8"/>
                </a:solidFill>
              </a:rPr>
              <a:t>Archivio del territorio (rischi idrogeologici, sismici, etc.) </a:t>
            </a:r>
          </a:p>
        </p:txBody>
      </p:sp>
    </p:spTree>
    <p:extLst>
      <p:ext uri="{BB962C8B-B14F-4D97-AF65-F5344CB8AC3E}">
        <p14:creationId xmlns:p14="http://schemas.microsoft.com/office/powerpoint/2010/main" val="20515001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egnaposto numero diapositiva 6"/>
          <p:cNvSpPr>
            <a:spLocks noGrp="1"/>
          </p:cNvSpPr>
          <p:nvPr>
            <p:ph type="sldNum" sz="quarter" idx="10"/>
          </p:nvPr>
        </p:nvSpPr>
        <p:spPr/>
        <p:txBody>
          <a:bodyPr/>
          <a:lstStyle/>
          <a:p>
            <a:pPr>
              <a:defRPr/>
            </a:pPr>
            <a:fld id="{115B789B-1DB2-401A-847C-C55CE560B234}" type="slidenum">
              <a:rPr lang="it-IT" altLang="it-IT" smtClean="0">
                <a:solidFill>
                  <a:srgbClr val="0077C8"/>
                </a:solidFill>
              </a:rPr>
              <a:pPr>
                <a:defRPr/>
              </a:pPr>
              <a:t>10</a:t>
            </a:fld>
            <a:endParaRPr lang="it-IT" altLang="it-IT" dirty="0">
              <a:solidFill>
                <a:srgbClr val="0077C8"/>
              </a:solidFill>
            </a:endParaRPr>
          </a:p>
        </p:txBody>
      </p:sp>
      <p:sp>
        <p:nvSpPr>
          <p:cNvPr id="6" name="Titolo 1">
            <a:extLst>
              <a:ext uri="{FF2B5EF4-FFF2-40B4-BE49-F238E27FC236}">
                <a16:creationId xmlns="" xmlns:a16="http://schemas.microsoft.com/office/drawing/2014/main" id="{C4F41A15-CB66-4CDB-832E-4620C837BF92}"/>
              </a:ext>
            </a:extLst>
          </p:cNvPr>
          <p:cNvSpPr txBox="1">
            <a:spLocks/>
          </p:cNvSpPr>
          <p:nvPr/>
        </p:nvSpPr>
        <p:spPr bwMode="auto">
          <a:xfrm>
            <a:off x="719403" y="464457"/>
            <a:ext cx="10670381" cy="554718"/>
          </a:xfrm>
          <a:prstGeom prst="rect">
            <a:avLst/>
          </a:prstGeom>
          <a:noFill/>
          <a:ln>
            <a:noFill/>
          </a:ln>
          <a:extLst/>
        </p:spPr>
        <p:txBody>
          <a:bodyPr vert="horz" lIns="91440" tIns="45720" rIns="91440" bIns="45720" rtlCol="0" anchor="t">
            <a:noAutofit/>
          </a:bodyPr>
          <a:lstStyle>
            <a:lvl1pPr algn="l" defTabSz="914400" rtl="0" eaLnBrk="1" latinLnBrk="0" hangingPunct="1">
              <a:lnSpc>
                <a:spcPct val="90000"/>
              </a:lnSpc>
              <a:spcBef>
                <a:spcPct val="0"/>
              </a:spcBef>
              <a:buNone/>
              <a:defRPr sz="2600" b="0" i="0" kern="1200">
                <a:solidFill>
                  <a:srgbClr val="003A70"/>
                </a:solidFill>
                <a:latin typeface="Luiss Sans" pitchFamily="2" charset="0"/>
                <a:ea typeface="Luiss Sans" pitchFamily="2" charset="0"/>
                <a:cs typeface="Luiss Sans" pitchFamily="2" charset="0"/>
              </a:defRPr>
            </a:lvl1pPr>
          </a:lstStyle>
          <a:p>
            <a:r>
              <a:rPr lang="it-IT" sz="3200" b="1" dirty="0">
                <a:solidFill>
                  <a:srgbClr val="0077C8"/>
                </a:solidFill>
              </a:rPr>
              <a:t>Cosa non ha funzionato sino ad oggi nella </a:t>
            </a:r>
            <a:r>
              <a:rPr lang="it-IT" sz="3200" b="1" dirty="0" smtClean="0">
                <a:solidFill>
                  <a:srgbClr val="0077C8"/>
                </a:solidFill>
              </a:rPr>
              <a:t>P.A.</a:t>
            </a:r>
            <a:endParaRPr lang="it-IT" sz="3200" dirty="0">
              <a:solidFill>
                <a:srgbClr val="0077C8"/>
              </a:solidFill>
            </a:endParaRPr>
          </a:p>
        </p:txBody>
      </p:sp>
      <p:sp>
        <p:nvSpPr>
          <p:cNvPr id="4" name="Rettangolo 3"/>
          <p:cNvSpPr/>
          <p:nvPr/>
        </p:nvSpPr>
        <p:spPr>
          <a:xfrm>
            <a:off x="719402" y="1444844"/>
            <a:ext cx="10670381" cy="3970318"/>
          </a:xfrm>
          <a:prstGeom prst="rect">
            <a:avLst/>
          </a:prstGeom>
        </p:spPr>
        <p:txBody>
          <a:bodyPr wrap="square">
            <a:spAutoFit/>
          </a:bodyPr>
          <a:lstStyle/>
          <a:p>
            <a:pPr algn="just"/>
            <a:r>
              <a:rPr lang="it-IT" sz="3600" b="1" dirty="0" smtClean="0">
                <a:solidFill>
                  <a:srgbClr val="FF0000"/>
                </a:solidFill>
              </a:rPr>
              <a:t>L’assenza </a:t>
            </a:r>
            <a:r>
              <a:rPr lang="it-IT" sz="3600" b="1" dirty="0">
                <a:solidFill>
                  <a:srgbClr val="FF0000"/>
                </a:solidFill>
              </a:rPr>
              <a:t>di </a:t>
            </a:r>
            <a:r>
              <a:rPr lang="it-IT" sz="3600" b="1" dirty="0" smtClean="0">
                <a:solidFill>
                  <a:srgbClr val="FF0000"/>
                </a:solidFill>
              </a:rPr>
              <a:t>condivisione è certamente una cosa </a:t>
            </a:r>
            <a:r>
              <a:rPr lang="it-IT" sz="3600" b="1" dirty="0">
                <a:solidFill>
                  <a:srgbClr val="FF0000"/>
                </a:solidFill>
              </a:rPr>
              <a:t>che non ha </a:t>
            </a:r>
            <a:r>
              <a:rPr lang="it-IT" sz="3600" b="1" dirty="0" smtClean="0">
                <a:solidFill>
                  <a:srgbClr val="FF0000"/>
                </a:solidFill>
              </a:rPr>
              <a:t>funzionato. </a:t>
            </a:r>
          </a:p>
          <a:p>
            <a:pPr algn="just"/>
            <a:endParaRPr lang="it-IT" sz="3600" b="1" dirty="0" smtClean="0">
              <a:solidFill>
                <a:srgbClr val="FF0000"/>
              </a:solidFill>
            </a:endParaRPr>
          </a:p>
          <a:p>
            <a:pPr algn="just"/>
            <a:r>
              <a:rPr lang="it-IT" sz="3600" b="1" i="1" dirty="0" smtClean="0">
                <a:solidFill>
                  <a:srgbClr val="FF0000"/>
                </a:solidFill>
              </a:rPr>
              <a:t>Eppure </a:t>
            </a:r>
            <a:r>
              <a:rPr lang="it-IT" sz="3600" b="1" i="1" dirty="0">
                <a:solidFill>
                  <a:srgbClr val="FF0000"/>
                </a:solidFill>
              </a:rPr>
              <a:t>l’art. 117 comma r garantirebbe allo Stato proprio il coordinamento informativo statistico e informatico dei dati dell'amministrazione statale, regionale e locale.</a:t>
            </a:r>
            <a:r>
              <a:rPr lang="it-IT" sz="3600" dirty="0">
                <a:solidFill>
                  <a:srgbClr val="FF0000"/>
                </a:solidFill>
              </a:rPr>
              <a:t> </a:t>
            </a:r>
          </a:p>
        </p:txBody>
      </p:sp>
    </p:spTree>
    <p:extLst>
      <p:ext uri="{BB962C8B-B14F-4D97-AF65-F5344CB8AC3E}">
        <p14:creationId xmlns:p14="http://schemas.microsoft.com/office/powerpoint/2010/main" val="39613651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egnaposto numero diapositiva 6"/>
          <p:cNvSpPr>
            <a:spLocks noGrp="1"/>
          </p:cNvSpPr>
          <p:nvPr>
            <p:ph type="sldNum" sz="quarter" idx="10"/>
          </p:nvPr>
        </p:nvSpPr>
        <p:spPr/>
        <p:txBody>
          <a:bodyPr/>
          <a:lstStyle/>
          <a:p>
            <a:pPr>
              <a:defRPr/>
            </a:pPr>
            <a:fld id="{115B789B-1DB2-401A-847C-C55CE560B234}" type="slidenum">
              <a:rPr lang="it-IT" altLang="it-IT" smtClean="0">
                <a:solidFill>
                  <a:srgbClr val="0077C8"/>
                </a:solidFill>
              </a:rPr>
              <a:pPr>
                <a:defRPr/>
              </a:pPr>
              <a:t>11</a:t>
            </a:fld>
            <a:endParaRPr lang="it-IT" altLang="it-IT" dirty="0">
              <a:solidFill>
                <a:srgbClr val="0077C8"/>
              </a:solidFill>
            </a:endParaRPr>
          </a:p>
        </p:txBody>
      </p:sp>
      <p:sp>
        <p:nvSpPr>
          <p:cNvPr id="6" name="Titolo 1">
            <a:extLst>
              <a:ext uri="{FF2B5EF4-FFF2-40B4-BE49-F238E27FC236}">
                <a16:creationId xmlns="" xmlns:a16="http://schemas.microsoft.com/office/drawing/2014/main" id="{C4F41A15-CB66-4CDB-832E-4620C837BF92}"/>
              </a:ext>
            </a:extLst>
          </p:cNvPr>
          <p:cNvSpPr txBox="1">
            <a:spLocks/>
          </p:cNvSpPr>
          <p:nvPr/>
        </p:nvSpPr>
        <p:spPr bwMode="auto">
          <a:xfrm>
            <a:off x="719403" y="464457"/>
            <a:ext cx="10670381" cy="554718"/>
          </a:xfrm>
          <a:prstGeom prst="rect">
            <a:avLst/>
          </a:prstGeom>
          <a:noFill/>
          <a:ln>
            <a:noFill/>
          </a:ln>
          <a:extLst/>
        </p:spPr>
        <p:txBody>
          <a:bodyPr vert="horz" lIns="91440" tIns="45720" rIns="91440" bIns="45720" rtlCol="0" anchor="t">
            <a:noAutofit/>
          </a:bodyPr>
          <a:lstStyle>
            <a:lvl1pPr algn="l" defTabSz="914400" rtl="0" eaLnBrk="1" latinLnBrk="0" hangingPunct="1">
              <a:lnSpc>
                <a:spcPct val="90000"/>
              </a:lnSpc>
              <a:spcBef>
                <a:spcPct val="0"/>
              </a:spcBef>
              <a:buNone/>
              <a:defRPr sz="2600" b="0" i="0" kern="1200">
                <a:solidFill>
                  <a:srgbClr val="003A70"/>
                </a:solidFill>
                <a:latin typeface="Luiss Sans" pitchFamily="2" charset="0"/>
                <a:ea typeface="Luiss Sans" pitchFamily="2" charset="0"/>
                <a:cs typeface="Luiss Sans" pitchFamily="2" charset="0"/>
              </a:defRPr>
            </a:lvl1pPr>
          </a:lstStyle>
          <a:p>
            <a:r>
              <a:rPr lang="it-IT" sz="3200" b="1" dirty="0">
                <a:solidFill>
                  <a:srgbClr val="0077C8"/>
                </a:solidFill>
              </a:rPr>
              <a:t>Cosa non ha funzionato sino ad oggi nella </a:t>
            </a:r>
            <a:r>
              <a:rPr lang="it-IT" sz="3200" b="1" dirty="0" smtClean="0">
                <a:solidFill>
                  <a:srgbClr val="0077C8"/>
                </a:solidFill>
              </a:rPr>
              <a:t>P.A.</a:t>
            </a:r>
            <a:endParaRPr lang="it-IT" sz="3200" dirty="0">
              <a:solidFill>
                <a:srgbClr val="0077C8"/>
              </a:solidFill>
            </a:endParaRPr>
          </a:p>
        </p:txBody>
      </p:sp>
      <p:sp>
        <p:nvSpPr>
          <p:cNvPr id="4" name="Rettangolo 3"/>
          <p:cNvSpPr/>
          <p:nvPr/>
        </p:nvSpPr>
        <p:spPr>
          <a:xfrm>
            <a:off x="719402" y="1745097"/>
            <a:ext cx="10670381" cy="3970318"/>
          </a:xfrm>
          <a:prstGeom prst="rect">
            <a:avLst/>
          </a:prstGeom>
        </p:spPr>
        <p:txBody>
          <a:bodyPr wrap="square">
            <a:spAutoFit/>
          </a:bodyPr>
          <a:lstStyle/>
          <a:p>
            <a:pPr algn="just"/>
            <a:r>
              <a:rPr lang="it-IT" sz="3600" b="1" dirty="0" smtClean="0">
                <a:solidFill>
                  <a:srgbClr val="FF0000"/>
                </a:solidFill>
              </a:rPr>
              <a:t>Lo stesso </a:t>
            </a:r>
            <a:r>
              <a:rPr lang="it-IT" sz="3600" b="1" dirty="0">
                <a:solidFill>
                  <a:srgbClr val="FF0000"/>
                </a:solidFill>
              </a:rPr>
              <a:t>ragionamento </a:t>
            </a:r>
            <a:r>
              <a:rPr lang="it-IT" sz="3600" b="1" dirty="0" smtClean="0">
                <a:solidFill>
                  <a:srgbClr val="FF0000"/>
                </a:solidFill>
              </a:rPr>
              <a:t>vale per </a:t>
            </a:r>
            <a:r>
              <a:rPr lang="it-IT" sz="3600" b="1" dirty="0">
                <a:solidFill>
                  <a:srgbClr val="FF0000"/>
                </a:solidFill>
              </a:rPr>
              <a:t>gli EE.LL. </a:t>
            </a:r>
            <a:endParaRPr lang="it-IT" sz="3600" b="1" dirty="0" smtClean="0">
              <a:solidFill>
                <a:srgbClr val="FF0000"/>
              </a:solidFill>
            </a:endParaRPr>
          </a:p>
          <a:p>
            <a:pPr algn="just"/>
            <a:endParaRPr lang="it-IT" sz="3600" b="1" dirty="0">
              <a:solidFill>
                <a:srgbClr val="FF0000"/>
              </a:solidFill>
            </a:endParaRPr>
          </a:p>
          <a:p>
            <a:pPr algn="just"/>
            <a:r>
              <a:rPr lang="it-IT" sz="3600" b="1" dirty="0" smtClean="0">
                <a:solidFill>
                  <a:srgbClr val="FF0000"/>
                </a:solidFill>
              </a:rPr>
              <a:t>Senza </a:t>
            </a:r>
            <a:r>
              <a:rPr lang="it-IT" sz="3600" b="1" dirty="0">
                <a:solidFill>
                  <a:srgbClr val="FF0000"/>
                </a:solidFill>
              </a:rPr>
              <a:t>una forte regia da parte del Ministero competente e delle Regioni è difficile ridurre </a:t>
            </a:r>
            <a:r>
              <a:rPr lang="it-IT" sz="3600" b="1" dirty="0" smtClean="0">
                <a:solidFill>
                  <a:srgbClr val="FF0000"/>
                </a:solidFill>
              </a:rPr>
              <a:t>sia il </a:t>
            </a:r>
            <a:r>
              <a:rPr lang="it-IT" sz="3600" b="1" dirty="0">
                <a:solidFill>
                  <a:srgbClr val="FF0000"/>
                </a:solidFill>
              </a:rPr>
              <a:t>numero di sistemi informativi locali </a:t>
            </a:r>
            <a:r>
              <a:rPr lang="it-IT" sz="3600" b="1" dirty="0" smtClean="0">
                <a:solidFill>
                  <a:srgbClr val="FF0000"/>
                </a:solidFill>
              </a:rPr>
              <a:t>che ridurre e rendere </a:t>
            </a:r>
            <a:r>
              <a:rPr lang="it-IT" sz="3600" b="1" dirty="0">
                <a:solidFill>
                  <a:srgbClr val="FF0000"/>
                </a:solidFill>
              </a:rPr>
              <a:t>omogenei e digitali i servizi resi ai cittadini ed alle imprese.</a:t>
            </a:r>
          </a:p>
        </p:txBody>
      </p:sp>
    </p:spTree>
    <p:extLst>
      <p:ext uri="{BB962C8B-B14F-4D97-AF65-F5344CB8AC3E}">
        <p14:creationId xmlns:p14="http://schemas.microsoft.com/office/powerpoint/2010/main" val="2706717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egnaposto numero diapositiva 6"/>
          <p:cNvSpPr>
            <a:spLocks noGrp="1"/>
          </p:cNvSpPr>
          <p:nvPr>
            <p:ph type="sldNum" sz="quarter" idx="10"/>
          </p:nvPr>
        </p:nvSpPr>
        <p:spPr/>
        <p:txBody>
          <a:bodyPr/>
          <a:lstStyle/>
          <a:p>
            <a:pPr>
              <a:defRPr/>
            </a:pPr>
            <a:fld id="{115B789B-1DB2-401A-847C-C55CE560B234}" type="slidenum">
              <a:rPr lang="it-IT" altLang="it-IT" smtClean="0">
                <a:solidFill>
                  <a:srgbClr val="0077C8"/>
                </a:solidFill>
              </a:rPr>
              <a:pPr>
                <a:defRPr/>
              </a:pPr>
              <a:t>12</a:t>
            </a:fld>
            <a:endParaRPr lang="it-IT" altLang="it-IT" dirty="0">
              <a:solidFill>
                <a:srgbClr val="0077C8"/>
              </a:solidFill>
            </a:endParaRPr>
          </a:p>
        </p:txBody>
      </p:sp>
      <p:sp>
        <p:nvSpPr>
          <p:cNvPr id="6" name="Titolo 1">
            <a:extLst>
              <a:ext uri="{FF2B5EF4-FFF2-40B4-BE49-F238E27FC236}">
                <a16:creationId xmlns="" xmlns:a16="http://schemas.microsoft.com/office/drawing/2014/main" id="{C4F41A15-CB66-4CDB-832E-4620C837BF92}"/>
              </a:ext>
            </a:extLst>
          </p:cNvPr>
          <p:cNvSpPr txBox="1">
            <a:spLocks/>
          </p:cNvSpPr>
          <p:nvPr/>
        </p:nvSpPr>
        <p:spPr bwMode="auto">
          <a:xfrm>
            <a:off x="719403" y="464457"/>
            <a:ext cx="10670381" cy="554718"/>
          </a:xfrm>
          <a:prstGeom prst="rect">
            <a:avLst/>
          </a:prstGeom>
          <a:noFill/>
          <a:ln>
            <a:noFill/>
          </a:ln>
          <a:extLst/>
        </p:spPr>
        <p:txBody>
          <a:bodyPr vert="horz" lIns="91440" tIns="45720" rIns="91440" bIns="45720" rtlCol="0" anchor="t">
            <a:noAutofit/>
          </a:bodyPr>
          <a:lstStyle>
            <a:lvl1pPr algn="l" defTabSz="914400" rtl="0" eaLnBrk="1" latinLnBrk="0" hangingPunct="1">
              <a:lnSpc>
                <a:spcPct val="90000"/>
              </a:lnSpc>
              <a:spcBef>
                <a:spcPct val="0"/>
              </a:spcBef>
              <a:buNone/>
              <a:defRPr sz="2600" b="0" i="0" kern="1200">
                <a:solidFill>
                  <a:srgbClr val="003A70"/>
                </a:solidFill>
                <a:latin typeface="Luiss Sans" pitchFamily="2" charset="0"/>
                <a:ea typeface="Luiss Sans" pitchFamily="2" charset="0"/>
                <a:cs typeface="Luiss Sans" pitchFamily="2" charset="0"/>
              </a:defRPr>
            </a:lvl1pPr>
          </a:lstStyle>
          <a:p>
            <a:r>
              <a:rPr lang="it-IT" sz="3200" b="1" dirty="0" smtClean="0">
                <a:solidFill>
                  <a:srgbClr val="0077C8"/>
                </a:solidFill>
              </a:rPr>
              <a:t>Conclusioni</a:t>
            </a:r>
            <a:endParaRPr lang="it-IT" sz="3200" dirty="0">
              <a:solidFill>
                <a:srgbClr val="0077C8"/>
              </a:solidFill>
            </a:endParaRPr>
          </a:p>
        </p:txBody>
      </p:sp>
      <p:sp>
        <p:nvSpPr>
          <p:cNvPr id="4" name="Rettangolo 3"/>
          <p:cNvSpPr/>
          <p:nvPr/>
        </p:nvSpPr>
        <p:spPr>
          <a:xfrm>
            <a:off x="551793" y="1745097"/>
            <a:ext cx="11366937" cy="4154984"/>
          </a:xfrm>
          <a:prstGeom prst="rect">
            <a:avLst/>
          </a:prstGeom>
        </p:spPr>
        <p:txBody>
          <a:bodyPr wrap="square">
            <a:spAutoFit/>
          </a:bodyPr>
          <a:lstStyle/>
          <a:p>
            <a:r>
              <a:rPr lang="it-IT" sz="4800" b="1" i="1" dirty="0">
                <a:solidFill>
                  <a:srgbClr val="FF0000"/>
                </a:solidFill>
              </a:rPr>
              <a:t>È tempo che la “politica”, a tutti i livelli, dia un forte impulso alla dirigenza. </a:t>
            </a:r>
            <a:endParaRPr lang="it-IT" sz="4800" b="1" i="1" dirty="0" smtClean="0">
              <a:solidFill>
                <a:srgbClr val="FF0000"/>
              </a:solidFill>
            </a:endParaRPr>
          </a:p>
          <a:p>
            <a:endParaRPr lang="it-IT" sz="4800" b="1" i="1" dirty="0">
              <a:solidFill>
                <a:srgbClr val="FF0000"/>
              </a:solidFill>
            </a:endParaRPr>
          </a:p>
          <a:p>
            <a:r>
              <a:rPr lang="it-IT" sz="4800" b="1" i="1" dirty="0" smtClean="0">
                <a:solidFill>
                  <a:srgbClr val="FF0000"/>
                </a:solidFill>
              </a:rPr>
              <a:t>È </a:t>
            </a:r>
            <a:r>
              <a:rPr lang="it-IT" sz="4800" b="1" i="1" dirty="0">
                <a:solidFill>
                  <a:srgbClr val="FF0000"/>
                </a:solidFill>
              </a:rPr>
              <a:t>per il bene delle generazioni </a:t>
            </a:r>
            <a:r>
              <a:rPr lang="it-IT" sz="4800" b="1" i="1" dirty="0" smtClean="0">
                <a:solidFill>
                  <a:srgbClr val="FF0000"/>
                </a:solidFill>
              </a:rPr>
              <a:t>future </a:t>
            </a:r>
            <a:r>
              <a:rPr lang="it-IT" sz="2400" b="1" i="1" dirty="0" smtClean="0">
                <a:solidFill>
                  <a:srgbClr val="FF0000"/>
                </a:solidFill>
              </a:rPr>
              <a:t>(dato al 31/12/2021: debito pubblico 2.710 </a:t>
            </a:r>
            <a:r>
              <a:rPr lang="it-IT" sz="2400" b="1" i="1" dirty="0" err="1" smtClean="0">
                <a:solidFill>
                  <a:srgbClr val="FF0000"/>
                </a:solidFill>
              </a:rPr>
              <a:t>Mld</a:t>
            </a:r>
            <a:r>
              <a:rPr lang="it-IT" sz="2400" b="1" i="1" dirty="0" smtClean="0">
                <a:solidFill>
                  <a:srgbClr val="FF0000"/>
                </a:solidFill>
              </a:rPr>
              <a:t> di €. In crescita di 105 </a:t>
            </a:r>
            <a:r>
              <a:rPr lang="it-IT" sz="2400" b="1" i="1" dirty="0" err="1" smtClean="0">
                <a:solidFill>
                  <a:srgbClr val="FF0000"/>
                </a:solidFill>
              </a:rPr>
              <a:t>Mld</a:t>
            </a:r>
            <a:r>
              <a:rPr lang="it-IT" sz="2400" b="1" i="1" dirty="0" smtClean="0">
                <a:solidFill>
                  <a:srgbClr val="FF0000"/>
                </a:solidFill>
              </a:rPr>
              <a:t> di € nell’ultimo anno)</a:t>
            </a:r>
            <a:endParaRPr lang="it-IT" sz="2400" b="1" i="1" dirty="0">
              <a:solidFill>
                <a:srgbClr val="FF0000"/>
              </a:solidFill>
            </a:endParaRPr>
          </a:p>
          <a:p>
            <a:pPr algn="just"/>
            <a:endParaRPr lang="it-IT" sz="4800" b="1" i="1" dirty="0">
              <a:solidFill>
                <a:srgbClr val="FF0000"/>
              </a:solidFill>
            </a:endParaRPr>
          </a:p>
        </p:txBody>
      </p:sp>
    </p:spTree>
    <p:extLst>
      <p:ext uri="{BB962C8B-B14F-4D97-AF65-F5344CB8AC3E}">
        <p14:creationId xmlns:p14="http://schemas.microsoft.com/office/powerpoint/2010/main" val="966709378"/>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i Office">
  <a:themeElements>
    <a:clrScheme name="Luiss Business School">
      <a:dk1>
        <a:srgbClr val="000000"/>
      </a:dk1>
      <a:lt1>
        <a:srgbClr val="FFFFFF"/>
      </a:lt1>
      <a:dk2>
        <a:srgbClr val="44546A"/>
      </a:dk2>
      <a:lt2>
        <a:srgbClr val="E7E6E6"/>
      </a:lt2>
      <a:accent1>
        <a:srgbClr val="003A70"/>
      </a:accent1>
      <a:accent2>
        <a:srgbClr val="EAAA00"/>
      </a:accent2>
      <a:accent3>
        <a:srgbClr val="0077C8"/>
      </a:accent3>
      <a:accent4>
        <a:srgbClr val="00968F"/>
      </a:accent4>
      <a:accent5>
        <a:srgbClr val="BA0C2F"/>
      </a:accent5>
      <a:accent6>
        <a:srgbClr val="D35D0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2215</TotalTime>
  <Words>1237</Words>
  <Application>Microsoft Office PowerPoint</Application>
  <PresentationFormat>Personalizzato</PresentationFormat>
  <Paragraphs>78</Paragraphs>
  <Slides>12</Slides>
  <Notes>4</Notes>
  <HiddenSlides>0</HiddenSlides>
  <MMClips>0</MMClips>
  <ScaleCrop>false</ScaleCrop>
  <HeadingPairs>
    <vt:vector size="4" baseType="variant">
      <vt:variant>
        <vt:lpstr>Tema</vt:lpstr>
      </vt:variant>
      <vt:variant>
        <vt:i4>1</vt:i4>
      </vt:variant>
      <vt:variant>
        <vt:lpstr>Titoli diapositive</vt:lpstr>
      </vt:variant>
      <vt:variant>
        <vt:i4>12</vt:i4>
      </vt:variant>
    </vt:vector>
  </HeadingPairs>
  <TitlesOfParts>
    <vt:vector size="13" baseType="lpstr">
      <vt:lpstr>Tema di Office</vt:lpstr>
      <vt:lpstr>Presentazione standard di PowerPoint</vt:lpstr>
      <vt:lpstr>Cos’è la semplificazione amministrativa nella PA? </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Microsoft Office User</dc:creator>
  <cp:lastModifiedBy>Enzo Chilelli</cp:lastModifiedBy>
  <cp:revision>156</cp:revision>
  <cp:lastPrinted>2019-03-06T16:11:54Z</cp:lastPrinted>
  <dcterms:created xsi:type="dcterms:W3CDTF">2018-10-26T13:10:45Z</dcterms:created>
  <dcterms:modified xsi:type="dcterms:W3CDTF">2024-11-16T11:52:29Z</dcterms:modified>
</cp:coreProperties>
</file>